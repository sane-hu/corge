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512300" cy="69342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75560" y="262080"/>
            <a:ext cx="8560800" cy="109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75560" y="1538280"/>
            <a:ext cx="8560800" cy="381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75560" y="262080"/>
            <a:ext cx="8560800" cy="109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75560" y="1538280"/>
            <a:ext cx="8560800" cy="381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800160" y="4381200"/>
            <a:ext cx="1905480" cy="29160"/>
          </a:xfrm>
          <a:custGeom>
            <a:avLst/>
            <a:gdLst/>
            <a:ahLst/>
            <a:rect l="0" t="0" r="r" b="b"/>
            <a:pathLst>
              <a:path w="5293" h="81">
                <a:moveTo>
                  <a:pt x="0" y="41"/>
                </a:move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lnTo>
                  <a:pt x="5253" y="0"/>
                </a:lnTo>
                <a:cubicBezTo>
                  <a:pt x="5259" y="0"/>
                  <a:pt x="5264" y="1"/>
                  <a:pt x="5269" y="3"/>
                </a:cubicBezTo>
                <a:cubicBezTo>
                  <a:pt x="5273" y="5"/>
                  <a:pt x="5278" y="8"/>
                  <a:pt x="5281" y="12"/>
                </a:cubicBezTo>
                <a:cubicBezTo>
                  <a:pt x="5285" y="16"/>
                  <a:pt x="5288" y="20"/>
                  <a:pt x="5290" y="25"/>
                </a:cubicBezTo>
                <a:cubicBezTo>
                  <a:pt x="5292" y="30"/>
                  <a:pt x="5293" y="35"/>
                  <a:pt x="5293" y="41"/>
                </a:cubicBezTo>
                <a:cubicBezTo>
                  <a:pt x="5293" y="46"/>
                  <a:pt x="5292" y="51"/>
                  <a:pt x="5290" y="56"/>
                </a:cubicBezTo>
                <a:cubicBezTo>
                  <a:pt x="5288" y="61"/>
                  <a:pt x="5285" y="65"/>
                  <a:pt x="5281" y="69"/>
                </a:cubicBezTo>
                <a:cubicBezTo>
                  <a:pt x="5278" y="73"/>
                  <a:pt x="5273" y="76"/>
                  <a:pt x="5269" y="78"/>
                </a:cubicBezTo>
                <a:cubicBezTo>
                  <a:pt x="5264" y="80"/>
                  <a:pt x="5259" y="81"/>
                  <a:pt x="5253" y="81"/>
                </a:cubicBezTo>
                <a:lnTo>
                  <a:pt x="40" y="81"/>
                </a:lnTo>
                <a:cubicBezTo>
                  <a:pt x="35" y="81"/>
                  <a:pt x="30" y="80"/>
                  <a:pt x="25" y="78"/>
                </a:cubicBezTo>
                <a:cubicBezTo>
                  <a:pt x="20" y="76"/>
                  <a:pt x="16" y="73"/>
                  <a:pt x="12" y="69"/>
                </a:cubicBezTo>
                <a:cubicBezTo>
                  <a:pt x="8" y="65"/>
                  <a:pt x="5" y="61"/>
                  <a:pt x="3" y="56"/>
                </a:cubicBezTo>
                <a:cubicBezTo>
                  <a:pt x="1" y="51"/>
                  <a:pt x="0" y="46"/>
                  <a:pt x="0" y="4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416400" y="2038680"/>
            <a:ext cx="2739240" cy="83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880" b="0" u="none" strike="noStrike">
                <a:solidFill>
                  <a:srgbClr val="660066"/>
                </a:solidFill>
                <a:effectLst/>
                <a:uFillTx/>
                <a:latin typeface="Montserrat"/>
                <a:ea typeface="Montserrat"/>
              </a:rPr>
              <a:t>CORGE</a:t>
            </a:r>
            <a:endParaRPr lang="en-US" sz="5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744280" y="3101400"/>
            <a:ext cx="37702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2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SPECIFICATION-DRIVEN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664720" y="3482280"/>
            <a:ext cx="39308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2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AGENTIC DEVELOPMENT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285720" y="3979440"/>
            <a:ext cx="32821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Human-Led</a:t>
            </a:r>
            <a:r>
              <a:rPr lang="en-US" sz="1260" b="0" u="none" strike="noStrike">
                <a:solidFill>
                  <a:srgbClr val="777777"/>
                </a:solidFill>
                <a:effectLst/>
                <a:uFillTx/>
                <a:latin typeface="SourceSansPro"/>
                <a:ea typeface="SourceSansPro"/>
              </a:rPr>
              <a:t> · </a:t>
            </a:r>
            <a:r>
              <a:rPr lang="en-US" sz="126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Machine-Assisted</a:t>
            </a:r>
            <a:r>
              <a:rPr lang="en-US" sz="1260" b="0" u="none" strike="noStrike">
                <a:solidFill>
                  <a:srgbClr val="777777"/>
                </a:solidFill>
                <a:effectLst/>
                <a:uFillTx/>
                <a:latin typeface="SourceSansPro"/>
                <a:ea typeface="SourceSansPro"/>
              </a:rPr>
              <a:t> Engineering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982320" y="4575240"/>
            <a:ext cx="1651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99999"/>
                </a:solidFill>
                <a:effectLst/>
                <a:uFillTx/>
                <a:latin typeface="SourceSansPro"/>
                <a:ea typeface="SourceSansPro"/>
              </a:rPr>
              <a:t>Product Presentation · 2026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80720" y="2933640"/>
            <a:ext cx="2943720" cy="686160"/>
          </a:xfrm>
          <a:custGeom>
            <a:avLst/>
            <a:gdLst/>
            <a:ahLst/>
            <a:rect l="0" t="0" r="r" b="b"/>
            <a:pathLst>
              <a:path w="8177" h="1906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8071" y="0"/>
                </a:lnTo>
                <a:cubicBezTo>
                  <a:pt x="8100" y="0"/>
                  <a:pt x="8125" y="10"/>
                  <a:pt x="8146" y="31"/>
                </a:cubicBezTo>
                <a:cubicBezTo>
                  <a:pt x="8166" y="51"/>
                  <a:pt x="8177" y="76"/>
                  <a:pt x="8177" y="105"/>
                </a:cubicBezTo>
                <a:lnTo>
                  <a:pt x="8177" y="1800"/>
                </a:lnTo>
                <a:cubicBezTo>
                  <a:pt x="8177" y="1829"/>
                  <a:pt x="8166" y="1854"/>
                  <a:pt x="8146" y="1875"/>
                </a:cubicBezTo>
                <a:cubicBezTo>
                  <a:pt x="8125" y="1895"/>
                  <a:pt x="8100" y="1906"/>
                  <a:pt x="8071" y="1906"/>
                </a:cubicBezTo>
                <a:lnTo>
                  <a:pt x="106" y="1906"/>
                </a:lnTo>
                <a:cubicBezTo>
                  <a:pt x="77" y="1906"/>
                  <a:pt x="52" y="1895"/>
                  <a:pt x="31" y="1875"/>
                </a:cubicBezTo>
                <a:cubicBezTo>
                  <a:pt x="11" y="1854"/>
                  <a:pt x="0" y="1829"/>
                  <a:pt x="0" y="1800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80720" y="2933640"/>
            <a:ext cx="2943720" cy="24120"/>
          </a:xfrm>
          <a:custGeom>
            <a:avLst/>
            <a:gdLst/>
            <a:ahLst/>
            <a:rect l="0" t="0" r="r" b="b"/>
            <a:pathLst>
              <a:path w="8177" h="67">
                <a:moveTo>
                  <a:pt x="8113" y="67"/>
                </a:moveTo>
                <a:lnTo>
                  <a:pt x="0" y="67"/>
                </a:lnTo>
                <a:lnTo>
                  <a:pt x="0" y="0"/>
                </a:lnTo>
                <a:lnTo>
                  <a:pt x="8177" y="0"/>
                </a:lnTo>
                <a:lnTo>
                  <a:pt x="8177" y="3"/>
                </a:lnTo>
                <a:lnTo>
                  <a:pt x="8113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98000" y="3601080"/>
            <a:ext cx="2915640" cy="18720"/>
          </a:xfrm>
          <a:custGeom>
            <a:avLst/>
            <a:gdLst/>
            <a:ahLst/>
            <a:rect l="0" t="0" r="r" b="b"/>
            <a:pathLst>
              <a:path w="8099" h="52">
                <a:moveTo>
                  <a:pt x="48" y="18"/>
                </a:moveTo>
                <a:cubicBezTo>
                  <a:pt x="51" y="23"/>
                  <a:pt x="54" y="25"/>
                  <a:pt x="58" y="25"/>
                </a:cubicBezTo>
                <a:lnTo>
                  <a:pt x="8023" y="25"/>
                </a:lnTo>
                <a:cubicBezTo>
                  <a:pt x="8045" y="25"/>
                  <a:pt x="8064" y="16"/>
                  <a:pt x="8079" y="1"/>
                </a:cubicBezTo>
                <a:cubicBezTo>
                  <a:pt x="8080" y="1"/>
                  <a:pt x="8080" y="0"/>
                  <a:pt x="8080" y="0"/>
                </a:cubicBezTo>
                <a:lnTo>
                  <a:pt x="8099" y="18"/>
                </a:lnTo>
                <a:cubicBezTo>
                  <a:pt x="8099" y="20"/>
                  <a:pt x="8098" y="20"/>
                  <a:pt x="8098" y="21"/>
                </a:cubicBezTo>
                <a:cubicBezTo>
                  <a:pt x="8077" y="41"/>
                  <a:pt x="8052" y="52"/>
                  <a:pt x="8023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106080" y="2944800"/>
            <a:ext cx="18360" cy="663840"/>
          </a:xfrm>
          <a:custGeom>
            <a:avLst/>
            <a:gdLst/>
            <a:ahLst/>
            <a:rect l="0" t="0" r="r" b="b"/>
            <a:pathLst>
              <a:path w="51" h="1844">
                <a:moveTo>
                  <a:pt x="0" y="1825"/>
                </a:moveTo>
                <a:cubicBezTo>
                  <a:pt x="16" y="1809"/>
                  <a:pt x="24" y="1791"/>
                  <a:pt x="24" y="1769"/>
                </a:cubicBezTo>
                <a:lnTo>
                  <a:pt x="24" y="74"/>
                </a:lnTo>
                <a:cubicBezTo>
                  <a:pt x="24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4"/>
                </a:cubicBezTo>
                <a:lnTo>
                  <a:pt x="51" y="1769"/>
                </a:lnTo>
                <a:cubicBezTo>
                  <a:pt x="51" y="1798"/>
                  <a:pt x="40" y="1823"/>
                  <a:pt x="19" y="1844"/>
                </a:cubicBezTo>
                <a:lnTo>
                  <a:pt x="0" y="182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80720" y="2933640"/>
            <a:ext cx="2943720" cy="686160"/>
          </a:xfrm>
          <a:custGeom>
            <a:avLst/>
            <a:gdLst/>
            <a:ahLst/>
            <a:rect l="0" t="0" r="r" b="b"/>
            <a:pathLst>
              <a:path w="8177" h="1906">
                <a:moveTo>
                  <a:pt x="0" y="0"/>
                </a:moveTo>
                <a:lnTo>
                  <a:pt x="8177" y="0"/>
                </a:lnTo>
                <a:lnTo>
                  <a:pt x="8177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210920" y="2331720"/>
            <a:ext cx="9997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TEAM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3286080" y="2933640"/>
            <a:ext cx="2934000" cy="686160"/>
          </a:xfrm>
          <a:custGeom>
            <a:avLst/>
            <a:gdLst/>
            <a:ahLst/>
            <a:rect l="0" t="0" r="r" b="b"/>
            <a:pathLst>
              <a:path w="8150" h="1906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8044" y="0"/>
                </a:lnTo>
                <a:cubicBezTo>
                  <a:pt x="8073" y="0"/>
                  <a:pt x="8098" y="10"/>
                  <a:pt x="8119" y="31"/>
                </a:cubicBezTo>
                <a:cubicBezTo>
                  <a:pt x="8139" y="51"/>
                  <a:pt x="8150" y="76"/>
                  <a:pt x="8150" y="105"/>
                </a:cubicBezTo>
                <a:lnTo>
                  <a:pt x="8150" y="1800"/>
                </a:lnTo>
                <a:cubicBezTo>
                  <a:pt x="8150" y="1829"/>
                  <a:pt x="8139" y="1854"/>
                  <a:pt x="8119" y="1875"/>
                </a:cubicBezTo>
                <a:cubicBezTo>
                  <a:pt x="8098" y="1895"/>
                  <a:pt x="8073" y="1906"/>
                  <a:pt x="8044" y="1906"/>
                </a:cubicBezTo>
                <a:lnTo>
                  <a:pt x="105" y="1906"/>
                </a:lnTo>
                <a:cubicBezTo>
                  <a:pt x="76" y="1906"/>
                  <a:pt x="51" y="1895"/>
                  <a:pt x="31" y="1875"/>
                </a:cubicBezTo>
                <a:cubicBezTo>
                  <a:pt x="10" y="1854"/>
                  <a:pt x="0" y="1829"/>
                  <a:pt x="0" y="1800"/>
                </a:cubicBez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286080" y="2933640"/>
            <a:ext cx="2934000" cy="24120"/>
          </a:xfrm>
          <a:custGeom>
            <a:avLst/>
            <a:gdLst/>
            <a:ahLst/>
            <a:rect l="0" t="0" r="r" b="b"/>
            <a:pathLst>
              <a:path w="8150" h="67">
                <a:moveTo>
                  <a:pt x="8086" y="67"/>
                </a:moveTo>
                <a:lnTo>
                  <a:pt x="0" y="67"/>
                </a:lnTo>
                <a:lnTo>
                  <a:pt x="0" y="0"/>
                </a:lnTo>
                <a:lnTo>
                  <a:pt x="8150" y="0"/>
                </a:lnTo>
                <a:lnTo>
                  <a:pt x="8150" y="3"/>
                </a:lnTo>
                <a:lnTo>
                  <a:pt x="8086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303360" y="3601080"/>
            <a:ext cx="2905920" cy="18720"/>
          </a:xfrm>
          <a:custGeom>
            <a:avLst/>
            <a:gdLst/>
            <a:ahLst/>
            <a:rect l="0" t="0" r="r" b="b"/>
            <a:pathLst>
              <a:path w="8072" h="52">
                <a:moveTo>
                  <a:pt x="47" y="18"/>
                </a:moveTo>
                <a:cubicBezTo>
                  <a:pt x="50" y="23"/>
                  <a:pt x="54" y="25"/>
                  <a:pt x="57" y="25"/>
                </a:cubicBezTo>
                <a:lnTo>
                  <a:pt x="7996" y="25"/>
                </a:lnTo>
                <a:cubicBezTo>
                  <a:pt x="8018" y="25"/>
                  <a:pt x="8037" y="16"/>
                  <a:pt x="8052" y="1"/>
                </a:cubicBezTo>
                <a:cubicBezTo>
                  <a:pt x="8053" y="1"/>
                  <a:pt x="8053" y="0"/>
                  <a:pt x="8053" y="0"/>
                </a:cubicBezTo>
                <a:lnTo>
                  <a:pt x="8072" y="18"/>
                </a:lnTo>
                <a:cubicBezTo>
                  <a:pt x="8072" y="20"/>
                  <a:pt x="8071" y="20"/>
                  <a:pt x="8071" y="21"/>
                </a:cubicBezTo>
                <a:cubicBezTo>
                  <a:pt x="8050" y="41"/>
                  <a:pt x="8025" y="52"/>
                  <a:pt x="799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5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201720" y="2944800"/>
            <a:ext cx="18360" cy="663840"/>
          </a:xfrm>
          <a:custGeom>
            <a:avLst/>
            <a:gdLst/>
            <a:ahLst/>
            <a:rect l="0" t="0" r="r" b="b"/>
            <a:pathLst>
              <a:path w="51" h="1844">
                <a:moveTo>
                  <a:pt x="0" y="1825"/>
                </a:moveTo>
                <a:cubicBezTo>
                  <a:pt x="16" y="1809"/>
                  <a:pt x="23" y="1791"/>
                  <a:pt x="23" y="1769"/>
                </a:cubicBezTo>
                <a:lnTo>
                  <a:pt x="23" y="74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39" y="20"/>
                  <a:pt x="51" y="45"/>
                  <a:pt x="51" y="74"/>
                </a:cubicBezTo>
                <a:lnTo>
                  <a:pt x="51" y="1769"/>
                </a:lnTo>
                <a:cubicBezTo>
                  <a:pt x="51" y="1798"/>
                  <a:pt x="39" y="1823"/>
                  <a:pt x="19" y="1844"/>
                </a:cubicBezTo>
                <a:lnTo>
                  <a:pt x="0" y="182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86080" y="2933640"/>
            <a:ext cx="2934000" cy="686160"/>
          </a:xfrm>
          <a:custGeom>
            <a:avLst/>
            <a:gdLst/>
            <a:ahLst/>
            <a:rect l="0" t="0" r="r" b="b"/>
            <a:pathLst>
              <a:path w="8150" h="1906">
                <a:moveTo>
                  <a:pt x="0" y="0"/>
                </a:moveTo>
                <a:lnTo>
                  <a:pt x="8150" y="0"/>
                </a:lnTo>
                <a:lnTo>
                  <a:pt x="8150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D89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18520" y="3162240"/>
            <a:ext cx="121896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Ahmad Fathi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6381720" y="2933640"/>
            <a:ext cx="2943360" cy="686160"/>
          </a:xfrm>
          <a:custGeom>
            <a:avLst/>
            <a:gdLst/>
            <a:ahLst/>
            <a:rect l="0" t="0" r="r" b="b"/>
            <a:pathLst>
              <a:path w="8176" h="1906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8070" y="0"/>
                </a:lnTo>
                <a:cubicBezTo>
                  <a:pt x="8100" y="0"/>
                  <a:pt x="8125" y="10"/>
                  <a:pt x="8145" y="31"/>
                </a:cubicBezTo>
                <a:cubicBezTo>
                  <a:pt x="8166" y="51"/>
                  <a:pt x="8176" y="76"/>
                  <a:pt x="8176" y="105"/>
                </a:cubicBezTo>
                <a:lnTo>
                  <a:pt x="8176" y="1800"/>
                </a:lnTo>
                <a:cubicBezTo>
                  <a:pt x="8176" y="1829"/>
                  <a:pt x="8166" y="1854"/>
                  <a:pt x="8145" y="1875"/>
                </a:cubicBezTo>
                <a:cubicBezTo>
                  <a:pt x="8125" y="1895"/>
                  <a:pt x="8100" y="1906"/>
                  <a:pt x="8070" y="1906"/>
                </a:cubicBezTo>
                <a:lnTo>
                  <a:pt x="105" y="1906"/>
                </a:lnTo>
                <a:cubicBezTo>
                  <a:pt x="76" y="1906"/>
                  <a:pt x="51" y="1895"/>
                  <a:pt x="31" y="1875"/>
                </a:cubicBezTo>
                <a:cubicBezTo>
                  <a:pt x="10" y="1854"/>
                  <a:pt x="0" y="1829"/>
                  <a:pt x="0" y="1800"/>
                </a:cubicBez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381720" y="2933640"/>
            <a:ext cx="2943360" cy="24120"/>
          </a:xfrm>
          <a:custGeom>
            <a:avLst/>
            <a:gdLst/>
            <a:ahLst/>
            <a:rect l="0" t="0" r="r" b="b"/>
            <a:pathLst>
              <a:path w="8176" h="67">
                <a:moveTo>
                  <a:pt x="8113" y="67"/>
                </a:moveTo>
                <a:lnTo>
                  <a:pt x="0" y="67"/>
                </a:lnTo>
                <a:lnTo>
                  <a:pt x="0" y="0"/>
                </a:lnTo>
                <a:lnTo>
                  <a:pt x="8176" y="0"/>
                </a:lnTo>
                <a:lnTo>
                  <a:pt x="8176" y="3"/>
                </a:lnTo>
                <a:lnTo>
                  <a:pt x="8113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6399000" y="3601080"/>
            <a:ext cx="2915640" cy="18720"/>
          </a:xfrm>
          <a:custGeom>
            <a:avLst/>
            <a:gdLst/>
            <a:ahLst/>
            <a:rect l="0" t="0" r="r" b="b"/>
            <a:pathLst>
              <a:path w="8099" h="52">
                <a:moveTo>
                  <a:pt x="47" y="18"/>
                </a:moveTo>
                <a:cubicBezTo>
                  <a:pt x="50" y="23"/>
                  <a:pt x="54" y="25"/>
                  <a:pt x="57" y="25"/>
                </a:cubicBezTo>
                <a:lnTo>
                  <a:pt x="8022" y="25"/>
                </a:lnTo>
                <a:cubicBezTo>
                  <a:pt x="8044" y="25"/>
                  <a:pt x="8063" y="16"/>
                  <a:pt x="8079" y="1"/>
                </a:cubicBezTo>
                <a:cubicBezTo>
                  <a:pt x="8079" y="1"/>
                  <a:pt x="8079" y="0"/>
                  <a:pt x="8080" y="0"/>
                </a:cubicBezTo>
                <a:lnTo>
                  <a:pt x="8099" y="18"/>
                </a:lnTo>
                <a:cubicBezTo>
                  <a:pt x="8098" y="20"/>
                  <a:pt x="8098" y="20"/>
                  <a:pt x="8097" y="21"/>
                </a:cubicBezTo>
                <a:cubicBezTo>
                  <a:pt x="8077" y="41"/>
                  <a:pt x="8052" y="52"/>
                  <a:pt x="8022" y="52"/>
                </a:cubicBezTo>
                <a:lnTo>
                  <a:pt x="57" y="52"/>
                </a:lnTo>
                <a:cubicBezTo>
                  <a:pt x="36" y="52"/>
                  <a:pt x="17" y="46"/>
                  <a:pt x="0" y="35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6381720" y="2933640"/>
            <a:ext cx="2943360" cy="686160"/>
          </a:xfrm>
          <a:custGeom>
            <a:avLst/>
            <a:gdLst/>
            <a:ahLst/>
            <a:rect l="0" t="0" r="r" b="b"/>
            <a:pathLst>
              <a:path w="8176" h="1906">
                <a:moveTo>
                  <a:pt x="0" y="0"/>
                </a:moveTo>
                <a:lnTo>
                  <a:pt x="8176" y="0"/>
                </a:lnTo>
                <a:lnTo>
                  <a:pt x="8176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381720" y="2939400"/>
            <a:ext cx="34920" cy="674280"/>
          </a:xfrm>
          <a:custGeom>
            <a:avLst/>
            <a:gdLst/>
            <a:ahLst/>
            <a:rect l="0" t="0" r="r" b="b"/>
            <a:pathLst>
              <a:path w="97" h="1873">
                <a:moveTo>
                  <a:pt x="97" y="16"/>
                </a:moveTo>
                <a:cubicBezTo>
                  <a:pt x="93" y="20"/>
                  <a:pt x="90" y="25"/>
                  <a:pt x="88" y="33"/>
                </a:cubicBezTo>
                <a:cubicBezTo>
                  <a:pt x="82" y="49"/>
                  <a:pt x="79" y="68"/>
                  <a:pt x="79" y="89"/>
                </a:cubicBezTo>
                <a:lnTo>
                  <a:pt x="79" y="1784"/>
                </a:lnTo>
                <a:cubicBezTo>
                  <a:pt x="79" y="1806"/>
                  <a:pt x="82" y="1824"/>
                  <a:pt x="88" y="1840"/>
                </a:cubicBezTo>
                <a:cubicBezTo>
                  <a:pt x="90" y="1848"/>
                  <a:pt x="93" y="1854"/>
                  <a:pt x="97" y="1858"/>
                </a:cubicBezTo>
                <a:lnTo>
                  <a:pt x="49" y="1873"/>
                </a:lnTo>
                <a:cubicBezTo>
                  <a:pt x="42" y="1869"/>
                  <a:pt x="36" y="1864"/>
                  <a:pt x="31" y="1859"/>
                </a:cubicBezTo>
                <a:cubicBezTo>
                  <a:pt x="10" y="1838"/>
                  <a:pt x="0" y="1813"/>
                  <a:pt x="0" y="1784"/>
                </a:cubicBezTo>
                <a:lnTo>
                  <a:pt x="0" y="89"/>
                </a:lnTo>
                <a:cubicBezTo>
                  <a:pt x="0" y="60"/>
                  <a:pt x="10" y="35"/>
                  <a:pt x="31" y="15"/>
                </a:cubicBezTo>
                <a:cubicBezTo>
                  <a:pt x="36" y="9"/>
                  <a:pt x="42" y="4"/>
                  <a:pt x="49" y="0"/>
                </a:cubicBezTo>
                <a:lnTo>
                  <a:pt x="97" y="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236840" y="3162240"/>
            <a:ext cx="117432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Ahmad Hani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552320" y="3857400"/>
            <a:ext cx="3124800" cy="686160"/>
          </a:xfrm>
          <a:custGeom>
            <a:avLst/>
            <a:gdLst/>
            <a:ahLst/>
            <a:rect l="0" t="0" r="r" b="b"/>
            <a:pathLst>
              <a:path w="8680" h="1906">
                <a:moveTo>
                  <a:pt x="32" y="31"/>
                </a:moveTo>
                <a:cubicBezTo>
                  <a:pt x="53" y="10"/>
                  <a:pt x="78" y="0"/>
                  <a:pt x="107" y="0"/>
                </a:cubicBezTo>
                <a:lnTo>
                  <a:pt x="8574" y="0"/>
                </a:lnTo>
                <a:cubicBezTo>
                  <a:pt x="8603" y="0"/>
                  <a:pt x="8628" y="10"/>
                  <a:pt x="8649" y="31"/>
                </a:cubicBezTo>
                <a:cubicBezTo>
                  <a:pt x="8669" y="52"/>
                  <a:pt x="8680" y="77"/>
                  <a:pt x="8680" y="106"/>
                </a:cubicBezTo>
                <a:lnTo>
                  <a:pt x="8680" y="1800"/>
                </a:lnTo>
                <a:cubicBezTo>
                  <a:pt x="8680" y="1830"/>
                  <a:pt x="8669" y="1854"/>
                  <a:pt x="8649" y="1875"/>
                </a:cubicBezTo>
                <a:cubicBezTo>
                  <a:pt x="8628" y="1896"/>
                  <a:pt x="8603" y="1906"/>
                  <a:pt x="8574" y="1906"/>
                </a:cubicBezTo>
                <a:lnTo>
                  <a:pt x="107" y="1906"/>
                </a:lnTo>
                <a:cubicBezTo>
                  <a:pt x="78" y="1906"/>
                  <a:pt x="53" y="1896"/>
                  <a:pt x="32" y="1875"/>
                </a:cubicBezTo>
                <a:cubicBezTo>
                  <a:pt x="11" y="1854"/>
                  <a:pt x="0" y="1830"/>
                  <a:pt x="0" y="1800"/>
                </a:cubicBezTo>
                <a:lnTo>
                  <a:pt x="0" y="106"/>
                </a:lnTo>
                <a:cubicBezTo>
                  <a:pt x="0" y="77"/>
                  <a:pt x="11" y="52"/>
                  <a:pt x="32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569600" y="3857400"/>
            <a:ext cx="3096720" cy="18720"/>
          </a:xfrm>
          <a:custGeom>
            <a:avLst/>
            <a:gdLst/>
            <a:ahLst/>
            <a:rect l="0" t="0" r="r" b="b"/>
            <a:pathLst>
              <a:path w="8602" h="52">
                <a:moveTo>
                  <a:pt x="8583" y="52"/>
                </a:moveTo>
                <a:lnTo>
                  <a:pt x="8582" y="51"/>
                </a:lnTo>
                <a:cubicBezTo>
                  <a:pt x="8566" y="35"/>
                  <a:pt x="8548" y="28"/>
                  <a:pt x="8525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8525" y="0"/>
                </a:lnTo>
                <a:cubicBezTo>
                  <a:pt x="8555" y="0"/>
                  <a:pt x="8580" y="10"/>
                  <a:pt x="8601" y="32"/>
                </a:cubicBezTo>
                <a:cubicBezTo>
                  <a:pt x="8601" y="33"/>
                  <a:pt x="8601" y="33"/>
                  <a:pt x="8602" y="33"/>
                </a:cubicBezTo>
                <a:lnTo>
                  <a:pt x="8583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569600" y="4524840"/>
            <a:ext cx="3096720" cy="18720"/>
          </a:xfrm>
          <a:custGeom>
            <a:avLst/>
            <a:gdLst/>
            <a:ahLst/>
            <a:rect l="0" t="0" r="r" b="b"/>
            <a:pathLst>
              <a:path w="8602" h="52">
                <a:moveTo>
                  <a:pt x="48" y="19"/>
                </a:moveTo>
                <a:cubicBezTo>
                  <a:pt x="51" y="24"/>
                  <a:pt x="54" y="26"/>
                  <a:pt x="58" y="26"/>
                </a:cubicBezTo>
                <a:lnTo>
                  <a:pt x="8525" y="26"/>
                </a:lnTo>
                <a:cubicBezTo>
                  <a:pt x="8548" y="26"/>
                  <a:pt x="8566" y="18"/>
                  <a:pt x="8582" y="1"/>
                </a:cubicBezTo>
                <a:cubicBezTo>
                  <a:pt x="8582" y="1"/>
                  <a:pt x="8583" y="1"/>
                  <a:pt x="8583" y="0"/>
                </a:cubicBezTo>
                <a:lnTo>
                  <a:pt x="8602" y="20"/>
                </a:lnTo>
                <a:cubicBezTo>
                  <a:pt x="8601" y="20"/>
                  <a:pt x="8601" y="21"/>
                  <a:pt x="8601" y="21"/>
                </a:cubicBezTo>
                <a:cubicBezTo>
                  <a:pt x="8580" y="42"/>
                  <a:pt x="8555" y="52"/>
                  <a:pt x="8525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658760" y="3868560"/>
            <a:ext cx="18360" cy="663840"/>
          </a:xfrm>
          <a:custGeom>
            <a:avLst/>
            <a:gdLst/>
            <a:ahLst/>
            <a:rect l="0" t="0" r="r" b="b"/>
            <a:pathLst>
              <a:path w="51" h="1844">
                <a:moveTo>
                  <a:pt x="0" y="1825"/>
                </a:moveTo>
                <a:cubicBezTo>
                  <a:pt x="15" y="1810"/>
                  <a:pt x="24" y="1791"/>
                  <a:pt x="24" y="1769"/>
                </a:cubicBezTo>
                <a:lnTo>
                  <a:pt x="24" y="75"/>
                </a:lnTo>
                <a:cubicBezTo>
                  <a:pt x="24" y="53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769"/>
                </a:lnTo>
                <a:cubicBezTo>
                  <a:pt x="51" y="1799"/>
                  <a:pt x="40" y="1823"/>
                  <a:pt x="19" y="1844"/>
                </a:cubicBezTo>
                <a:lnTo>
                  <a:pt x="0" y="182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552320" y="3857400"/>
            <a:ext cx="3124800" cy="686160"/>
          </a:xfrm>
          <a:custGeom>
            <a:avLst/>
            <a:gdLst/>
            <a:ahLst/>
            <a:rect l="0" t="0" r="r" b="b"/>
            <a:pathLst>
              <a:path w="8680" h="1906">
                <a:moveTo>
                  <a:pt x="0" y="0"/>
                </a:moveTo>
                <a:lnTo>
                  <a:pt x="8680" y="0"/>
                </a:lnTo>
                <a:lnTo>
                  <a:pt x="8680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D89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129800" y="3162240"/>
            <a:ext cx="159912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Hala Muhammad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829040" y="3857400"/>
            <a:ext cx="3124440" cy="686160"/>
          </a:xfrm>
          <a:custGeom>
            <a:avLst/>
            <a:gdLst/>
            <a:ahLst/>
            <a:rect l="0" t="0" r="r" b="b"/>
            <a:pathLst>
              <a:path w="8679" h="1906">
                <a:moveTo>
                  <a:pt x="31" y="31"/>
                </a:moveTo>
                <a:cubicBezTo>
                  <a:pt x="52" y="10"/>
                  <a:pt x="76" y="0"/>
                  <a:pt x="106" y="0"/>
                </a:cubicBezTo>
                <a:lnTo>
                  <a:pt x="8573" y="0"/>
                </a:lnTo>
                <a:cubicBezTo>
                  <a:pt x="8603" y="0"/>
                  <a:pt x="8628" y="10"/>
                  <a:pt x="8648" y="31"/>
                </a:cubicBezTo>
                <a:cubicBezTo>
                  <a:pt x="8669" y="52"/>
                  <a:pt x="8679" y="77"/>
                  <a:pt x="8679" y="106"/>
                </a:cubicBezTo>
                <a:lnTo>
                  <a:pt x="8679" y="1800"/>
                </a:lnTo>
                <a:cubicBezTo>
                  <a:pt x="8679" y="1830"/>
                  <a:pt x="8669" y="1854"/>
                  <a:pt x="8648" y="1875"/>
                </a:cubicBezTo>
                <a:cubicBezTo>
                  <a:pt x="8628" y="1896"/>
                  <a:pt x="8603" y="1906"/>
                  <a:pt x="8573" y="1906"/>
                </a:cubicBezTo>
                <a:lnTo>
                  <a:pt x="106" y="1906"/>
                </a:lnTo>
                <a:cubicBezTo>
                  <a:pt x="76" y="1906"/>
                  <a:pt x="52" y="1896"/>
                  <a:pt x="31" y="1875"/>
                </a:cubicBezTo>
                <a:cubicBezTo>
                  <a:pt x="10" y="1854"/>
                  <a:pt x="0" y="1830"/>
                  <a:pt x="0" y="1800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4846320" y="3857400"/>
            <a:ext cx="3096720" cy="18720"/>
          </a:xfrm>
          <a:custGeom>
            <a:avLst/>
            <a:gdLst/>
            <a:ahLst/>
            <a:rect l="0" t="0" r="r" b="b"/>
            <a:pathLst>
              <a:path w="8602" h="52">
                <a:moveTo>
                  <a:pt x="8583" y="52"/>
                </a:moveTo>
                <a:cubicBezTo>
                  <a:pt x="8582" y="52"/>
                  <a:pt x="8582" y="51"/>
                  <a:pt x="8581" y="51"/>
                </a:cubicBezTo>
                <a:cubicBezTo>
                  <a:pt x="8566" y="35"/>
                  <a:pt x="8547" y="28"/>
                  <a:pt x="8525" y="28"/>
                </a:cubicBezTo>
                <a:lnTo>
                  <a:pt x="58" y="28"/>
                </a:lnTo>
                <a:cubicBezTo>
                  <a:pt x="54" y="28"/>
                  <a:pt x="50" y="30"/>
                  <a:pt x="47" y="34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8525" y="0"/>
                </a:lnTo>
                <a:cubicBezTo>
                  <a:pt x="8555" y="0"/>
                  <a:pt x="8580" y="10"/>
                  <a:pt x="8600" y="32"/>
                </a:cubicBezTo>
                <a:cubicBezTo>
                  <a:pt x="8601" y="33"/>
                  <a:pt x="8601" y="33"/>
                  <a:pt x="8602" y="33"/>
                </a:cubicBezTo>
                <a:lnTo>
                  <a:pt x="8583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846320" y="4524840"/>
            <a:ext cx="3096720" cy="18720"/>
          </a:xfrm>
          <a:custGeom>
            <a:avLst/>
            <a:gdLst/>
            <a:ahLst/>
            <a:rect l="0" t="0" r="r" b="b"/>
            <a:pathLst>
              <a:path w="8602" h="52">
                <a:moveTo>
                  <a:pt x="47" y="19"/>
                </a:moveTo>
                <a:cubicBezTo>
                  <a:pt x="50" y="24"/>
                  <a:pt x="54" y="26"/>
                  <a:pt x="58" y="26"/>
                </a:cubicBezTo>
                <a:lnTo>
                  <a:pt x="8525" y="26"/>
                </a:lnTo>
                <a:cubicBezTo>
                  <a:pt x="8547" y="26"/>
                  <a:pt x="8566" y="18"/>
                  <a:pt x="8581" y="1"/>
                </a:cubicBezTo>
                <a:cubicBezTo>
                  <a:pt x="8582" y="1"/>
                  <a:pt x="8582" y="1"/>
                  <a:pt x="8583" y="0"/>
                </a:cubicBezTo>
                <a:lnTo>
                  <a:pt x="8602" y="20"/>
                </a:lnTo>
                <a:cubicBezTo>
                  <a:pt x="8601" y="20"/>
                  <a:pt x="8601" y="21"/>
                  <a:pt x="8600" y="21"/>
                </a:cubicBezTo>
                <a:cubicBezTo>
                  <a:pt x="8580" y="42"/>
                  <a:pt x="8555" y="52"/>
                  <a:pt x="8525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935480" y="3868560"/>
            <a:ext cx="18000" cy="663840"/>
          </a:xfrm>
          <a:custGeom>
            <a:avLst/>
            <a:gdLst/>
            <a:ahLst/>
            <a:rect l="0" t="0" r="r" b="b"/>
            <a:pathLst>
              <a:path w="50" h="1844">
                <a:moveTo>
                  <a:pt x="0" y="1825"/>
                </a:moveTo>
                <a:cubicBezTo>
                  <a:pt x="15" y="1810"/>
                  <a:pt x="23" y="1791"/>
                  <a:pt x="23" y="1769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40" y="21"/>
                  <a:pt x="50" y="46"/>
                  <a:pt x="50" y="75"/>
                </a:cubicBezTo>
                <a:lnTo>
                  <a:pt x="50" y="1769"/>
                </a:lnTo>
                <a:cubicBezTo>
                  <a:pt x="50" y="1799"/>
                  <a:pt x="40" y="1823"/>
                  <a:pt x="18" y="1844"/>
                </a:cubicBezTo>
                <a:lnTo>
                  <a:pt x="0" y="182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829040" y="3857400"/>
            <a:ext cx="3124440" cy="686160"/>
          </a:xfrm>
          <a:custGeom>
            <a:avLst/>
            <a:gdLst/>
            <a:ahLst/>
            <a:rect l="0" t="0" r="r" b="b"/>
            <a:pathLst>
              <a:path w="8679" h="1906">
                <a:moveTo>
                  <a:pt x="0" y="0"/>
                </a:moveTo>
                <a:lnTo>
                  <a:pt x="8679" y="0"/>
                </a:lnTo>
                <a:lnTo>
                  <a:pt x="8679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358720" y="4095720"/>
            <a:ext cx="166608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Muhammad Nabil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573160" y="4095720"/>
            <a:ext cx="182268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Radwa Muhammad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971280" y="3409920"/>
            <a:ext cx="1134000" cy="295560"/>
          </a:xfrm>
          <a:custGeom>
            <a:avLst/>
            <a:gdLst/>
            <a:ahLst/>
            <a:rect l="0" t="0" r="r" b="b"/>
            <a:pathLst>
              <a:path w="3150" h="821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3044" y="0"/>
                </a:lnTo>
                <a:cubicBezTo>
                  <a:pt x="3073" y="0"/>
                  <a:pt x="3098" y="10"/>
                  <a:pt x="3119" y="31"/>
                </a:cubicBezTo>
                <a:cubicBezTo>
                  <a:pt x="3139" y="51"/>
                  <a:pt x="3150" y="76"/>
                  <a:pt x="3150" y="105"/>
                </a:cubicBezTo>
                <a:lnTo>
                  <a:pt x="3150" y="714"/>
                </a:lnTo>
                <a:cubicBezTo>
                  <a:pt x="3150" y="743"/>
                  <a:pt x="3139" y="768"/>
                  <a:pt x="3119" y="790"/>
                </a:cubicBezTo>
                <a:cubicBezTo>
                  <a:pt x="3098" y="810"/>
                  <a:pt x="3073" y="821"/>
                  <a:pt x="3044" y="821"/>
                </a:cubicBezTo>
                <a:lnTo>
                  <a:pt x="106" y="821"/>
                </a:lnTo>
                <a:cubicBezTo>
                  <a:pt x="77" y="821"/>
                  <a:pt x="52" y="810"/>
                  <a:pt x="31" y="790"/>
                </a:cubicBezTo>
                <a:cubicBezTo>
                  <a:pt x="11" y="768"/>
                  <a:pt x="0" y="743"/>
                  <a:pt x="0" y="714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971280" y="3409920"/>
            <a:ext cx="1134000" cy="295560"/>
          </a:xfrm>
          <a:custGeom>
            <a:avLst/>
            <a:gdLst/>
            <a:ahLst/>
            <a:rect l="0" t="0" r="r" b="b"/>
            <a:pathLst>
              <a:path w="3150" h="821">
                <a:moveTo>
                  <a:pt x="0" y="714"/>
                </a:move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ubicBezTo>
                  <a:pt x="52" y="10"/>
                  <a:pt x="77" y="0"/>
                  <a:pt x="106" y="0"/>
                </a:cubicBezTo>
                <a:lnTo>
                  <a:pt x="3044" y="0"/>
                </a:lnTo>
                <a:cubicBezTo>
                  <a:pt x="3073" y="0"/>
                  <a:pt x="3098" y="10"/>
                  <a:pt x="3119" y="31"/>
                </a:cubicBezTo>
                <a:cubicBezTo>
                  <a:pt x="3139" y="51"/>
                  <a:pt x="3150" y="76"/>
                  <a:pt x="3150" y="105"/>
                </a:cubicBezTo>
                <a:lnTo>
                  <a:pt x="3150" y="714"/>
                </a:lnTo>
                <a:cubicBezTo>
                  <a:pt x="3150" y="743"/>
                  <a:pt x="3139" y="768"/>
                  <a:pt x="3119" y="790"/>
                </a:cubicBezTo>
                <a:cubicBezTo>
                  <a:pt x="3098" y="810"/>
                  <a:pt x="3073" y="821"/>
                  <a:pt x="3044" y="821"/>
                </a:cubicBezTo>
                <a:lnTo>
                  <a:pt x="106" y="821"/>
                </a:lnTo>
                <a:cubicBezTo>
                  <a:pt x="77" y="821"/>
                  <a:pt x="52" y="810"/>
                  <a:pt x="31" y="790"/>
                </a:cubicBezTo>
                <a:cubicBezTo>
                  <a:pt x="11" y="768"/>
                  <a:pt x="0" y="743"/>
                  <a:pt x="0" y="714"/>
                </a:cubicBezTo>
                <a:moveTo>
                  <a:pt x="27" y="105"/>
                </a:moveTo>
                <a:lnTo>
                  <a:pt x="27" y="714"/>
                </a:lnTo>
                <a:cubicBezTo>
                  <a:pt x="27" y="724"/>
                  <a:pt x="29" y="735"/>
                  <a:pt x="33" y="744"/>
                </a:cubicBezTo>
                <a:cubicBezTo>
                  <a:pt x="37" y="754"/>
                  <a:pt x="43" y="763"/>
                  <a:pt x="50" y="770"/>
                </a:cubicBezTo>
                <a:cubicBezTo>
                  <a:pt x="57" y="779"/>
                  <a:pt x="66" y="784"/>
                  <a:pt x="76" y="788"/>
                </a:cubicBezTo>
                <a:cubicBezTo>
                  <a:pt x="85" y="792"/>
                  <a:pt x="96" y="794"/>
                  <a:pt x="106" y="794"/>
                </a:cubicBezTo>
                <a:lnTo>
                  <a:pt x="3044" y="794"/>
                </a:lnTo>
                <a:cubicBezTo>
                  <a:pt x="3054" y="794"/>
                  <a:pt x="3065" y="792"/>
                  <a:pt x="3074" y="788"/>
                </a:cubicBezTo>
                <a:cubicBezTo>
                  <a:pt x="3084" y="784"/>
                  <a:pt x="3093" y="779"/>
                  <a:pt x="3100" y="770"/>
                </a:cubicBezTo>
                <a:cubicBezTo>
                  <a:pt x="3108" y="763"/>
                  <a:pt x="3113" y="754"/>
                  <a:pt x="3117" y="744"/>
                </a:cubicBezTo>
                <a:cubicBezTo>
                  <a:pt x="3121" y="735"/>
                  <a:pt x="3123" y="724"/>
                  <a:pt x="3123" y="714"/>
                </a:cubicBezTo>
                <a:lnTo>
                  <a:pt x="3123" y="105"/>
                </a:lnTo>
                <a:cubicBezTo>
                  <a:pt x="3123" y="95"/>
                  <a:pt x="3121" y="85"/>
                  <a:pt x="3117" y="75"/>
                </a:cubicBezTo>
                <a:cubicBezTo>
                  <a:pt x="3113" y="65"/>
                  <a:pt x="3108" y="57"/>
                  <a:pt x="3100" y="49"/>
                </a:cubicBezTo>
                <a:cubicBezTo>
                  <a:pt x="3093" y="42"/>
                  <a:pt x="3084" y="36"/>
                  <a:pt x="3074" y="32"/>
                </a:cubicBezTo>
                <a:cubicBezTo>
                  <a:pt x="3065" y="28"/>
                  <a:pt x="3054" y="26"/>
                  <a:pt x="3044" y="26"/>
                </a:cubicBezTo>
                <a:lnTo>
                  <a:pt x="106" y="26"/>
                </a:lnTo>
                <a:cubicBezTo>
                  <a:pt x="96" y="26"/>
                  <a:pt x="85" y="28"/>
                  <a:pt x="76" y="32"/>
                </a:cubicBezTo>
                <a:cubicBezTo>
                  <a:pt x="66" y="36"/>
                  <a:pt x="57" y="42"/>
                  <a:pt x="50" y="49"/>
                </a:cubicBezTo>
                <a:cubicBezTo>
                  <a:pt x="43" y="57"/>
                  <a:pt x="37" y="65"/>
                  <a:pt x="33" y="75"/>
                </a:cubicBezTo>
                <a:cubicBezTo>
                  <a:pt x="29" y="85"/>
                  <a:pt x="27" y="95"/>
                  <a:pt x="27" y="105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926880" y="2855520"/>
            <a:ext cx="15195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AGENDA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199960" y="3409920"/>
            <a:ext cx="1476720" cy="295560"/>
          </a:xfrm>
          <a:custGeom>
            <a:avLst/>
            <a:gdLst/>
            <a:ahLst/>
            <a:rect l="0" t="0" r="r" b="b"/>
            <a:pathLst>
              <a:path w="4102" h="821">
                <a:moveTo>
                  <a:pt x="31" y="31"/>
                </a:moveTo>
                <a:cubicBezTo>
                  <a:pt x="53" y="10"/>
                  <a:pt x="78" y="0"/>
                  <a:pt x="107" y="0"/>
                </a:cubicBezTo>
                <a:lnTo>
                  <a:pt x="3997" y="0"/>
                </a:lnTo>
                <a:cubicBezTo>
                  <a:pt x="4026" y="0"/>
                  <a:pt x="4051" y="10"/>
                  <a:pt x="4071" y="31"/>
                </a:cubicBezTo>
                <a:cubicBezTo>
                  <a:pt x="4092" y="51"/>
                  <a:pt x="4102" y="76"/>
                  <a:pt x="4102" y="105"/>
                </a:cubicBezTo>
                <a:lnTo>
                  <a:pt x="4102" y="714"/>
                </a:lnTo>
                <a:cubicBezTo>
                  <a:pt x="4102" y="743"/>
                  <a:pt x="4092" y="768"/>
                  <a:pt x="4071" y="790"/>
                </a:cubicBezTo>
                <a:cubicBezTo>
                  <a:pt x="4051" y="810"/>
                  <a:pt x="4026" y="821"/>
                  <a:pt x="3997" y="821"/>
                </a:cubicBezTo>
                <a:lnTo>
                  <a:pt x="107" y="821"/>
                </a:lnTo>
                <a:cubicBezTo>
                  <a:pt x="78" y="821"/>
                  <a:pt x="53" y="810"/>
                  <a:pt x="31" y="790"/>
                </a:cubicBezTo>
                <a:cubicBezTo>
                  <a:pt x="11" y="768"/>
                  <a:pt x="0" y="743"/>
                  <a:pt x="0" y="714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199960" y="3409920"/>
            <a:ext cx="1476720" cy="295560"/>
          </a:xfrm>
          <a:custGeom>
            <a:avLst/>
            <a:gdLst/>
            <a:ahLst/>
            <a:rect l="0" t="0" r="r" b="b"/>
            <a:pathLst>
              <a:path w="4102" h="821">
                <a:moveTo>
                  <a:pt x="0" y="714"/>
                </a:move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ubicBezTo>
                  <a:pt x="53" y="10"/>
                  <a:pt x="78" y="0"/>
                  <a:pt x="107" y="0"/>
                </a:cubicBezTo>
                <a:lnTo>
                  <a:pt x="3997" y="0"/>
                </a:lnTo>
                <a:cubicBezTo>
                  <a:pt x="4026" y="0"/>
                  <a:pt x="4051" y="10"/>
                  <a:pt x="4071" y="31"/>
                </a:cubicBezTo>
                <a:cubicBezTo>
                  <a:pt x="4092" y="51"/>
                  <a:pt x="4102" y="76"/>
                  <a:pt x="4102" y="105"/>
                </a:cubicBezTo>
                <a:lnTo>
                  <a:pt x="4102" y="714"/>
                </a:lnTo>
                <a:cubicBezTo>
                  <a:pt x="4102" y="743"/>
                  <a:pt x="4092" y="768"/>
                  <a:pt x="4071" y="790"/>
                </a:cubicBezTo>
                <a:cubicBezTo>
                  <a:pt x="4051" y="810"/>
                  <a:pt x="4026" y="821"/>
                  <a:pt x="3997" y="821"/>
                </a:cubicBezTo>
                <a:lnTo>
                  <a:pt x="107" y="821"/>
                </a:lnTo>
                <a:cubicBezTo>
                  <a:pt x="78" y="821"/>
                  <a:pt x="53" y="810"/>
                  <a:pt x="31" y="790"/>
                </a:cubicBezTo>
                <a:cubicBezTo>
                  <a:pt x="11" y="768"/>
                  <a:pt x="0" y="743"/>
                  <a:pt x="0" y="714"/>
                </a:cubicBezTo>
                <a:moveTo>
                  <a:pt x="27" y="105"/>
                </a:moveTo>
                <a:lnTo>
                  <a:pt x="27" y="714"/>
                </a:lnTo>
                <a:cubicBezTo>
                  <a:pt x="27" y="724"/>
                  <a:pt x="29" y="735"/>
                  <a:pt x="33" y="744"/>
                </a:cubicBezTo>
                <a:cubicBezTo>
                  <a:pt x="37" y="754"/>
                  <a:pt x="44" y="763"/>
                  <a:pt x="51" y="770"/>
                </a:cubicBezTo>
                <a:cubicBezTo>
                  <a:pt x="59" y="779"/>
                  <a:pt x="67" y="784"/>
                  <a:pt x="77" y="788"/>
                </a:cubicBezTo>
                <a:cubicBezTo>
                  <a:pt x="87" y="792"/>
                  <a:pt x="97" y="794"/>
                  <a:pt x="107" y="794"/>
                </a:cubicBezTo>
                <a:lnTo>
                  <a:pt x="3997" y="794"/>
                </a:lnTo>
                <a:cubicBezTo>
                  <a:pt x="4007" y="794"/>
                  <a:pt x="4017" y="792"/>
                  <a:pt x="4027" y="788"/>
                </a:cubicBezTo>
                <a:cubicBezTo>
                  <a:pt x="4037" y="784"/>
                  <a:pt x="4045" y="779"/>
                  <a:pt x="4053" y="770"/>
                </a:cubicBezTo>
                <a:cubicBezTo>
                  <a:pt x="4060" y="763"/>
                  <a:pt x="4066" y="754"/>
                  <a:pt x="4070" y="744"/>
                </a:cubicBezTo>
                <a:cubicBezTo>
                  <a:pt x="4074" y="735"/>
                  <a:pt x="4076" y="724"/>
                  <a:pt x="4076" y="714"/>
                </a:cubicBezTo>
                <a:lnTo>
                  <a:pt x="4076" y="105"/>
                </a:lnTo>
                <a:cubicBezTo>
                  <a:pt x="4076" y="95"/>
                  <a:pt x="4074" y="85"/>
                  <a:pt x="4070" y="75"/>
                </a:cubicBezTo>
                <a:cubicBezTo>
                  <a:pt x="4066" y="65"/>
                  <a:pt x="4060" y="57"/>
                  <a:pt x="4053" y="49"/>
                </a:cubicBezTo>
                <a:cubicBezTo>
                  <a:pt x="4045" y="42"/>
                  <a:pt x="4037" y="36"/>
                  <a:pt x="4027" y="32"/>
                </a:cubicBezTo>
                <a:cubicBezTo>
                  <a:pt x="4017" y="28"/>
                  <a:pt x="4007" y="26"/>
                  <a:pt x="3997" y="26"/>
                </a:cubicBezTo>
                <a:lnTo>
                  <a:pt x="107" y="26"/>
                </a:lnTo>
                <a:cubicBezTo>
                  <a:pt x="97" y="26"/>
                  <a:pt x="87" y="28"/>
                  <a:pt x="77" y="32"/>
                </a:cubicBezTo>
                <a:cubicBezTo>
                  <a:pt x="67" y="36"/>
                  <a:pt x="59" y="42"/>
                  <a:pt x="51" y="49"/>
                </a:cubicBezTo>
                <a:cubicBezTo>
                  <a:pt x="44" y="57"/>
                  <a:pt x="37" y="65"/>
                  <a:pt x="33" y="75"/>
                </a:cubicBezTo>
                <a:cubicBezTo>
                  <a:pt x="29" y="85"/>
                  <a:pt x="27" y="95"/>
                  <a:pt x="27" y="105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053000" y="3467520"/>
            <a:ext cx="10414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01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The Problem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771720" y="3409920"/>
            <a:ext cx="1705320" cy="295560"/>
          </a:xfrm>
          <a:custGeom>
            <a:avLst/>
            <a:gdLst/>
            <a:ahLst/>
            <a:rect l="0" t="0" r="r" b="b"/>
            <a:pathLst>
              <a:path w="4737" h="821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4631" y="0"/>
                </a:lnTo>
                <a:cubicBezTo>
                  <a:pt x="4660" y="0"/>
                  <a:pt x="4685" y="10"/>
                  <a:pt x="4706" y="31"/>
                </a:cubicBezTo>
                <a:cubicBezTo>
                  <a:pt x="4727" y="51"/>
                  <a:pt x="4737" y="76"/>
                  <a:pt x="4737" y="105"/>
                </a:cubicBezTo>
                <a:lnTo>
                  <a:pt x="4737" y="714"/>
                </a:lnTo>
                <a:cubicBezTo>
                  <a:pt x="4737" y="743"/>
                  <a:pt x="4727" y="768"/>
                  <a:pt x="4706" y="790"/>
                </a:cubicBezTo>
                <a:cubicBezTo>
                  <a:pt x="4685" y="810"/>
                  <a:pt x="4660" y="821"/>
                  <a:pt x="4631" y="821"/>
                </a:cubicBezTo>
                <a:lnTo>
                  <a:pt x="106" y="821"/>
                </a:lnTo>
                <a:cubicBezTo>
                  <a:pt x="77" y="821"/>
                  <a:pt x="52" y="810"/>
                  <a:pt x="31" y="790"/>
                </a:cubicBezTo>
                <a:cubicBezTo>
                  <a:pt x="10" y="768"/>
                  <a:pt x="0" y="743"/>
                  <a:pt x="0" y="714"/>
                </a:cubicBez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771720" y="3409920"/>
            <a:ext cx="1705320" cy="295560"/>
          </a:xfrm>
          <a:custGeom>
            <a:avLst/>
            <a:gdLst/>
            <a:ahLst/>
            <a:rect l="0" t="0" r="r" b="b"/>
            <a:pathLst>
              <a:path w="4737" h="821">
                <a:moveTo>
                  <a:pt x="0" y="714"/>
                </a:move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ubicBezTo>
                  <a:pt x="52" y="10"/>
                  <a:pt x="77" y="0"/>
                  <a:pt x="106" y="0"/>
                </a:cubicBezTo>
                <a:lnTo>
                  <a:pt x="4631" y="0"/>
                </a:lnTo>
                <a:cubicBezTo>
                  <a:pt x="4660" y="0"/>
                  <a:pt x="4685" y="10"/>
                  <a:pt x="4706" y="31"/>
                </a:cubicBezTo>
                <a:cubicBezTo>
                  <a:pt x="4727" y="51"/>
                  <a:pt x="4737" y="76"/>
                  <a:pt x="4737" y="105"/>
                </a:cubicBezTo>
                <a:lnTo>
                  <a:pt x="4737" y="714"/>
                </a:lnTo>
                <a:cubicBezTo>
                  <a:pt x="4737" y="743"/>
                  <a:pt x="4727" y="768"/>
                  <a:pt x="4706" y="790"/>
                </a:cubicBezTo>
                <a:cubicBezTo>
                  <a:pt x="4685" y="810"/>
                  <a:pt x="4660" y="821"/>
                  <a:pt x="4631" y="821"/>
                </a:cubicBezTo>
                <a:lnTo>
                  <a:pt x="106" y="821"/>
                </a:lnTo>
                <a:cubicBezTo>
                  <a:pt x="77" y="821"/>
                  <a:pt x="52" y="810"/>
                  <a:pt x="31" y="790"/>
                </a:cubicBezTo>
                <a:cubicBezTo>
                  <a:pt x="10" y="768"/>
                  <a:pt x="0" y="743"/>
                  <a:pt x="0" y="714"/>
                </a:cubicBezTo>
                <a:moveTo>
                  <a:pt x="26" y="105"/>
                </a:moveTo>
                <a:lnTo>
                  <a:pt x="26" y="714"/>
                </a:lnTo>
                <a:cubicBezTo>
                  <a:pt x="26" y="724"/>
                  <a:pt x="28" y="735"/>
                  <a:pt x="32" y="744"/>
                </a:cubicBezTo>
                <a:cubicBezTo>
                  <a:pt x="37" y="754"/>
                  <a:pt x="42" y="763"/>
                  <a:pt x="50" y="770"/>
                </a:cubicBezTo>
                <a:cubicBezTo>
                  <a:pt x="57" y="779"/>
                  <a:pt x="66" y="784"/>
                  <a:pt x="75" y="788"/>
                </a:cubicBezTo>
                <a:cubicBezTo>
                  <a:pt x="85" y="792"/>
                  <a:pt x="95" y="794"/>
                  <a:pt x="106" y="794"/>
                </a:cubicBezTo>
                <a:lnTo>
                  <a:pt x="4631" y="794"/>
                </a:lnTo>
                <a:cubicBezTo>
                  <a:pt x="4642" y="794"/>
                  <a:pt x="4652" y="792"/>
                  <a:pt x="4662" y="788"/>
                </a:cubicBezTo>
                <a:cubicBezTo>
                  <a:pt x="4671" y="784"/>
                  <a:pt x="4680" y="779"/>
                  <a:pt x="4687" y="770"/>
                </a:cubicBezTo>
                <a:cubicBezTo>
                  <a:pt x="4695" y="763"/>
                  <a:pt x="4701" y="754"/>
                  <a:pt x="4705" y="744"/>
                </a:cubicBezTo>
                <a:cubicBezTo>
                  <a:pt x="4709" y="735"/>
                  <a:pt x="4711" y="724"/>
                  <a:pt x="4711" y="714"/>
                </a:cubicBezTo>
                <a:lnTo>
                  <a:pt x="4711" y="105"/>
                </a:lnTo>
                <a:cubicBezTo>
                  <a:pt x="4711" y="95"/>
                  <a:pt x="4709" y="85"/>
                  <a:pt x="4705" y="75"/>
                </a:cubicBezTo>
                <a:cubicBezTo>
                  <a:pt x="4701" y="65"/>
                  <a:pt x="4695" y="57"/>
                  <a:pt x="4687" y="49"/>
                </a:cubicBezTo>
                <a:cubicBezTo>
                  <a:pt x="4680" y="42"/>
                  <a:pt x="4671" y="36"/>
                  <a:pt x="4662" y="32"/>
                </a:cubicBezTo>
                <a:cubicBezTo>
                  <a:pt x="4652" y="28"/>
                  <a:pt x="4642" y="26"/>
                  <a:pt x="4631" y="26"/>
                </a:cubicBezTo>
                <a:lnTo>
                  <a:pt x="106" y="26"/>
                </a:lnTo>
                <a:cubicBezTo>
                  <a:pt x="95" y="26"/>
                  <a:pt x="85" y="28"/>
                  <a:pt x="75" y="32"/>
                </a:cubicBezTo>
                <a:cubicBezTo>
                  <a:pt x="66" y="36"/>
                  <a:pt x="57" y="42"/>
                  <a:pt x="50" y="49"/>
                </a:cubicBezTo>
                <a:cubicBezTo>
                  <a:pt x="42" y="57"/>
                  <a:pt x="37" y="65"/>
                  <a:pt x="32" y="75"/>
                </a:cubicBezTo>
                <a:cubicBezTo>
                  <a:pt x="28" y="85"/>
                  <a:pt x="26" y="95"/>
                  <a:pt x="26" y="105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278440" y="3467520"/>
            <a:ext cx="14644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02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The Answer: Corge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572080" y="3409920"/>
            <a:ext cx="1924200" cy="295560"/>
          </a:xfrm>
          <a:custGeom>
            <a:avLst/>
            <a:gdLst/>
            <a:ahLst/>
            <a:rect l="0" t="0" r="r" b="b"/>
            <a:pathLst>
              <a:path w="5345" h="821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5239" y="0"/>
                </a:lnTo>
                <a:cubicBezTo>
                  <a:pt x="5269" y="0"/>
                  <a:pt x="5294" y="10"/>
                  <a:pt x="5314" y="31"/>
                </a:cubicBezTo>
                <a:cubicBezTo>
                  <a:pt x="5335" y="51"/>
                  <a:pt x="5345" y="76"/>
                  <a:pt x="5345" y="105"/>
                </a:cubicBezTo>
                <a:lnTo>
                  <a:pt x="5345" y="714"/>
                </a:lnTo>
                <a:cubicBezTo>
                  <a:pt x="5345" y="743"/>
                  <a:pt x="5335" y="768"/>
                  <a:pt x="5314" y="790"/>
                </a:cubicBezTo>
                <a:cubicBezTo>
                  <a:pt x="5294" y="810"/>
                  <a:pt x="5269" y="821"/>
                  <a:pt x="5239" y="821"/>
                </a:cubicBezTo>
                <a:lnTo>
                  <a:pt x="105" y="821"/>
                </a:lnTo>
                <a:cubicBezTo>
                  <a:pt x="76" y="821"/>
                  <a:pt x="51" y="810"/>
                  <a:pt x="31" y="790"/>
                </a:cubicBezTo>
                <a:cubicBezTo>
                  <a:pt x="10" y="768"/>
                  <a:pt x="0" y="743"/>
                  <a:pt x="0" y="714"/>
                </a:cubicBez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572080" y="3409920"/>
            <a:ext cx="1924200" cy="295560"/>
          </a:xfrm>
          <a:custGeom>
            <a:avLst/>
            <a:gdLst/>
            <a:ahLst/>
            <a:rect l="0" t="0" r="r" b="b"/>
            <a:pathLst>
              <a:path w="5345" h="821">
                <a:moveTo>
                  <a:pt x="0" y="714"/>
                </a:move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ubicBezTo>
                  <a:pt x="51" y="10"/>
                  <a:pt x="76" y="0"/>
                  <a:pt x="105" y="0"/>
                </a:cubicBezTo>
                <a:lnTo>
                  <a:pt x="5239" y="0"/>
                </a:lnTo>
                <a:cubicBezTo>
                  <a:pt x="5269" y="0"/>
                  <a:pt x="5294" y="10"/>
                  <a:pt x="5314" y="31"/>
                </a:cubicBezTo>
                <a:cubicBezTo>
                  <a:pt x="5335" y="51"/>
                  <a:pt x="5345" y="76"/>
                  <a:pt x="5345" y="105"/>
                </a:cubicBezTo>
                <a:lnTo>
                  <a:pt x="5345" y="714"/>
                </a:lnTo>
                <a:cubicBezTo>
                  <a:pt x="5345" y="743"/>
                  <a:pt x="5335" y="768"/>
                  <a:pt x="5314" y="790"/>
                </a:cubicBezTo>
                <a:cubicBezTo>
                  <a:pt x="5294" y="810"/>
                  <a:pt x="5269" y="821"/>
                  <a:pt x="5239" y="821"/>
                </a:cubicBezTo>
                <a:lnTo>
                  <a:pt x="105" y="821"/>
                </a:lnTo>
                <a:cubicBezTo>
                  <a:pt x="76" y="821"/>
                  <a:pt x="51" y="810"/>
                  <a:pt x="31" y="790"/>
                </a:cubicBezTo>
                <a:cubicBezTo>
                  <a:pt x="10" y="768"/>
                  <a:pt x="0" y="743"/>
                  <a:pt x="0" y="714"/>
                </a:cubicBezTo>
                <a:moveTo>
                  <a:pt x="26" y="105"/>
                </a:moveTo>
                <a:lnTo>
                  <a:pt x="26" y="714"/>
                </a:lnTo>
                <a:cubicBezTo>
                  <a:pt x="26" y="724"/>
                  <a:pt x="28" y="735"/>
                  <a:pt x="32" y="744"/>
                </a:cubicBezTo>
                <a:cubicBezTo>
                  <a:pt x="36" y="754"/>
                  <a:pt x="42" y="763"/>
                  <a:pt x="49" y="770"/>
                </a:cubicBezTo>
                <a:cubicBezTo>
                  <a:pt x="57" y="779"/>
                  <a:pt x="65" y="784"/>
                  <a:pt x="75" y="788"/>
                </a:cubicBezTo>
                <a:cubicBezTo>
                  <a:pt x="85" y="792"/>
                  <a:pt x="95" y="794"/>
                  <a:pt x="105" y="794"/>
                </a:cubicBezTo>
                <a:lnTo>
                  <a:pt x="5239" y="794"/>
                </a:lnTo>
                <a:cubicBezTo>
                  <a:pt x="5250" y="794"/>
                  <a:pt x="5260" y="792"/>
                  <a:pt x="5270" y="788"/>
                </a:cubicBezTo>
                <a:cubicBezTo>
                  <a:pt x="5279" y="784"/>
                  <a:pt x="5288" y="779"/>
                  <a:pt x="5296" y="770"/>
                </a:cubicBezTo>
                <a:cubicBezTo>
                  <a:pt x="5303" y="763"/>
                  <a:pt x="5309" y="754"/>
                  <a:pt x="5313" y="744"/>
                </a:cubicBezTo>
                <a:cubicBezTo>
                  <a:pt x="5317" y="735"/>
                  <a:pt x="5319" y="724"/>
                  <a:pt x="5319" y="714"/>
                </a:cubicBezTo>
                <a:lnTo>
                  <a:pt x="5319" y="105"/>
                </a:lnTo>
                <a:cubicBezTo>
                  <a:pt x="5319" y="95"/>
                  <a:pt x="5317" y="85"/>
                  <a:pt x="5313" y="75"/>
                </a:cubicBezTo>
                <a:cubicBezTo>
                  <a:pt x="5309" y="65"/>
                  <a:pt x="5303" y="57"/>
                  <a:pt x="5296" y="49"/>
                </a:cubicBezTo>
                <a:cubicBezTo>
                  <a:pt x="5288" y="42"/>
                  <a:pt x="5279" y="36"/>
                  <a:pt x="5270" y="32"/>
                </a:cubicBezTo>
                <a:cubicBezTo>
                  <a:pt x="5260" y="28"/>
                  <a:pt x="5250" y="26"/>
                  <a:pt x="5239" y="26"/>
                </a:cubicBezTo>
                <a:lnTo>
                  <a:pt x="105" y="26"/>
                </a:lnTo>
                <a:cubicBezTo>
                  <a:pt x="95" y="26"/>
                  <a:pt x="85" y="28"/>
                  <a:pt x="75" y="32"/>
                </a:cubicBezTo>
                <a:cubicBezTo>
                  <a:pt x="65" y="36"/>
                  <a:pt x="57" y="42"/>
                  <a:pt x="49" y="49"/>
                </a:cubicBezTo>
                <a:cubicBezTo>
                  <a:pt x="42" y="57"/>
                  <a:pt x="36" y="65"/>
                  <a:pt x="32" y="75"/>
                </a:cubicBezTo>
                <a:cubicBezTo>
                  <a:pt x="28" y="85"/>
                  <a:pt x="26" y="95"/>
                  <a:pt x="26" y="105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50200" y="3467520"/>
            <a:ext cx="1651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03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Technical Architecture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591320" y="3409920"/>
            <a:ext cx="943200" cy="295560"/>
          </a:xfrm>
          <a:custGeom>
            <a:avLst/>
            <a:gdLst/>
            <a:ahLst/>
            <a:rect l="0" t="0" r="r" b="b"/>
            <a:pathLst>
              <a:path w="2620" h="821">
                <a:moveTo>
                  <a:pt x="31" y="31"/>
                </a:moveTo>
                <a:cubicBezTo>
                  <a:pt x="51" y="10"/>
                  <a:pt x="76" y="0"/>
                  <a:pt x="106" y="0"/>
                </a:cubicBezTo>
                <a:lnTo>
                  <a:pt x="2514" y="0"/>
                </a:lnTo>
                <a:cubicBezTo>
                  <a:pt x="2544" y="0"/>
                  <a:pt x="2569" y="10"/>
                  <a:pt x="2589" y="31"/>
                </a:cubicBezTo>
                <a:cubicBezTo>
                  <a:pt x="2610" y="51"/>
                  <a:pt x="2620" y="76"/>
                  <a:pt x="2620" y="105"/>
                </a:cubicBezTo>
                <a:lnTo>
                  <a:pt x="2620" y="714"/>
                </a:lnTo>
                <a:cubicBezTo>
                  <a:pt x="2620" y="743"/>
                  <a:pt x="2610" y="768"/>
                  <a:pt x="2589" y="790"/>
                </a:cubicBezTo>
                <a:cubicBezTo>
                  <a:pt x="2569" y="810"/>
                  <a:pt x="2544" y="821"/>
                  <a:pt x="2514" y="821"/>
                </a:cubicBezTo>
                <a:lnTo>
                  <a:pt x="106" y="821"/>
                </a:lnTo>
                <a:cubicBezTo>
                  <a:pt x="76" y="821"/>
                  <a:pt x="51" y="810"/>
                  <a:pt x="31" y="790"/>
                </a:cubicBezTo>
                <a:cubicBezTo>
                  <a:pt x="10" y="768"/>
                  <a:pt x="0" y="743"/>
                  <a:pt x="0" y="714"/>
                </a:cubicBez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7591320" y="3409920"/>
            <a:ext cx="943200" cy="295560"/>
          </a:xfrm>
          <a:custGeom>
            <a:avLst/>
            <a:gdLst/>
            <a:ahLst/>
            <a:rect l="0" t="0" r="r" b="b"/>
            <a:pathLst>
              <a:path w="2620" h="821">
                <a:moveTo>
                  <a:pt x="0" y="714"/>
                </a:moveTo>
                <a:lnTo>
                  <a:pt x="0" y="105"/>
                </a:lnTo>
                <a:cubicBezTo>
                  <a:pt x="0" y="76"/>
                  <a:pt x="10" y="51"/>
                  <a:pt x="31" y="31"/>
                </a:cubicBezTo>
                <a:cubicBezTo>
                  <a:pt x="51" y="10"/>
                  <a:pt x="76" y="0"/>
                  <a:pt x="106" y="0"/>
                </a:cubicBezTo>
                <a:lnTo>
                  <a:pt x="2514" y="0"/>
                </a:lnTo>
                <a:cubicBezTo>
                  <a:pt x="2544" y="0"/>
                  <a:pt x="2569" y="10"/>
                  <a:pt x="2589" y="31"/>
                </a:cubicBezTo>
                <a:cubicBezTo>
                  <a:pt x="2610" y="51"/>
                  <a:pt x="2620" y="76"/>
                  <a:pt x="2620" y="105"/>
                </a:cubicBezTo>
                <a:lnTo>
                  <a:pt x="2620" y="714"/>
                </a:lnTo>
                <a:cubicBezTo>
                  <a:pt x="2620" y="743"/>
                  <a:pt x="2610" y="768"/>
                  <a:pt x="2589" y="790"/>
                </a:cubicBezTo>
                <a:cubicBezTo>
                  <a:pt x="2569" y="810"/>
                  <a:pt x="2544" y="821"/>
                  <a:pt x="2514" y="821"/>
                </a:cubicBezTo>
                <a:lnTo>
                  <a:pt x="106" y="821"/>
                </a:lnTo>
                <a:cubicBezTo>
                  <a:pt x="76" y="821"/>
                  <a:pt x="51" y="810"/>
                  <a:pt x="31" y="790"/>
                </a:cubicBezTo>
                <a:cubicBezTo>
                  <a:pt x="10" y="768"/>
                  <a:pt x="0" y="743"/>
                  <a:pt x="0" y="714"/>
                </a:cubicBezTo>
                <a:moveTo>
                  <a:pt x="26" y="105"/>
                </a:moveTo>
                <a:lnTo>
                  <a:pt x="26" y="714"/>
                </a:lnTo>
                <a:cubicBezTo>
                  <a:pt x="26" y="724"/>
                  <a:pt x="28" y="735"/>
                  <a:pt x="32" y="744"/>
                </a:cubicBezTo>
                <a:cubicBezTo>
                  <a:pt x="36" y="754"/>
                  <a:pt x="42" y="763"/>
                  <a:pt x="49" y="770"/>
                </a:cubicBezTo>
                <a:cubicBezTo>
                  <a:pt x="57" y="779"/>
                  <a:pt x="66" y="784"/>
                  <a:pt x="75" y="788"/>
                </a:cubicBezTo>
                <a:cubicBezTo>
                  <a:pt x="85" y="792"/>
                  <a:pt x="95" y="794"/>
                  <a:pt x="106" y="794"/>
                </a:cubicBezTo>
                <a:lnTo>
                  <a:pt x="2514" y="794"/>
                </a:lnTo>
                <a:cubicBezTo>
                  <a:pt x="2525" y="794"/>
                  <a:pt x="2535" y="792"/>
                  <a:pt x="2545" y="788"/>
                </a:cubicBezTo>
                <a:cubicBezTo>
                  <a:pt x="2554" y="784"/>
                  <a:pt x="2563" y="779"/>
                  <a:pt x="2570" y="770"/>
                </a:cubicBezTo>
                <a:cubicBezTo>
                  <a:pt x="2578" y="763"/>
                  <a:pt x="2584" y="754"/>
                  <a:pt x="2588" y="744"/>
                </a:cubicBezTo>
                <a:cubicBezTo>
                  <a:pt x="2592" y="735"/>
                  <a:pt x="2594" y="724"/>
                  <a:pt x="2594" y="714"/>
                </a:cubicBezTo>
                <a:lnTo>
                  <a:pt x="2594" y="105"/>
                </a:lnTo>
                <a:cubicBezTo>
                  <a:pt x="2594" y="95"/>
                  <a:pt x="2592" y="85"/>
                  <a:pt x="2588" y="75"/>
                </a:cubicBezTo>
                <a:cubicBezTo>
                  <a:pt x="2584" y="65"/>
                  <a:pt x="2578" y="57"/>
                  <a:pt x="2570" y="49"/>
                </a:cubicBezTo>
                <a:cubicBezTo>
                  <a:pt x="2563" y="42"/>
                  <a:pt x="2554" y="36"/>
                  <a:pt x="2545" y="32"/>
                </a:cubicBezTo>
                <a:cubicBezTo>
                  <a:pt x="2535" y="28"/>
                  <a:pt x="2525" y="26"/>
                  <a:pt x="2514" y="26"/>
                </a:cubicBezTo>
                <a:lnTo>
                  <a:pt x="106" y="26"/>
                </a:lnTo>
                <a:cubicBezTo>
                  <a:pt x="95" y="26"/>
                  <a:pt x="85" y="28"/>
                  <a:pt x="75" y="32"/>
                </a:cubicBezTo>
                <a:cubicBezTo>
                  <a:pt x="66" y="36"/>
                  <a:pt x="57" y="42"/>
                  <a:pt x="49" y="49"/>
                </a:cubicBezTo>
                <a:cubicBezTo>
                  <a:pt x="42" y="57"/>
                  <a:pt x="36" y="65"/>
                  <a:pt x="32" y="75"/>
                </a:cubicBezTo>
                <a:cubicBezTo>
                  <a:pt x="28" y="85"/>
                  <a:pt x="26" y="95"/>
                  <a:pt x="26" y="105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650560" y="3467520"/>
            <a:ext cx="19526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04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Layer &amp; Module Deep Dive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105000" y="3800160"/>
            <a:ext cx="1838520" cy="295920"/>
          </a:xfrm>
          <a:custGeom>
            <a:avLst/>
            <a:gdLst/>
            <a:ahLst/>
            <a:rect l="0" t="0" r="r" b="b"/>
            <a:pathLst>
              <a:path w="5107" h="822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5002" y="0"/>
                </a:lnTo>
                <a:cubicBezTo>
                  <a:pt x="5031" y="0"/>
                  <a:pt x="5056" y="11"/>
                  <a:pt x="5076" y="31"/>
                </a:cubicBezTo>
                <a:cubicBezTo>
                  <a:pt x="5097" y="52"/>
                  <a:pt x="5107" y="77"/>
                  <a:pt x="5107" y="106"/>
                </a:cubicBezTo>
                <a:lnTo>
                  <a:pt x="5107" y="716"/>
                </a:lnTo>
                <a:cubicBezTo>
                  <a:pt x="5107" y="745"/>
                  <a:pt x="5097" y="770"/>
                  <a:pt x="5076" y="791"/>
                </a:cubicBezTo>
                <a:cubicBezTo>
                  <a:pt x="5056" y="811"/>
                  <a:pt x="5031" y="822"/>
                  <a:pt x="5002" y="822"/>
                </a:cubicBezTo>
                <a:lnTo>
                  <a:pt x="106" y="822"/>
                </a:lnTo>
                <a:cubicBezTo>
                  <a:pt x="77" y="822"/>
                  <a:pt x="52" y="811"/>
                  <a:pt x="31" y="791"/>
                </a:cubicBezTo>
                <a:cubicBezTo>
                  <a:pt x="10" y="770"/>
                  <a:pt x="0" y="745"/>
                  <a:pt x="0" y="716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105000" y="3800160"/>
            <a:ext cx="1838520" cy="295920"/>
          </a:xfrm>
          <a:custGeom>
            <a:avLst/>
            <a:gdLst/>
            <a:ahLst/>
            <a:rect l="0" t="0" r="r" b="b"/>
            <a:pathLst>
              <a:path w="5107" h="822">
                <a:moveTo>
                  <a:pt x="0" y="716"/>
                </a:move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ubicBezTo>
                  <a:pt x="52" y="11"/>
                  <a:pt x="77" y="0"/>
                  <a:pt x="106" y="0"/>
                </a:cubicBezTo>
                <a:lnTo>
                  <a:pt x="5002" y="0"/>
                </a:lnTo>
                <a:cubicBezTo>
                  <a:pt x="5031" y="0"/>
                  <a:pt x="5056" y="11"/>
                  <a:pt x="5076" y="31"/>
                </a:cubicBezTo>
                <a:cubicBezTo>
                  <a:pt x="5097" y="52"/>
                  <a:pt x="5107" y="77"/>
                  <a:pt x="5107" y="106"/>
                </a:cubicBezTo>
                <a:lnTo>
                  <a:pt x="5107" y="716"/>
                </a:lnTo>
                <a:cubicBezTo>
                  <a:pt x="5107" y="745"/>
                  <a:pt x="5097" y="770"/>
                  <a:pt x="5076" y="791"/>
                </a:cubicBezTo>
                <a:cubicBezTo>
                  <a:pt x="5056" y="811"/>
                  <a:pt x="5031" y="822"/>
                  <a:pt x="5002" y="822"/>
                </a:cubicBezTo>
                <a:lnTo>
                  <a:pt x="106" y="822"/>
                </a:lnTo>
                <a:cubicBezTo>
                  <a:pt x="77" y="822"/>
                  <a:pt x="52" y="811"/>
                  <a:pt x="31" y="791"/>
                </a:cubicBezTo>
                <a:cubicBezTo>
                  <a:pt x="10" y="770"/>
                  <a:pt x="0" y="745"/>
                  <a:pt x="0" y="716"/>
                </a:cubicBezTo>
                <a:moveTo>
                  <a:pt x="26" y="106"/>
                </a:moveTo>
                <a:lnTo>
                  <a:pt x="26" y="716"/>
                </a:lnTo>
                <a:cubicBezTo>
                  <a:pt x="26" y="726"/>
                  <a:pt x="28" y="736"/>
                  <a:pt x="32" y="746"/>
                </a:cubicBezTo>
                <a:cubicBezTo>
                  <a:pt x="36" y="756"/>
                  <a:pt x="42" y="764"/>
                  <a:pt x="50" y="772"/>
                </a:cubicBezTo>
                <a:cubicBezTo>
                  <a:pt x="57" y="779"/>
                  <a:pt x="66" y="785"/>
                  <a:pt x="75" y="789"/>
                </a:cubicBezTo>
                <a:cubicBezTo>
                  <a:pt x="85" y="793"/>
                  <a:pt x="95" y="795"/>
                  <a:pt x="106" y="795"/>
                </a:cubicBezTo>
                <a:lnTo>
                  <a:pt x="5002" y="795"/>
                </a:lnTo>
                <a:cubicBezTo>
                  <a:pt x="5012" y="795"/>
                  <a:pt x="5022" y="793"/>
                  <a:pt x="5032" y="789"/>
                </a:cubicBezTo>
                <a:cubicBezTo>
                  <a:pt x="5042" y="785"/>
                  <a:pt x="5050" y="779"/>
                  <a:pt x="5058" y="772"/>
                </a:cubicBezTo>
                <a:cubicBezTo>
                  <a:pt x="5065" y="764"/>
                  <a:pt x="5071" y="756"/>
                  <a:pt x="5075" y="746"/>
                </a:cubicBezTo>
                <a:cubicBezTo>
                  <a:pt x="5079" y="736"/>
                  <a:pt x="5081" y="726"/>
                  <a:pt x="5081" y="716"/>
                </a:cubicBezTo>
                <a:lnTo>
                  <a:pt x="5081" y="106"/>
                </a:lnTo>
                <a:cubicBezTo>
                  <a:pt x="5081" y="96"/>
                  <a:pt x="5079" y="86"/>
                  <a:pt x="5075" y="76"/>
                </a:cubicBezTo>
                <a:cubicBezTo>
                  <a:pt x="5071" y="66"/>
                  <a:pt x="5065" y="58"/>
                  <a:pt x="5058" y="50"/>
                </a:cubicBezTo>
                <a:cubicBezTo>
                  <a:pt x="5050" y="43"/>
                  <a:pt x="5042" y="37"/>
                  <a:pt x="5032" y="33"/>
                </a:cubicBezTo>
                <a:cubicBezTo>
                  <a:pt x="5022" y="29"/>
                  <a:pt x="5012" y="27"/>
                  <a:pt x="5002" y="27"/>
                </a:cubicBezTo>
                <a:lnTo>
                  <a:pt x="106" y="27"/>
                </a:lnTo>
                <a:cubicBezTo>
                  <a:pt x="95" y="27"/>
                  <a:pt x="85" y="29"/>
                  <a:pt x="75" y="33"/>
                </a:cubicBezTo>
                <a:cubicBezTo>
                  <a:pt x="66" y="37"/>
                  <a:pt x="57" y="43"/>
                  <a:pt x="50" y="50"/>
                </a:cubicBezTo>
                <a:cubicBezTo>
                  <a:pt x="42" y="58"/>
                  <a:pt x="36" y="66"/>
                  <a:pt x="32" y="76"/>
                </a:cubicBezTo>
                <a:cubicBezTo>
                  <a:pt x="28" y="86"/>
                  <a:pt x="26" y="96"/>
                  <a:pt x="26" y="106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674840" y="3467520"/>
            <a:ext cx="8301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05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Summary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5038560" y="3800160"/>
            <a:ext cx="1362240" cy="295920"/>
          </a:xfrm>
          <a:custGeom>
            <a:avLst/>
            <a:gdLst/>
            <a:ahLst/>
            <a:rect l="0" t="0" r="r" b="b"/>
            <a:pathLst>
              <a:path w="3784" h="822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3679" y="0"/>
                </a:lnTo>
                <a:cubicBezTo>
                  <a:pt x="3708" y="0"/>
                  <a:pt x="3733" y="11"/>
                  <a:pt x="3754" y="31"/>
                </a:cubicBezTo>
                <a:cubicBezTo>
                  <a:pt x="3774" y="52"/>
                  <a:pt x="3784" y="77"/>
                  <a:pt x="3784" y="106"/>
                </a:cubicBezTo>
                <a:lnTo>
                  <a:pt x="3784" y="716"/>
                </a:lnTo>
                <a:cubicBezTo>
                  <a:pt x="3784" y="745"/>
                  <a:pt x="3774" y="770"/>
                  <a:pt x="3754" y="791"/>
                </a:cubicBezTo>
                <a:cubicBezTo>
                  <a:pt x="3733" y="811"/>
                  <a:pt x="3708" y="822"/>
                  <a:pt x="3679" y="822"/>
                </a:cubicBezTo>
                <a:lnTo>
                  <a:pt x="106" y="822"/>
                </a:lnTo>
                <a:cubicBezTo>
                  <a:pt x="77" y="822"/>
                  <a:pt x="52" y="811"/>
                  <a:pt x="31" y="791"/>
                </a:cubicBezTo>
                <a:cubicBezTo>
                  <a:pt x="10" y="770"/>
                  <a:pt x="0" y="745"/>
                  <a:pt x="0" y="716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5038560" y="3800160"/>
            <a:ext cx="1362240" cy="295920"/>
          </a:xfrm>
          <a:custGeom>
            <a:avLst/>
            <a:gdLst/>
            <a:ahLst/>
            <a:rect l="0" t="0" r="r" b="b"/>
            <a:pathLst>
              <a:path w="3784" h="822">
                <a:moveTo>
                  <a:pt x="0" y="716"/>
                </a:move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ubicBezTo>
                  <a:pt x="52" y="11"/>
                  <a:pt x="77" y="0"/>
                  <a:pt x="106" y="0"/>
                </a:cubicBezTo>
                <a:lnTo>
                  <a:pt x="3679" y="0"/>
                </a:lnTo>
                <a:cubicBezTo>
                  <a:pt x="3708" y="0"/>
                  <a:pt x="3733" y="11"/>
                  <a:pt x="3754" y="31"/>
                </a:cubicBezTo>
                <a:cubicBezTo>
                  <a:pt x="3774" y="52"/>
                  <a:pt x="3784" y="77"/>
                  <a:pt x="3784" y="106"/>
                </a:cubicBezTo>
                <a:lnTo>
                  <a:pt x="3784" y="716"/>
                </a:lnTo>
                <a:cubicBezTo>
                  <a:pt x="3784" y="745"/>
                  <a:pt x="3774" y="770"/>
                  <a:pt x="3754" y="791"/>
                </a:cubicBezTo>
                <a:cubicBezTo>
                  <a:pt x="3733" y="811"/>
                  <a:pt x="3708" y="822"/>
                  <a:pt x="3679" y="822"/>
                </a:cubicBezTo>
                <a:lnTo>
                  <a:pt x="106" y="822"/>
                </a:lnTo>
                <a:cubicBezTo>
                  <a:pt x="77" y="822"/>
                  <a:pt x="52" y="811"/>
                  <a:pt x="31" y="791"/>
                </a:cubicBezTo>
                <a:cubicBezTo>
                  <a:pt x="10" y="770"/>
                  <a:pt x="0" y="745"/>
                  <a:pt x="0" y="716"/>
                </a:cubicBezTo>
                <a:moveTo>
                  <a:pt x="26" y="106"/>
                </a:moveTo>
                <a:lnTo>
                  <a:pt x="26" y="716"/>
                </a:lnTo>
                <a:cubicBezTo>
                  <a:pt x="26" y="726"/>
                  <a:pt x="28" y="736"/>
                  <a:pt x="32" y="746"/>
                </a:cubicBezTo>
                <a:cubicBezTo>
                  <a:pt x="36" y="756"/>
                  <a:pt x="42" y="764"/>
                  <a:pt x="50" y="772"/>
                </a:cubicBezTo>
                <a:cubicBezTo>
                  <a:pt x="57" y="779"/>
                  <a:pt x="66" y="785"/>
                  <a:pt x="75" y="789"/>
                </a:cubicBezTo>
                <a:cubicBezTo>
                  <a:pt x="85" y="793"/>
                  <a:pt x="95" y="795"/>
                  <a:pt x="106" y="795"/>
                </a:cubicBezTo>
                <a:lnTo>
                  <a:pt x="3679" y="795"/>
                </a:lnTo>
                <a:cubicBezTo>
                  <a:pt x="3689" y="795"/>
                  <a:pt x="3699" y="793"/>
                  <a:pt x="3709" y="789"/>
                </a:cubicBezTo>
                <a:cubicBezTo>
                  <a:pt x="3719" y="785"/>
                  <a:pt x="3727" y="779"/>
                  <a:pt x="3735" y="772"/>
                </a:cubicBezTo>
                <a:cubicBezTo>
                  <a:pt x="3742" y="764"/>
                  <a:pt x="3748" y="756"/>
                  <a:pt x="3752" y="746"/>
                </a:cubicBezTo>
                <a:cubicBezTo>
                  <a:pt x="3756" y="736"/>
                  <a:pt x="3758" y="726"/>
                  <a:pt x="3758" y="716"/>
                </a:cubicBezTo>
                <a:lnTo>
                  <a:pt x="3758" y="106"/>
                </a:lnTo>
                <a:cubicBezTo>
                  <a:pt x="3758" y="96"/>
                  <a:pt x="3756" y="86"/>
                  <a:pt x="3752" y="76"/>
                </a:cubicBezTo>
                <a:cubicBezTo>
                  <a:pt x="3748" y="66"/>
                  <a:pt x="3742" y="58"/>
                  <a:pt x="3735" y="50"/>
                </a:cubicBezTo>
                <a:cubicBezTo>
                  <a:pt x="3727" y="43"/>
                  <a:pt x="3719" y="37"/>
                  <a:pt x="3709" y="33"/>
                </a:cubicBezTo>
                <a:cubicBezTo>
                  <a:pt x="3699" y="29"/>
                  <a:pt x="3689" y="27"/>
                  <a:pt x="3679" y="27"/>
                </a:cubicBezTo>
                <a:lnTo>
                  <a:pt x="106" y="27"/>
                </a:lnTo>
                <a:cubicBezTo>
                  <a:pt x="95" y="27"/>
                  <a:pt x="85" y="29"/>
                  <a:pt x="75" y="33"/>
                </a:cubicBezTo>
                <a:cubicBezTo>
                  <a:pt x="66" y="37"/>
                  <a:pt x="57" y="43"/>
                  <a:pt x="50" y="50"/>
                </a:cubicBezTo>
                <a:cubicBezTo>
                  <a:pt x="42" y="58"/>
                  <a:pt x="36" y="66"/>
                  <a:pt x="32" y="76"/>
                </a:cubicBezTo>
                <a:cubicBezTo>
                  <a:pt x="28" y="86"/>
                  <a:pt x="26" y="96"/>
                  <a:pt x="26" y="106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189960" y="3858120"/>
            <a:ext cx="1822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06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Future Work &amp; Roadmap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120280" y="3858120"/>
            <a:ext cx="1326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07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Lessons Learned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80720" y="2409480"/>
            <a:ext cx="9144360" cy="2115000"/>
          </a:xfrm>
          <a:custGeom>
            <a:avLst/>
            <a:gdLst/>
            <a:ahLst/>
            <a:rect l="0" t="0" r="r" b="b"/>
            <a:pathLst>
              <a:path w="25401" h="5875">
                <a:moveTo>
                  <a:pt x="0" y="0"/>
                </a:moveTo>
                <a:lnTo>
                  <a:pt x="25401" y="0"/>
                </a:lnTo>
                <a:lnTo>
                  <a:pt x="25401" y="5875"/>
                </a:lnTo>
                <a:lnTo>
                  <a:pt x="0" y="587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371040" y="3426840"/>
            <a:ext cx="25786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THE PROBLEM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952800" y="23461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01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463120" y="3987720"/>
            <a:ext cx="4982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Agentic Coding Has an Audience Problem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80720" y="4200480"/>
            <a:ext cx="9144360" cy="705240"/>
          </a:xfrm>
          <a:custGeom>
            <a:avLst/>
            <a:gdLst/>
            <a:ahLst/>
            <a:rect l="0" t="0" r="r" b="b"/>
            <a:pathLst>
              <a:path w="25401" h="1959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25295" y="0"/>
                </a:lnTo>
                <a:cubicBezTo>
                  <a:pt x="25325" y="0"/>
                  <a:pt x="25350" y="10"/>
                  <a:pt x="25370" y="31"/>
                </a:cubicBezTo>
                <a:cubicBezTo>
                  <a:pt x="25391" y="51"/>
                  <a:pt x="25401" y="76"/>
                  <a:pt x="25401" y="105"/>
                </a:cubicBezTo>
                <a:lnTo>
                  <a:pt x="25401" y="1853"/>
                </a:lnTo>
                <a:cubicBezTo>
                  <a:pt x="25401" y="1882"/>
                  <a:pt x="25391" y="1907"/>
                  <a:pt x="25370" y="1928"/>
                </a:cubicBezTo>
                <a:cubicBezTo>
                  <a:pt x="25350" y="1948"/>
                  <a:pt x="25325" y="1959"/>
                  <a:pt x="25295" y="1959"/>
                </a:cubicBezTo>
                <a:lnTo>
                  <a:pt x="106" y="1959"/>
                </a:lnTo>
                <a:cubicBezTo>
                  <a:pt x="77" y="1959"/>
                  <a:pt x="52" y="1948"/>
                  <a:pt x="31" y="1928"/>
                </a:cubicBezTo>
                <a:cubicBezTo>
                  <a:pt x="11" y="1907"/>
                  <a:pt x="0" y="1882"/>
                  <a:pt x="0" y="1853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98000" y="4200480"/>
            <a:ext cx="9116640" cy="18720"/>
          </a:xfrm>
          <a:custGeom>
            <a:avLst/>
            <a:gdLst/>
            <a:ahLst/>
            <a:rect l="0" t="0" r="r" b="b"/>
            <a:pathLst>
              <a:path w="25324" h="52">
                <a:moveTo>
                  <a:pt x="25305" y="52"/>
                </a:moveTo>
                <a:cubicBezTo>
                  <a:pt x="25304" y="51"/>
                  <a:pt x="25304" y="51"/>
                  <a:pt x="25304" y="50"/>
                </a:cubicBezTo>
                <a:cubicBezTo>
                  <a:pt x="25288" y="34"/>
                  <a:pt x="25269" y="26"/>
                  <a:pt x="25247" y="26"/>
                </a:cubicBezTo>
                <a:lnTo>
                  <a:pt x="58" y="26"/>
                </a:lnTo>
                <a:cubicBezTo>
                  <a:pt x="54" y="26"/>
                  <a:pt x="51" y="28"/>
                  <a:pt x="48" y="32"/>
                </a:cubicBezTo>
                <a:lnTo>
                  <a:pt x="0" y="17"/>
                </a:lnTo>
                <a:cubicBezTo>
                  <a:pt x="17" y="5"/>
                  <a:pt x="36" y="0"/>
                  <a:pt x="58" y="0"/>
                </a:cubicBezTo>
                <a:lnTo>
                  <a:pt x="25247" y="0"/>
                </a:lnTo>
                <a:cubicBezTo>
                  <a:pt x="25277" y="0"/>
                  <a:pt x="25302" y="10"/>
                  <a:pt x="25322" y="31"/>
                </a:cubicBezTo>
                <a:cubicBezTo>
                  <a:pt x="25323" y="31"/>
                  <a:pt x="25323" y="32"/>
                  <a:pt x="25324" y="32"/>
                </a:cubicBezTo>
                <a:lnTo>
                  <a:pt x="25305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98000" y="4886640"/>
            <a:ext cx="9116640" cy="19080"/>
          </a:xfrm>
          <a:custGeom>
            <a:avLst/>
            <a:gdLst/>
            <a:ahLst/>
            <a:rect l="0" t="0" r="r" b="b"/>
            <a:pathLst>
              <a:path w="25324" h="53">
                <a:moveTo>
                  <a:pt x="48" y="20"/>
                </a:moveTo>
                <a:cubicBezTo>
                  <a:pt x="51" y="24"/>
                  <a:pt x="54" y="26"/>
                  <a:pt x="58" y="26"/>
                </a:cubicBezTo>
                <a:lnTo>
                  <a:pt x="25247" y="26"/>
                </a:lnTo>
                <a:cubicBezTo>
                  <a:pt x="25269" y="26"/>
                  <a:pt x="25288" y="17"/>
                  <a:pt x="25304" y="2"/>
                </a:cubicBezTo>
                <a:cubicBezTo>
                  <a:pt x="25304" y="1"/>
                  <a:pt x="25304" y="1"/>
                  <a:pt x="25305" y="0"/>
                </a:cubicBezTo>
                <a:lnTo>
                  <a:pt x="25324" y="20"/>
                </a:lnTo>
                <a:cubicBezTo>
                  <a:pt x="25323" y="21"/>
                  <a:pt x="25323" y="21"/>
                  <a:pt x="25322" y="22"/>
                </a:cubicBezTo>
                <a:cubicBezTo>
                  <a:pt x="25302" y="42"/>
                  <a:pt x="25277" y="53"/>
                  <a:pt x="25247" y="53"/>
                </a:cubicBezTo>
                <a:lnTo>
                  <a:pt x="58" y="53"/>
                </a:lnTo>
                <a:cubicBezTo>
                  <a:pt x="36" y="53"/>
                  <a:pt x="17" y="47"/>
                  <a:pt x="0" y="36"/>
                </a:cubicBezTo>
                <a:lnTo>
                  <a:pt x="48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9307080" y="4211640"/>
            <a:ext cx="18000" cy="682920"/>
          </a:xfrm>
          <a:custGeom>
            <a:avLst/>
            <a:gdLst/>
            <a:ahLst/>
            <a:rect l="0" t="0" r="r" b="b"/>
            <a:pathLst>
              <a:path w="50" h="1897">
                <a:moveTo>
                  <a:pt x="0" y="1878"/>
                </a:moveTo>
                <a:cubicBezTo>
                  <a:pt x="15" y="1862"/>
                  <a:pt x="23" y="1844"/>
                  <a:pt x="23" y="1822"/>
                </a:cubicBezTo>
                <a:lnTo>
                  <a:pt x="23" y="74"/>
                </a:lnTo>
                <a:cubicBezTo>
                  <a:pt x="23" y="53"/>
                  <a:pt x="15" y="34"/>
                  <a:pt x="0" y="18"/>
                </a:cubicBezTo>
                <a:lnTo>
                  <a:pt x="18" y="0"/>
                </a:lnTo>
                <a:cubicBezTo>
                  <a:pt x="39" y="20"/>
                  <a:pt x="50" y="45"/>
                  <a:pt x="50" y="74"/>
                </a:cubicBezTo>
                <a:lnTo>
                  <a:pt x="50" y="1822"/>
                </a:lnTo>
                <a:cubicBezTo>
                  <a:pt x="50" y="1851"/>
                  <a:pt x="39" y="1876"/>
                  <a:pt x="18" y="1897"/>
                </a:cubicBezTo>
                <a:lnTo>
                  <a:pt x="0" y="187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80720" y="4200480"/>
            <a:ext cx="9144360" cy="705240"/>
          </a:xfrm>
          <a:custGeom>
            <a:avLst/>
            <a:gdLst/>
            <a:ahLst/>
            <a:rect l="0" t="0" r="r" b="b"/>
            <a:pathLst>
              <a:path w="25401" h="1959">
                <a:moveTo>
                  <a:pt x="0" y="0"/>
                </a:moveTo>
                <a:lnTo>
                  <a:pt x="25401" y="0"/>
                </a:lnTo>
                <a:lnTo>
                  <a:pt x="25401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80720" y="2523960"/>
            <a:ext cx="2905560" cy="1572120"/>
          </a:xfrm>
          <a:custGeom>
            <a:avLst/>
            <a:gdLst/>
            <a:ahLst/>
            <a:rect l="0" t="0" r="r" b="b"/>
            <a:pathLst>
              <a:path w="8071" h="4367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7965" y="0"/>
                </a:lnTo>
                <a:cubicBezTo>
                  <a:pt x="7994" y="0"/>
                  <a:pt x="8019" y="10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4261"/>
                </a:lnTo>
                <a:cubicBezTo>
                  <a:pt x="8071" y="4290"/>
                  <a:pt x="8061" y="4315"/>
                  <a:pt x="8040" y="4336"/>
                </a:cubicBezTo>
                <a:cubicBezTo>
                  <a:pt x="8019" y="4356"/>
                  <a:pt x="7994" y="4367"/>
                  <a:pt x="7965" y="4367"/>
                </a:cubicBezTo>
                <a:lnTo>
                  <a:pt x="106" y="4367"/>
                </a:lnTo>
                <a:cubicBezTo>
                  <a:pt x="77" y="4367"/>
                  <a:pt x="52" y="4356"/>
                  <a:pt x="31" y="4336"/>
                </a:cubicBezTo>
                <a:cubicBezTo>
                  <a:pt x="11" y="4315"/>
                  <a:pt x="0" y="4290"/>
                  <a:pt x="0" y="426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80720" y="2523960"/>
            <a:ext cx="2905560" cy="1572120"/>
          </a:xfrm>
          <a:custGeom>
            <a:avLst/>
            <a:gdLst/>
            <a:ahLst/>
            <a:rect l="0" t="0" r="r" b="b"/>
            <a:pathLst>
              <a:path w="8071" h="4367">
                <a:moveTo>
                  <a:pt x="0" y="4261"/>
                </a:move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ubicBezTo>
                  <a:pt x="52" y="10"/>
                  <a:pt x="77" y="0"/>
                  <a:pt x="106" y="0"/>
                </a:cubicBezTo>
                <a:lnTo>
                  <a:pt x="7965" y="0"/>
                </a:lnTo>
                <a:cubicBezTo>
                  <a:pt x="7994" y="0"/>
                  <a:pt x="8019" y="10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4261"/>
                </a:lnTo>
                <a:cubicBezTo>
                  <a:pt x="8071" y="4290"/>
                  <a:pt x="8061" y="4315"/>
                  <a:pt x="8040" y="4336"/>
                </a:cubicBezTo>
                <a:cubicBezTo>
                  <a:pt x="8019" y="4356"/>
                  <a:pt x="7994" y="4367"/>
                  <a:pt x="7965" y="4367"/>
                </a:cubicBezTo>
                <a:lnTo>
                  <a:pt x="106" y="4367"/>
                </a:lnTo>
                <a:cubicBezTo>
                  <a:pt x="77" y="4367"/>
                  <a:pt x="52" y="4356"/>
                  <a:pt x="31" y="4336"/>
                </a:cubicBezTo>
                <a:cubicBezTo>
                  <a:pt x="11" y="4315"/>
                  <a:pt x="0" y="4290"/>
                  <a:pt x="0" y="4261"/>
                </a:cubicBezTo>
                <a:moveTo>
                  <a:pt x="27" y="106"/>
                </a:moveTo>
                <a:lnTo>
                  <a:pt x="27" y="4261"/>
                </a:lnTo>
                <a:cubicBezTo>
                  <a:pt x="27" y="4271"/>
                  <a:pt x="29" y="4281"/>
                  <a:pt x="33" y="4291"/>
                </a:cubicBezTo>
                <a:cubicBezTo>
                  <a:pt x="37" y="4301"/>
                  <a:pt x="42" y="4309"/>
                  <a:pt x="50" y="4317"/>
                </a:cubicBezTo>
                <a:cubicBezTo>
                  <a:pt x="57" y="4324"/>
                  <a:pt x="66" y="4330"/>
                  <a:pt x="76" y="4334"/>
                </a:cubicBezTo>
                <a:cubicBezTo>
                  <a:pt x="85" y="4338"/>
                  <a:pt x="96" y="4340"/>
                  <a:pt x="106" y="4340"/>
                </a:cubicBezTo>
                <a:lnTo>
                  <a:pt x="7965" y="4340"/>
                </a:lnTo>
                <a:cubicBezTo>
                  <a:pt x="7976" y="4340"/>
                  <a:pt x="7986" y="4338"/>
                  <a:pt x="7996" y="4334"/>
                </a:cubicBezTo>
                <a:cubicBezTo>
                  <a:pt x="8005" y="4330"/>
                  <a:pt x="8014" y="4324"/>
                  <a:pt x="8021" y="4317"/>
                </a:cubicBezTo>
                <a:cubicBezTo>
                  <a:pt x="8029" y="4309"/>
                  <a:pt x="8034" y="4301"/>
                  <a:pt x="8038" y="4291"/>
                </a:cubicBezTo>
                <a:cubicBezTo>
                  <a:pt x="8043" y="4281"/>
                  <a:pt x="8045" y="4271"/>
                  <a:pt x="8045" y="4261"/>
                </a:cubicBezTo>
                <a:lnTo>
                  <a:pt x="8045" y="106"/>
                </a:lnTo>
                <a:cubicBezTo>
                  <a:pt x="8045" y="95"/>
                  <a:pt x="8043" y="85"/>
                  <a:pt x="8038" y="75"/>
                </a:cubicBezTo>
                <a:cubicBezTo>
                  <a:pt x="8034" y="66"/>
                  <a:pt x="8029" y="57"/>
                  <a:pt x="8021" y="50"/>
                </a:cubicBezTo>
                <a:cubicBezTo>
                  <a:pt x="8014" y="42"/>
                  <a:pt x="8005" y="36"/>
                  <a:pt x="7996" y="32"/>
                </a:cubicBezTo>
                <a:cubicBezTo>
                  <a:pt x="7986" y="28"/>
                  <a:pt x="7976" y="26"/>
                  <a:pt x="7965" y="26"/>
                </a:cubicBezTo>
                <a:lnTo>
                  <a:pt x="106" y="26"/>
                </a:lnTo>
                <a:cubicBezTo>
                  <a:pt x="96" y="26"/>
                  <a:pt x="85" y="28"/>
                  <a:pt x="76" y="32"/>
                </a:cubicBezTo>
                <a:cubicBezTo>
                  <a:pt x="66" y="36"/>
                  <a:pt x="57" y="42"/>
                  <a:pt x="50" y="50"/>
                </a:cubicBezTo>
                <a:cubicBezTo>
                  <a:pt x="42" y="57"/>
                  <a:pt x="37" y="66"/>
                  <a:pt x="33" y="75"/>
                </a:cubicBezTo>
                <a:cubicBezTo>
                  <a:pt x="29" y="85"/>
                  <a:pt x="27" y="95"/>
                  <a:pt x="27" y="106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439640" y="1969560"/>
            <a:ext cx="62359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THE AGENTIC CODING LANDSCAPE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99960" y="30668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7" y="119"/>
                  <a:pt x="100" y="124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3" y="124"/>
                  <a:pt x="26" y="119"/>
                  <a:pt x="20" y="113"/>
                </a:cubicBezTo>
                <a:cubicBezTo>
                  <a:pt x="14" y="107"/>
                  <a:pt x="8" y="100"/>
                  <a:pt x="5" y="92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4" y="26"/>
                  <a:pt x="20" y="19"/>
                </a:cubicBezTo>
                <a:cubicBezTo>
                  <a:pt x="26" y="13"/>
                  <a:pt x="33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03920" y="2705040"/>
            <a:ext cx="219168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GENERAL AUDIENCES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399960" y="32860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7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0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3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63760" y="2989080"/>
            <a:ext cx="1370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Vibe-coding culture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99960" y="35146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7"/>
                  <a:pt x="8" y="100"/>
                  <a:pt x="5" y="92"/>
                </a:cubicBezTo>
                <a:cubicBezTo>
                  <a:pt x="1" y="84"/>
                  <a:pt x="0" y="76"/>
                  <a:pt x="0" y="66"/>
                </a:cubicBezTo>
                <a:cubicBezTo>
                  <a:pt x="0" y="57"/>
                  <a:pt x="1" y="49"/>
                  <a:pt x="5" y="40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3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63760" y="3207960"/>
            <a:ext cx="18680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Prompt-and-pray workflow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295440" y="2523960"/>
            <a:ext cx="2914920" cy="1572120"/>
          </a:xfrm>
          <a:custGeom>
            <a:avLst/>
            <a:gdLst/>
            <a:ahLst/>
            <a:rect l="0" t="0" r="r" b="b"/>
            <a:pathLst>
              <a:path w="8097" h="4367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7992" y="0"/>
                </a:lnTo>
                <a:cubicBezTo>
                  <a:pt x="8021" y="0"/>
                  <a:pt x="8046" y="10"/>
                  <a:pt x="8066" y="31"/>
                </a:cubicBezTo>
                <a:cubicBezTo>
                  <a:pt x="8087" y="52"/>
                  <a:pt x="8097" y="77"/>
                  <a:pt x="8097" y="106"/>
                </a:cubicBezTo>
                <a:lnTo>
                  <a:pt x="8097" y="4261"/>
                </a:lnTo>
                <a:cubicBezTo>
                  <a:pt x="8097" y="4290"/>
                  <a:pt x="8087" y="4315"/>
                  <a:pt x="8066" y="4336"/>
                </a:cubicBezTo>
                <a:cubicBezTo>
                  <a:pt x="8046" y="4356"/>
                  <a:pt x="8021" y="4367"/>
                  <a:pt x="7991" y="4367"/>
                </a:cubicBezTo>
                <a:lnTo>
                  <a:pt x="106" y="4367"/>
                </a:lnTo>
                <a:cubicBezTo>
                  <a:pt x="77" y="4367"/>
                  <a:pt x="52" y="4356"/>
                  <a:pt x="31" y="4336"/>
                </a:cubicBezTo>
                <a:cubicBezTo>
                  <a:pt x="10" y="4315"/>
                  <a:pt x="0" y="4290"/>
                  <a:pt x="0" y="4261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3295440" y="2523960"/>
            <a:ext cx="2914920" cy="1572120"/>
          </a:xfrm>
          <a:custGeom>
            <a:avLst/>
            <a:gdLst/>
            <a:ahLst/>
            <a:rect l="0" t="0" r="r" b="b"/>
            <a:pathLst>
              <a:path w="8097" h="4367">
                <a:moveTo>
                  <a:pt x="0" y="4261"/>
                </a:move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ubicBezTo>
                  <a:pt x="52" y="10"/>
                  <a:pt x="77" y="0"/>
                  <a:pt x="106" y="0"/>
                </a:cubicBezTo>
                <a:lnTo>
                  <a:pt x="7991" y="0"/>
                </a:lnTo>
                <a:cubicBezTo>
                  <a:pt x="8021" y="0"/>
                  <a:pt x="8046" y="10"/>
                  <a:pt x="8066" y="31"/>
                </a:cubicBezTo>
                <a:cubicBezTo>
                  <a:pt x="8087" y="52"/>
                  <a:pt x="8097" y="77"/>
                  <a:pt x="8097" y="106"/>
                </a:cubicBezTo>
                <a:lnTo>
                  <a:pt x="8097" y="4261"/>
                </a:lnTo>
                <a:cubicBezTo>
                  <a:pt x="8097" y="4290"/>
                  <a:pt x="8087" y="4315"/>
                  <a:pt x="8066" y="4336"/>
                </a:cubicBezTo>
                <a:cubicBezTo>
                  <a:pt x="8046" y="4356"/>
                  <a:pt x="8021" y="4367"/>
                  <a:pt x="7991" y="4367"/>
                </a:cubicBezTo>
                <a:lnTo>
                  <a:pt x="106" y="4367"/>
                </a:lnTo>
                <a:cubicBezTo>
                  <a:pt x="77" y="4367"/>
                  <a:pt x="52" y="4356"/>
                  <a:pt x="31" y="4336"/>
                </a:cubicBezTo>
                <a:cubicBezTo>
                  <a:pt x="10" y="4315"/>
                  <a:pt x="0" y="4290"/>
                  <a:pt x="0" y="4261"/>
                </a:cubicBezTo>
                <a:moveTo>
                  <a:pt x="27" y="106"/>
                </a:moveTo>
                <a:lnTo>
                  <a:pt x="27" y="4261"/>
                </a:lnTo>
                <a:cubicBezTo>
                  <a:pt x="27" y="4271"/>
                  <a:pt x="29" y="4281"/>
                  <a:pt x="33" y="4291"/>
                </a:cubicBezTo>
                <a:cubicBezTo>
                  <a:pt x="37" y="4301"/>
                  <a:pt x="42" y="4309"/>
                  <a:pt x="50" y="4317"/>
                </a:cubicBezTo>
                <a:cubicBezTo>
                  <a:pt x="57" y="4324"/>
                  <a:pt x="66" y="4330"/>
                  <a:pt x="76" y="4334"/>
                </a:cubicBezTo>
                <a:cubicBezTo>
                  <a:pt x="85" y="4338"/>
                  <a:pt x="95" y="4340"/>
                  <a:pt x="106" y="4340"/>
                </a:cubicBezTo>
                <a:lnTo>
                  <a:pt x="7991" y="4340"/>
                </a:lnTo>
                <a:cubicBezTo>
                  <a:pt x="8002" y="4340"/>
                  <a:pt x="8012" y="4338"/>
                  <a:pt x="8022" y="4334"/>
                </a:cubicBezTo>
                <a:cubicBezTo>
                  <a:pt x="8032" y="4330"/>
                  <a:pt x="8040" y="4324"/>
                  <a:pt x="8048" y="4317"/>
                </a:cubicBezTo>
                <a:cubicBezTo>
                  <a:pt x="8055" y="4309"/>
                  <a:pt x="8061" y="4301"/>
                  <a:pt x="8065" y="4291"/>
                </a:cubicBezTo>
                <a:cubicBezTo>
                  <a:pt x="8069" y="4281"/>
                  <a:pt x="8071" y="4271"/>
                  <a:pt x="8071" y="4261"/>
                </a:cubicBezTo>
                <a:lnTo>
                  <a:pt x="8071" y="106"/>
                </a:lnTo>
                <a:cubicBezTo>
                  <a:pt x="8071" y="95"/>
                  <a:pt x="8069" y="85"/>
                  <a:pt x="8065" y="75"/>
                </a:cubicBezTo>
                <a:cubicBezTo>
                  <a:pt x="8061" y="66"/>
                  <a:pt x="8055" y="57"/>
                  <a:pt x="8048" y="50"/>
                </a:cubicBezTo>
                <a:cubicBezTo>
                  <a:pt x="8040" y="42"/>
                  <a:pt x="8032" y="36"/>
                  <a:pt x="8022" y="32"/>
                </a:cubicBezTo>
                <a:cubicBezTo>
                  <a:pt x="8012" y="28"/>
                  <a:pt x="8002" y="26"/>
                  <a:pt x="7991" y="26"/>
                </a:cubicBezTo>
                <a:lnTo>
                  <a:pt x="106" y="26"/>
                </a:lnTo>
                <a:cubicBezTo>
                  <a:pt x="95" y="26"/>
                  <a:pt x="85" y="28"/>
                  <a:pt x="76" y="32"/>
                </a:cubicBezTo>
                <a:cubicBezTo>
                  <a:pt x="66" y="36"/>
                  <a:pt x="57" y="42"/>
                  <a:pt x="50" y="50"/>
                </a:cubicBezTo>
                <a:cubicBezTo>
                  <a:pt x="42" y="57"/>
                  <a:pt x="37" y="66"/>
                  <a:pt x="33" y="75"/>
                </a:cubicBezTo>
                <a:cubicBezTo>
                  <a:pt x="29" y="85"/>
                  <a:pt x="27" y="95"/>
                  <a:pt x="27" y="106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63760" y="3436560"/>
            <a:ext cx="1913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Zero engineering discipline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524040" y="30668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2" y="83"/>
                  <a:pt x="128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19"/>
                  <a:pt x="101" y="124"/>
                  <a:pt x="93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1" y="128"/>
                </a:cubicBezTo>
                <a:cubicBezTo>
                  <a:pt x="33" y="124"/>
                  <a:pt x="26" y="119"/>
                  <a:pt x="19" y="113"/>
                </a:cubicBezTo>
                <a:cubicBezTo>
                  <a:pt x="13" y="107"/>
                  <a:pt x="8" y="100"/>
                  <a:pt x="5" y="92"/>
                </a:cubicBezTo>
                <a:cubicBezTo>
                  <a:pt x="2" y="83"/>
                  <a:pt x="0" y="75"/>
                  <a:pt x="0" y="66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3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522600" y="2705040"/>
            <a:ext cx="174456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BLACK-BOX SDLC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524040" y="32860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1" y="125"/>
                  <a:pt x="93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3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682800" y="2989080"/>
            <a:ext cx="15930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Agent does everything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524040" y="35146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1" y="125"/>
                  <a:pt x="93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2" y="84"/>
                  <a:pt x="0" y="76"/>
                  <a:pt x="0" y="66"/>
                </a:cubicBezTo>
                <a:cubicBezTo>
                  <a:pt x="0" y="57"/>
                  <a:pt x="2" y="49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3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682800" y="3207960"/>
            <a:ext cx="242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Requirements to Code in one shot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419520" y="2523960"/>
            <a:ext cx="2905560" cy="1572120"/>
          </a:xfrm>
          <a:custGeom>
            <a:avLst/>
            <a:gdLst/>
            <a:ahLst/>
            <a:rect l="0" t="0" r="r" b="b"/>
            <a:pathLst>
              <a:path w="8071" h="4367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7965" y="0"/>
                </a:lnTo>
                <a:cubicBezTo>
                  <a:pt x="7995" y="0"/>
                  <a:pt x="8020" y="10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4261"/>
                </a:lnTo>
                <a:cubicBezTo>
                  <a:pt x="8071" y="4290"/>
                  <a:pt x="8061" y="4315"/>
                  <a:pt x="8040" y="4336"/>
                </a:cubicBezTo>
                <a:cubicBezTo>
                  <a:pt x="8020" y="4356"/>
                  <a:pt x="7995" y="4367"/>
                  <a:pt x="7965" y="4367"/>
                </a:cubicBezTo>
                <a:lnTo>
                  <a:pt x="106" y="4367"/>
                </a:lnTo>
                <a:cubicBezTo>
                  <a:pt x="77" y="4367"/>
                  <a:pt x="52" y="4356"/>
                  <a:pt x="31" y="4336"/>
                </a:cubicBezTo>
                <a:cubicBezTo>
                  <a:pt x="11" y="4315"/>
                  <a:pt x="0" y="4290"/>
                  <a:pt x="0" y="426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419520" y="2523960"/>
            <a:ext cx="2905560" cy="1572120"/>
          </a:xfrm>
          <a:custGeom>
            <a:avLst/>
            <a:gdLst/>
            <a:ahLst/>
            <a:rect l="0" t="0" r="r" b="b"/>
            <a:pathLst>
              <a:path w="8071" h="4367">
                <a:moveTo>
                  <a:pt x="0" y="4261"/>
                </a:move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ubicBezTo>
                  <a:pt x="52" y="10"/>
                  <a:pt x="77" y="0"/>
                  <a:pt x="106" y="0"/>
                </a:cubicBezTo>
                <a:lnTo>
                  <a:pt x="7965" y="0"/>
                </a:lnTo>
                <a:cubicBezTo>
                  <a:pt x="7995" y="0"/>
                  <a:pt x="8020" y="10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4261"/>
                </a:lnTo>
                <a:cubicBezTo>
                  <a:pt x="8071" y="4290"/>
                  <a:pt x="8061" y="4315"/>
                  <a:pt x="8040" y="4336"/>
                </a:cubicBezTo>
                <a:cubicBezTo>
                  <a:pt x="8020" y="4356"/>
                  <a:pt x="7995" y="4367"/>
                  <a:pt x="7965" y="4367"/>
                </a:cubicBezTo>
                <a:lnTo>
                  <a:pt x="106" y="4367"/>
                </a:lnTo>
                <a:cubicBezTo>
                  <a:pt x="77" y="4367"/>
                  <a:pt x="52" y="4356"/>
                  <a:pt x="31" y="4336"/>
                </a:cubicBezTo>
                <a:cubicBezTo>
                  <a:pt x="11" y="4315"/>
                  <a:pt x="0" y="4290"/>
                  <a:pt x="0" y="4261"/>
                </a:cubicBezTo>
                <a:moveTo>
                  <a:pt x="27" y="106"/>
                </a:moveTo>
                <a:lnTo>
                  <a:pt x="27" y="4261"/>
                </a:lnTo>
                <a:cubicBezTo>
                  <a:pt x="27" y="4271"/>
                  <a:pt x="29" y="4281"/>
                  <a:pt x="33" y="4291"/>
                </a:cubicBezTo>
                <a:cubicBezTo>
                  <a:pt x="37" y="4301"/>
                  <a:pt x="43" y="4309"/>
                  <a:pt x="50" y="4317"/>
                </a:cubicBezTo>
                <a:cubicBezTo>
                  <a:pt x="58" y="4324"/>
                  <a:pt x="66" y="4330"/>
                  <a:pt x="76" y="4334"/>
                </a:cubicBezTo>
                <a:cubicBezTo>
                  <a:pt x="86" y="4338"/>
                  <a:pt x="96" y="4340"/>
                  <a:pt x="106" y="4340"/>
                </a:cubicBezTo>
                <a:lnTo>
                  <a:pt x="7965" y="4340"/>
                </a:lnTo>
                <a:cubicBezTo>
                  <a:pt x="7976" y="4340"/>
                  <a:pt x="7986" y="4338"/>
                  <a:pt x="7996" y="4334"/>
                </a:cubicBezTo>
                <a:cubicBezTo>
                  <a:pt x="8005" y="4330"/>
                  <a:pt x="8014" y="4324"/>
                  <a:pt x="8022" y="4317"/>
                </a:cubicBezTo>
                <a:cubicBezTo>
                  <a:pt x="8029" y="4309"/>
                  <a:pt x="8035" y="4301"/>
                  <a:pt x="8039" y="4291"/>
                </a:cubicBezTo>
                <a:cubicBezTo>
                  <a:pt x="8043" y="4281"/>
                  <a:pt x="8045" y="4271"/>
                  <a:pt x="8045" y="4261"/>
                </a:cubicBezTo>
                <a:lnTo>
                  <a:pt x="8045" y="106"/>
                </a:lnTo>
                <a:cubicBezTo>
                  <a:pt x="8045" y="95"/>
                  <a:pt x="8043" y="85"/>
                  <a:pt x="8039" y="75"/>
                </a:cubicBezTo>
                <a:cubicBezTo>
                  <a:pt x="8035" y="66"/>
                  <a:pt x="8029" y="57"/>
                  <a:pt x="8022" y="50"/>
                </a:cubicBezTo>
                <a:cubicBezTo>
                  <a:pt x="8014" y="42"/>
                  <a:pt x="8005" y="36"/>
                  <a:pt x="7996" y="32"/>
                </a:cubicBezTo>
                <a:cubicBezTo>
                  <a:pt x="7986" y="28"/>
                  <a:pt x="7976" y="26"/>
                  <a:pt x="7965" y="26"/>
                </a:cubicBezTo>
                <a:lnTo>
                  <a:pt x="106" y="26"/>
                </a:lnTo>
                <a:cubicBezTo>
                  <a:pt x="96" y="26"/>
                  <a:pt x="86" y="28"/>
                  <a:pt x="76" y="32"/>
                </a:cubicBezTo>
                <a:cubicBezTo>
                  <a:pt x="66" y="36"/>
                  <a:pt x="58" y="42"/>
                  <a:pt x="50" y="50"/>
                </a:cubicBezTo>
                <a:cubicBezTo>
                  <a:pt x="43" y="57"/>
                  <a:pt x="37" y="66"/>
                  <a:pt x="33" y="75"/>
                </a:cubicBezTo>
                <a:cubicBezTo>
                  <a:pt x="29" y="85"/>
                  <a:pt x="27" y="95"/>
                  <a:pt x="27" y="106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682800" y="3436560"/>
            <a:ext cx="13572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Human = spectator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642000" y="2705040"/>
            <a:ext cx="157680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OPINIONATED &amp;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638760" y="33051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4"/>
                  <a:pt x="132" y="83"/>
                  <a:pt x="128" y="91"/>
                </a:cubicBezTo>
                <a:cubicBezTo>
                  <a:pt x="125" y="99"/>
                  <a:pt x="120" y="106"/>
                  <a:pt x="114" y="112"/>
                </a:cubicBezTo>
                <a:cubicBezTo>
                  <a:pt x="108" y="119"/>
                  <a:pt x="100" y="123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3"/>
                  <a:pt x="26" y="119"/>
                  <a:pt x="19" y="112"/>
                </a:cubicBezTo>
                <a:cubicBezTo>
                  <a:pt x="13" y="106"/>
                  <a:pt x="8" y="99"/>
                  <a:pt x="5" y="91"/>
                </a:cubicBezTo>
                <a:cubicBezTo>
                  <a:pt x="2" y="83"/>
                  <a:pt x="0" y="74"/>
                  <a:pt x="0" y="66"/>
                </a:cubicBezTo>
                <a:cubicBezTo>
                  <a:pt x="0" y="57"/>
                  <a:pt x="2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2" y="48"/>
                  <a:pt x="133" y="57"/>
                  <a:pt x="133" y="66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642000" y="2943000"/>
            <a:ext cx="86148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OPAQUE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638760" y="35240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1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801840" y="3227040"/>
            <a:ext cx="1682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Cannot inspect the plan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638760" y="37526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6"/>
                  <a:pt x="132" y="84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1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2" y="84"/>
                  <a:pt x="0" y="76"/>
                  <a:pt x="0" y="66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801840" y="3446280"/>
            <a:ext cx="1957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Cannot steer mid-execution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52080" y="4390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801840" y="3674880"/>
            <a:ext cx="20466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Cannot say “no, not like that”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52080" y="46288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25600" y="4310280"/>
            <a:ext cx="5341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Every week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a new tool claims to build your app from a single prompt.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25600" y="4548600"/>
            <a:ext cx="3206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But </a:t>
            </a:r>
            <a:r>
              <a:rPr lang="en-US" sz="137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who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are these tools actually built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for?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80720" y="2742840"/>
            <a:ext cx="4439160" cy="1305360"/>
          </a:xfrm>
          <a:custGeom>
            <a:avLst/>
            <a:gdLst/>
            <a:ahLst/>
            <a:rect l="0" t="0" r="r" b="b"/>
            <a:pathLst>
              <a:path w="12331" h="3626">
                <a:moveTo>
                  <a:pt x="31" y="31"/>
                </a:moveTo>
                <a:cubicBezTo>
                  <a:pt x="52" y="11"/>
                  <a:pt x="77" y="1"/>
                  <a:pt x="106" y="0"/>
                </a:cubicBezTo>
                <a:lnTo>
                  <a:pt x="12225" y="0"/>
                </a:lnTo>
                <a:cubicBezTo>
                  <a:pt x="12254" y="1"/>
                  <a:pt x="12279" y="11"/>
                  <a:pt x="12300" y="31"/>
                </a:cubicBezTo>
                <a:cubicBezTo>
                  <a:pt x="12320" y="52"/>
                  <a:pt x="12331" y="77"/>
                  <a:pt x="12331" y="106"/>
                </a:cubicBezTo>
                <a:lnTo>
                  <a:pt x="12331" y="3520"/>
                </a:lnTo>
                <a:cubicBezTo>
                  <a:pt x="12331" y="3550"/>
                  <a:pt x="12320" y="3575"/>
                  <a:pt x="12300" y="3595"/>
                </a:cubicBezTo>
                <a:cubicBezTo>
                  <a:pt x="12279" y="3616"/>
                  <a:pt x="12254" y="3626"/>
                  <a:pt x="12225" y="3626"/>
                </a:cubicBezTo>
                <a:lnTo>
                  <a:pt x="106" y="3626"/>
                </a:lnTo>
                <a:cubicBezTo>
                  <a:pt x="77" y="3626"/>
                  <a:pt x="52" y="3616"/>
                  <a:pt x="31" y="3595"/>
                </a:cubicBezTo>
                <a:cubicBezTo>
                  <a:pt x="11" y="3575"/>
                  <a:pt x="0" y="3550"/>
                  <a:pt x="0" y="3520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80720" y="2742840"/>
            <a:ext cx="4439160" cy="24480"/>
          </a:xfrm>
          <a:custGeom>
            <a:avLst/>
            <a:gdLst/>
            <a:ahLst/>
            <a:rect l="0" t="0" r="r" b="b"/>
            <a:pathLst>
              <a:path w="12331" h="68">
                <a:moveTo>
                  <a:pt x="12267" y="68"/>
                </a:moveTo>
                <a:lnTo>
                  <a:pt x="0" y="68"/>
                </a:lnTo>
                <a:lnTo>
                  <a:pt x="0" y="0"/>
                </a:lnTo>
                <a:lnTo>
                  <a:pt x="12331" y="0"/>
                </a:lnTo>
                <a:lnTo>
                  <a:pt x="12331" y="3"/>
                </a:lnTo>
                <a:lnTo>
                  <a:pt x="12267" y="6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98000" y="40294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20"/>
                </a:moveTo>
                <a:cubicBezTo>
                  <a:pt x="51" y="24"/>
                  <a:pt x="54" y="26"/>
                  <a:pt x="58" y="26"/>
                </a:cubicBezTo>
                <a:lnTo>
                  <a:pt x="12177" y="26"/>
                </a:lnTo>
                <a:cubicBezTo>
                  <a:pt x="12199" y="26"/>
                  <a:pt x="12218" y="18"/>
                  <a:pt x="12233" y="3"/>
                </a:cubicBezTo>
                <a:cubicBezTo>
                  <a:pt x="12234" y="1"/>
                  <a:pt x="12234" y="1"/>
                  <a:pt x="12234" y="0"/>
                </a:cubicBezTo>
                <a:lnTo>
                  <a:pt x="12253" y="20"/>
                </a:lnTo>
                <a:lnTo>
                  <a:pt x="12252" y="21"/>
                </a:lnTo>
                <a:cubicBezTo>
                  <a:pt x="12231" y="42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8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601520" y="2754000"/>
            <a:ext cx="18360" cy="1283040"/>
          </a:xfrm>
          <a:custGeom>
            <a:avLst/>
            <a:gdLst/>
            <a:ahLst/>
            <a:rect l="0" t="0" r="r" b="b"/>
            <a:pathLst>
              <a:path w="51" h="3564">
                <a:moveTo>
                  <a:pt x="0" y="3546"/>
                </a:moveTo>
                <a:cubicBezTo>
                  <a:pt x="16" y="3530"/>
                  <a:pt x="23" y="3511"/>
                  <a:pt x="23" y="3489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3489"/>
                </a:lnTo>
                <a:cubicBezTo>
                  <a:pt x="51" y="3519"/>
                  <a:pt x="40" y="3544"/>
                  <a:pt x="19" y="3564"/>
                </a:cubicBezTo>
                <a:lnTo>
                  <a:pt x="0" y="354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80720" y="2742840"/>
            <a:ext cx="4439160" cy="1305360"/>
          </a:xfrm>
          <a:custGeom>
            <a:avLst/>
            <a:gdLst/>
            <a:ahLst/>
            <a:rect l="0" t="0" r="r" b="b"/>
            <a:pathLst>
              <a:path w="12331" h="3626">
                <a:moveTo>
                  <a:pt x="0" y="0"/>
                </a:moveTo>
                <a:lnTo>
                  <a:pt x="12331" y="0"/>
                </a:lnTo>
                <a:lnTo>
                  <a:pt x="12331" y="3626"/>
                </a:lnTo>
                <a:lnTo>
                  <a:pt x="0" y="3626"/>
                </a:lnTo>
                <a:lnTo>
                  <a:pt x="0" y="0"/>
                </a:ln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715920" y="2112480"/>
            <a:ext cx="19591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THE IRONY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380880" y="3257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96360" y="2892960"/>
            <a:ext cx="218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2ECC71"/>
                </a:solidFill>
                <a:effectLst/>
                <a:uFillTx/>
                <a:latin typeface="Montserrat"/>
                <a:ea typeface="Montserrat"/>
              </a:rPr>
              <a:t>LLMS ARE GREAT AT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380880" y="34956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1"/>
                  <a:pt x="129" y="17"/>
                  <a:pt x="136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52240" y="3177000"/>
            <a:ext cx="2840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Syntactically correct code generation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80880" y="37242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7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7"/>
                </a:cubicBezTo>
                <a:cubicBezTo>
                  <a:pt x="119" y="11"/>
                  <a:pt x="129" y="17"/>
                  <a:pt x="136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52240" y="3414960"/>
            <a:ext cx="2598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API reasoning &amp; pattern matching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4886280" y="2742840"/>
            <a:ext cx="4438800" cy="1305360"/>
          </a:xfrm>
          <a:custGeom>
            <a:avLst/>
            <a:gdLst/>
            <a:ahLst/>
            <a:rect l="0" t="0" r="r" b="b"/>
            <a:pathLst>
              <a:path w="12330" h="3626">
                <a:moveTo>
                  <a:pt x="31" y="31"/>
                </a:moveTo>
                <a:cubicBezTo>
                  <a:pt x="51" y="11"/>
                  <a:pt x="76" y="1"/>
                  <a:pt x="105" y="0"/>
                </a:cubicBezTo>
                <a:lnTo>
                  <a:pt x="12224" y="0"/>
                </a:lnTo>
                <a:cubicBezTo>
                  <a:pt x="12254" y="1"/>
                  <a:pt x="12279" y="11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3520"/>
                </a:lnTo>
                <a:cubicBezTo>
                  <a:pt x="12330" y="3550"/>
                  <a:pt x="12320" y="3575"/>
                  <a:pt x="12299" y="3595"/>
                </a:cubicBezTo>
                <a:cubicBezTo>
                  <a:pt x="12279" y="3616"/>
                  <a:pt x="12254" y="3626"/>
                  <a:pt x="12224" y="3626"/>
                </a:cubicBezTo>
                <a:lnTo>
                  <a:pt x="105" y="3626"/>
                </a:lnTo>
                <a:cubicBezTo>
                  <a:pt x="76" y="3626"/>
                  <a:pt x="51" y="3616"/>
                  <a:pt x="31" y="3595"/>
                </a:cubicBezTo>
                <a:cubicBezTo>
                  <a:pt x="10" y="3575"/>
                  <a:pt x="0" y="3550"/>
                  <a:pt x="0" y="3520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886280" y="2742840"/>
            <a:ext cx="4438800" cy="24480"/>
          </a:xfrm>
          <a:custGeom>
            <a:avLst/>
            <a:gdLst/>
            <a:ahLst/>
            <a:rect l="0" t="0" r="r" b="b"/>
            <a:pathLst>
              <a:path w="12330" h="68">
                <a:moveTo>
                  <a:pt x="12267" y="68"/>
                </a:moveTo>
                <a:lnTo>
                  <a:pt x="0" y="68"/>
                </a:lnTo>
                <a:lnTo>
                  <a:pt x="0" y="0"/>
                </a:lnTo>
                <a:lnTo>
                  <a:pt x="12330" y="0"/>
                </a:lnTo>
                <a:lnTo>
                  <a:pt x="12330" y="3"/>
                </a:lnTo>
                <a:lnTo>
                  <a:pt x="12267" y="6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903560" y="40294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20"/>
                </a:moveTo>
                <a:cubicBezTo>
                  <a:pt x="50" y="24"/>
                  <a:pt x="54" y="26"/>
                  <a:pt x="57" y="26"/>
                </a:cubicBezTo>
                <a:lnTo>
                  <a:pt x="12176" y="26"/>
                </a:lnTo>
                <a:cubicBezTo>
                  <a:pt x="12198" y="26"/>
                  <a:pt x="12217" y="18"/>
                  <a:pt x="12233" y="3"/>
                </a:cubicBezTo>
                <a:cubicBezTo>
                  <a:pt x="12233" y="1"/>
                  <a:pt x="12233" y="1"/>
                  <a:pt x="12234" y="0"/>
                </a:cubicBezTo>
                <a:lnTo>
                  <a:pt x="12253" y="20"/>
                </a:lnTo>
                <a:cubicBezTo>
                  <a:pt x="12252" y="20"/>
                  <a:pt x="12252" y="21"/>
                  <a:pt x="12251" y="21"/>
                </a:cubicBezTo>
                <a:cubicBezTo>
                  <a:pt x="12231" y="42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7"/>
                  <a:pt x="0" y="35"/>
                </a:cubicBezTo>
                <a:lnTo>
                  <a:pt x="47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9307080" y="2754000"/>
            <a:ext cx="18000" cy="1283040"/>
          </a:xfrm>
          <a:custGeom>
            <a:avLst/>
            <a:gdLst/>
            <a:ahLst/>
            <a:rect l="0" t="0" r="r" b="b"/>
            <a:pathLst>
              <a:path w="50" h="3564">
                <a:moveTo>
                  <a:pt x="0" y="3546"/>
                </a:moveTo>
                <a:cubicBezTo>
                  <a:pt x="15" y="3530"/>
                  <a:pt x="23" y="3511"/>
                  <a:pt x="23" y="3489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3489"/>
                </a:lnTo>
                <a:cubicBezTo>
                  <a:pt x="50" y="3519"/>
                  <a:pt x="39" y="3544"/>
                  <a:pt x="18" y="3564"/>
                </a:cubicBezTo>
                <a:lnTo>
                  <a:pt x="0" y="354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886280" y="2742840"/>
            <a:ext cx="4438800" cy="1305360"/>
          </a:xfrm>
          <a:custGeom>
            <a:avLst/>
            <a:gdLst/>
            <a:ahLst/>
            <a:rect l="0" t="0" r="r" b="b"/>
            <a:pathLst>
              <a:path w="12330" h="3626">
                <a:moveTo>
                  <a:pt x="0" y="0"/>
                </a:moveTo>
                <a:lnTo>
                  <a:pt x="12330" y="0"/>
                </a:lnTo>
                <a:lnTo>
                  <a:pt x="12330" y="3626"/>
                </a:lnTo>
                <a:lnTo>
                  <a:pt x="0" y="3626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52240" y="3643560"/>
            <a:ext cx="2887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Working across massive training data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086080" y="3257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4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1"/>
                  <a:pt x="24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101560" y="2892960"/>
            <a:ext cx="249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E74C3C"/>
                </a:solidFill>
                <a:effectLst/>
                <a:uFillTx/>
                <a:latin typeface="Montserrat"/>
                <a:ea typeface="Montserrat"/>
              </a:rPr>
              <a:t>LLMS ARE TERRIBLE AT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086080" y="34956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4" y="136"/>
                </a:cubicBezTo>
                <a:cubicBezTo>
                  <a:pt x="17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7" y="31"/>
                  <a:pt x="24" y="24"/>
                </a:cubicBezTo>
                <a:cubicBezTo>
                  <a:pt x="32" y="17"/>
                  <a:pt x="41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257440" y="3177000"/>
            <a:ext cx="2038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Requirements engineering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086080" y="37242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4" y="136"/>
                </a:cubicBezTo>
                <a:cubicBezTo>
                  <a:pt x="17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7" y="31"/>
                  <a:pt x="24" y="24"/>
                </a:cubicBezTo>
                <a:cubicBezTo>
                  <a:pt x="32" y="17"/>
                  <a:pt x="41" y="11"/>
                  <a:pt x="50" y="7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7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257440" y="3414960"/>
            <a:ext cx="1729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Architectural judgment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523880" y="4288320"/>
            <a:ext cx="6455880" cy="396720"/>
          </a:xfrm>
          <a:custGeom>
            <a:avLst/>
            <a:gdLst/>
            <a:ahLst/>
            <a:rect l="0" t="0" r="r" b="b"/>
            <a:pathLst>
              <a:path w="17933" h="1102">
                <a:moveTo>
                  <a:pt x="79" y="73"/>
                </a:moveTo>
                <a:lnTo>
                  <a:pt x="79" y="1027"/>
                </a:lnTo>
                <a:lnTo>
                  <a:pt x="17754" y="1027"/>
                </a:lnTo>
                <a:cubicBezTo>
                  <a:pt x="17784" y="1027"/>
                  <a:pt x="17809" y="1016"/>
                  <a:pt x="17829" y="996"/>
                </a:cubicBezTo>
                <a:cubicBezTo>
                  <a:pt x="17850" y="975"/>
                  <a:pt x="17860" y="950"/>
                  <a:pt x="17860" y="921"/>
                </a:cubicBezTo>
                <a:lnTo>
                  <a:pt x="17860" y="179"/>
                </a:lnTo>
                <a:cubicBezTo>
                  <a:pt x="17860" y="150"/>
                  <a:pt x="17850" y="125"/>
                  <a:pt x="17829" y="104"/>
                </a:cubicBezTo>
                <a:cubicBezTo>
                  <a:pt x="17809" y="83"/>
                  <a:pt x="17784" y="73"/>
                  <a:pt x="17754" y="73"/>
                </a:cubicBezTo>
                <a:lnTo>
                  <a:pt x="79" y="73"/>
                </a:lnTo>
                <a:moveTo>
                  <a:pt x="0" y="0"/>
                </a:moveTo>
                <a:lnTo>
                  <a:pt x="17933" y="0"/>
                </a:lnTo>
                <a:lnTo>
                  <a:pt x="17933" y="1102"/>
                </a:lnTo>
                <a:lnTo>
                  <a:pt x="0" y="11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566720" y="4314600"/>
            <a:ext cx="6386760" cy="343440"/>
          </a:xfrm>
          <a:custGeom>
            <a:avLst/>
            <a:gdLst/>
            <a:ahLst/>
            <a:rect l="0" t="0" r="r" b="b"/>
            <a:pathLst>
              <a:path w="17741" h="954">
                <a:moveTo>
                  <a:pt x="0" y="954"/>
                </a:moveTo>
                <a:lnTo>
                  <a:pt x="0" y="0"/>
                </a:lnTo>
                <a:lnTo>
                  <a:pt x="17635" y="0"/>
                </a:lnTo>
                <a:cubicBezTo>
                  <a:pt x="17649" y="0"/>
                  <a:pt x="17663" y="3"/>
                  <a:pt x="17676" y="8"/>
                </a:cubicBezTo>
                <a:cubicBezTo>
                  <a:pt x="17689" y="14"/>
                  <a:pt x="17700" y="21"/>
                  <a:pt x="17710" y="31"/>
                </a:cubicBezTo>
                <a:cubicBezTo>
                  <a:pt x="17720" y="41"/>
                  <a:pt x="17728" y="52"/>
                  <a:pt x="17733" y="65"/>
                </a:cubicBezTo>
                <a:cubicBezTo>
                  <a:pt x="17739" y="78"/>
                  <a:pt x="17741" y="92"/>
                  <a:pt x="17741" y="106"/>
                </a:cubicBezTo>
                <a:lnTo>
                  <a:pt x="17741" y="847"/>
                </a:lnTo>
                <a:cubicBezTo>
                  <a:pt x="17741" y="861"/>
                  <a:pt x="17739" y="875"/>
                  <a:pt x="17733" y="888"/>
                </a:cubicBezTo>
                <a:cubicBezTo>
                  <a:pt x="17728" y="901"/>
                  <a:pt x="17720" y="913"/>
                  <a:pt x="17710" y="923"/>
                </a:cubicBezTo>
                <a:cubicBezTo>
                  <a:pt x="17700" y="933"/>
                  <a:pt x="17689" y="940"/>
                  <a:pt x="17676" y="946"/>
                </a:cubicBezTo>
                <a:cubicBezTo>
                  <a:pt x="17663" y="951"/>
                  <a:pt x="17649" y="954"/>
                  <a:pt x="17635" y="954"/>
                </a:cubicBezTo>
                <a:lnTo>
                  <a:pt x="0" y="954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552320" y="4314600"/>
            <a:ext cx="29160" cy="343440"/>
          </a:xfrm>
          <a:custGeom>
            <a:avLst/>
            <a:gdLst/>
            <a:ahLst/>
            <a:rect l="0" t="0" r="r" b="b"/>
            <a:pathLst>
              <a:path w="81" h="954">
                <a:moveTo>
                  <a:pt x="0" y="0"/>
                </a:moveTo>
                <a:lnTo>
                  <a:pt x="81" y="0"/>
                </a:lnTo>
                <a:lnTo>
                  <a:pt x="81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257440" y="3643560"/>
            <a:ext cx="2357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Knowing when to stop and ask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628640" y="4374360"/>
            <a:ext cx="66276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70" b="0" i="1" u="none" strike="noStrike">
                <a:solidFill>
                  <a:srgbClr val="1A1A2E"/>
                </a:solidFill>
                <a:effectLst/>
                <a:uFillTx/>
                <a:latin typeface="SourceSansPro-It"/>
                <a:ea typeface="SourceSansPro-It"/>
              </a:rPr>
              <a:t>“They’re brilliant at generating code, but they can’t tell you </a:t>
            </a:r>
            <a:r>
              <a:rPr lang="en-US" sz="147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what</a:t>
            </a:r>
            <a:r>
              <a:rPr lang="en-US" sz="1470" b="0" i="1" u="none" strike="noStrike">
                <a:solidFill>
                  <a:srgbClr val="1A1A2E"/>
                </a:solidFill>
                <a:effectLst/>
                <a:uFillTx/>
                <a:latin typeface="SourceSansPro-It"/>
                <a:ea typeface="SourceSansPro-It"/>
              </a:rPr>
              <a:t> to build or </a:t>
            </a:r>
            <a:r>
              <a:rPr lang="en-US" sz="147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why.</a:t>
            </a:r>
            <a:r>
              <a:rPr lang="en-US" sz="1470" b="0" i="1" u="none" strike="noStrike">
                <a:solidFill>
                  <a:srgbClr val="1A1A2E"/>
                </a:solidFill>
                <a:effectLst/>
                <a:uFillTx/>
                <a:latin typeface="SourceSansPro-It"/>
                <a:ea typeface="SourceSansPro-It"/>
              </a:rPr>
              <a:t>”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90440" y="2314440"/>
            <a:ext cx="9125280" cy="1229040"/>
          </a:xfrm>
          <a:custGeom>
            <a:avLst/>
            <a:gdLst/>
            <a:ahLst/>
            <a:rect l="0" t="0" r="r" b="b"/>
            <a:pathLst>
              <a:path w="25348" h="3414">
                <a:moveTo>
                  <a:pt x="0" y="322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25163" y="0"/>
                </a:lnTo>
                <a:cubicBezTo>
                  <a:pt x="25175" y="0"/>
                  <a:pt x="25187" y="1"/>
                  <a:pt x="25199" y="3"/>
                </a:cubicBezTo>
                <a:cubicBezTo>
                  <a:pt x="25211" y="6"/>
                  <a:pt x="25222" y="9"/>
                  <a:pt x="25233" y="14"/>
                </a:cubicBezTo>
                <a:cubicBezTo>
                  <a:pt x="25245" y="19"/>
                  <a:pt x="25255" y="24"/>
                  <a:pt x="25265" y="31"/>
                </a:cubicBezTo>
                <a:cubicBezTo>
                  <a:pt x="25276" y="38"/>
                  <a:pt x="25285" y="46"/>
                  <a:pt x="25294" y="54"/>
                </a:cubicBezTo>
                <a:cubicBezTo>
                  <a:pt x="25302" y="63"/>
                  <a:pt x="25310" y="72"/>
                  <a:pt x="25317" y="82"/>
                </a:cubicBezTo>
                <a:cubicBezTo>
                  <a:pt x="25323" y="92"/>
                  <a:pt x="25329" y="103"/>
                  <a:pt x="25334" y="114"/>
                </a:cubicBezTo>
                <a:cubicBezTo>
                  <a:pt x="25338" y="125"/>
                  <a:pt x="25342" y="137"/>
                  <a:pt x="25344" y="149"/>
                </a:cubicBezTo>
                <a:cubicBezTo>
                  <a:pt x="25347" y="161"/>
                  <a:pt x="25348" y="173"/>
                  <a:pt x="25348" y="185"/>
                </a:cubicBezTo>
                <a:lnTo>
                  <a:pt x="25348" y="3229"/>
                </a:lnTo>
                <a:cubicBezTo>
                  <a:pt x="25348" y="3241"/>
                  <a:pt x="25347" y="3253"/>
                  <a:pt x="25344" y="3265"/>
                </a:cubicBezTo>
                <a:cubicBezTo>
                  <a:pt x="25342" y="3277"/>
                  <a:pt x="25338" y="3288"/>
                  <a:pt x="25334" y="3300"/>
                </a:cubicBezTo>
                <a:cubicBezTo>
                  <a:pt x="25329" y="3311"/>
                  <a:pt x="25323" y="3322"/>
                  <a:pt x="25317" y="3332"/>
                </a:cubicBezTo>
                <a:cubicBezTo>
                  <a:pt x="25310" y="3342"/>
                  <a:pt x="25302" y="3351"/>
                  <a:pt x="25294" y="3360"/>
                </a:cubicBezTo>
                <a:cubicBezTo>
                  <a:pt x="25285" y="3368"/>
                  <a:pt x="25276" y="3376"/>
                  <a:pt x="25265" y="3383"/>
                </a:cubicBezTo>
                <a:cubicBezTo>
                  <a:pt x="25255" y="3390"/>
                  <a:pt x="25245" y="3395"/>
                  <a:pt x="25233" y="3400"/>
                </a:cubicBezTo>
                <a:cubicBezTo>
                  <a:pt x="25222" y="3405"/>
                  <a:pt x="25211" y="3408"/>
                  <a:pt x="25199" y="3410"/>
                </a:cubicBezTo>
                <a:cubicBezTo>
                  <a:pt x="25187" y="3413"/>
                  <a:pt x="25175" y="3414"/>
                  <a:pt x="25163" y="3414"/>
                </a:cubicBezTo>
                <a:lnTo>
                  <a:pt x="185" y="3414"/>
                </a:lnTo>
                <a:cubicBezTo>
                  <a:pt x="173" y="3414"/>
                  <a:pt x="161" y="3413"/>
                  <a:pt x="149" y="3410"/>
                </a:cubicBezTo>
                <a:cubicBezTo>
                  <a:pt x="137" y="3408"/>
                  <a:pt x="125" y="3405"/>
                  <a:pt x="114" y="3400"/>
                </a:cubicBezTo>
                <a:cubicBezTo>
                  <a:pt x="103" y="3395"/>
                  <a:pt x="92" y="3390"/>
                  <a:pt x="82" y="3383"/>
                </a:cubicBezTo>
                <a:cubicBezTo>
                  <a:pt x="72" y="3376"/>
                  <a:pt x="63" y="3368"/>
                  <a:pt x="54" y="3360"/>
                </a:cubicBezTo>
                <a:cubicBezTo>
                  <a:pt x="45" y="3351"/>
                  <a:pt x="38" y="3342"/>
                  <a:pt x="31" y="3332"/>
                </a:cubicBezTo>
                <a:cubicBezTo>
                  <a:pt x="24" y="3322"/>
                  <a:pt x="18" y="3311"/>
                  <a:pt x="14" y="3300"/>
                </a:cubicBezTo>
                <a:cubicBezTo>
                  <a:pt x="9" y="3288"/>
                  <a:pt x="6" y="3277"/>
                  <a:pt x="3" y="3265"/>
                </a:cubicBezTo>
                <a:cubicBezTo>
                  <a:pt x="1" y="3253"/>
                  <a:pt x="0" y="3241"/>
                  <a:pt x="0" y="3229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90440" y="2314440"/>
            <a:ext cx="9125280" cy="1229040"/>
          </a:xfrm>
          <a:custGeom>
            <a:avLst/>
            <a:gdLst/>
            <a:ahLst/>
            <a:rect l="0" t="0" r="r" b="b"/>
            <a:pathLst>
              <a:path w="25348" h="3414">
                <a:moveTo>
                  <a:pt x="0" y="322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25163" y="0"/>
                </a:lnTo>
                <a:cubicBezTo>
                  <a:pt x="25175" y="0"/>
                  <a:pt x="25187" y="1"/>
                  <a:pt x="25199" y="3"/>
                </a:cubicBezTo>
                <a:cubicBezTo>
                  <a:pt x="25211" y="6"/>
                  <a:pt x="25222" y="9"/>
                  <a:pt x="25233" y="14"/>
                </a:cubicBezTo>
                <a:cubicBezTo>
                  <a:pt x="25245" y="19"/>
                  <a:pt x="25255" y="24"/>
                  <a:pt x="25265" y="31"/>
                </a:cubicBezTo>
                <a:cubicBezTo>
                  <a:pt x="25276" y="38"/>
                  <a:pt x="25285" y="46"/>
                  <a:pt x="25294" y="54"/>
                </a:cubicBezTo>
                <a:cubicBezTo>
                  <a:pt x="25302" y="63"/>
                  <a:pt x="25310" y="72"/>
                  <a:pt x="25317" y="82"/>
                </a:cubicBezTo>
                <a:cubicBezTo>
                  <a:pt x="25323" y="92"/>
                  <a:pt x="25329" y="103"/>
                  <a:pt x="25334" y="114"/>
                </a:cubicBezTo>
                <a:cubicBezTo>
                  <a:pt x="25338" y="125"/>
                  <a:pt x="25342" y="137"/>
                  <a:pt x="25344" y="149"/>
                </a:cubicBezTo>
                <a:cubicBezTo>
                  <a:pt x="25347" y="161"/>
                  <a:pt x="25348" y="173"/>
                  <a:pt x="25348" y="185"/>
                </a:cubicBezTo>
                <a:lnTo>
                  <a:pt x="25348" y="3229"/>
                </a:lnTo>
                <a:cubicBezTo>
                  <a:pt x="25348" y="3241"/>
                  <a:pt x="25347" y="3253"/>
                  <a:pt x="25344" y="3265"/>
                </a:cubicBezTo>
                <a:cubicBezTo>
                  <a:pt x="25342" y="3277"/>
                  <a:pt x="25338" y="3288"/>
                  <a:pt x="25334" y="3300"/>
                </a:cubicBezTo>
                <a:cubicBezTo>
                  <a:pt x="25329" y="3311"/>
                  <a:pt x="25323" y="3322"/>
                  <a:pt x="25317" y="3332"/>
                </a:cubicBezTo>
                <a:cubicBezTo>
                  <a:pt x="25310" y="3342"/>
                  <a:pt x="25302" y="3351"/>
                  <a:pt x="25294" y="3360"/>
                </a:cubicBezTo>
                <a:cubicBezTo>
                  <a:pt x="25285" y="3368"/>
                  <a:pt x="25276" y="3376"/>
                  <a:pt x="25265" y="3383"/>
                </a:cubicBezTo>
                <a:cubicBezTo>
                  <a:pt x="25255" y="3390"/>
                  <a:pt x="25245" y="3395"/>
                  <a:pt x="25233" y="3400"/>
                </a:cubicBezTo>
                <a:cubicBezTo>
                  <a:pt x="25222" y="3405"/>
                  <a:pt x="25211" y="3408"/>
                  <a:pt x="25199" y="3410"/>
                </a:cubicBezTo>
                <a:cubicBezTo>
                  <a:pt x="25187" y="3413"/>
                  <a:pt x="25175" y="3414"/>
                  <a:pt x="25163" y="3414"/>
                </a:cubicBezTo>
                <a:lnTo>
                  <a:pt x="185" y="3414"/>
                </a:lnTo>
                <a:cubicBezTo>
                  <a:pt x="173" y="3414"/>
                  <a:pt x="161" y="3413"/>
                  <a:pt x="149" y="3410"/>
                </a:cubicBezTo>
                <a:cubicBezTo>
                  <a:pt x="137" y="3408"/>
                  <a:pt x="125" y="3405"/>
                  <a:pt x="114" y="3400"/>
                </a:cubicBezTo>
                <a:cubicBezTo>
                  <a:pt x="103" y="3395"/>
                  <a:pt x="92" y="3390"/>
                  <a:pt x="82" y="3383"/>
                </a:cubicBezTo>
                <a:cubicBezTo>
                  <a:pt x="72" y="3376"/>
                  <a:pt x="63" y="3368"/>
                  <a:pt x="54" y="3360"/>
                </a:cubicBezTo>
                <a:cubicBezTo>
                  <a:pt x="45" y="3351"/>
                  <a:pt x="38" y="3342"/>
                  <a:pt x="31" y="3332"/>
                </a:cubicBezTo>
                <a:cubicBezTo>
                  <a:pt x="24" y="3322"/>
                  <a:pt x="18" y="3311"/>
                  <a:pt x="14" y="3300"/>
                </a:cubicBezTo>
                <a:cubicBezTo>
                  <a:pt x="9" y="3288"/>
                  <a:pt x="6" y="3277"/>
                  <a:pt x="3" y="3265"/>
                </a:cubicBezTo>
                <a:cubicBezTo>
                  <a:pt x="1" y="3253"/>
                  <a:pt x="0" y="3241"/>
                  <a:pt x="0" y="3229"/>
                </a:cubicBezTo>
                <a:close/>
              </a:path>
            </a:pathLst>
          </a:custGeom>
          <a:noFill/>
          <a:ln w="18720">
            <a:solidFill>
              <a:srgbClr val="BE29E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550680" y="1740960"/>
            <a:ext cx="22788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THE INSIGHT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606400" y="2590200"/>
            <a:ext cx="47804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00" b="1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“The bottleneck is not code generation.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900880" y="2952000"/>
            <a:ext cx="41450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00" b="1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It’s </a:t>
            </a:r>
            <a:r>
              <a:rPr lang="en-US" sz="200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specification</a:t>
            </a:r>
            <a:r>
              <a:rPr lang="en-US" sz="2000" b="1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and </a:t>
            </a:r>
            <a:r>
              <a:rPr lang="en-US" sz="200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verification</a:t>
            </a:r>
            <a:r>
              <a:rPr lang="en-US" sz="2000" b="1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.”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523880" y="4114440"/>
            <a:ext cx="6455880" cy="933120"/>
          </a:xfrm>
          <a:custGeom>
            <a:avLst/>
            <a:gdLst/>
            <a:ahLst/>
            <a:rect l="0" t="0" r="r" b="b"/>
            <a:pathLst>
              <a:path w="17933" h="2592">
                <a:moveTo>
                  <a:pt x="79" y="80"/>
                </a:moveTo>
                <a:lnTo>
                  <a:pt x="79" y="2515"/>
                </a:lnTo>
                <a:lnTo>
                  <a:pt x="17754" y="2515"/>
                </a:lnTo>
                <a:cubicBezTo>
                  <a:pt x="17784" y="2515"/>
                  <a:pt x="17809" y="2505"/>
                  <a:pt x="17829" y="2484"/>
                </a:cubicBezTo>
                <a:cubicBezTo>
                  <a:pt x="17850" y="2463"/>
                  <a:pt x="17860" y="2438"/>
                  <a:pt x="17860" y="2409"/>
                </a:cubicBezTo>
                <a:lnTo>
                  <a:pt x="17860" y="186"/>
                </a:lnTo>
                <a:cubicBezTo>
                  <a:pt x="17860" y="156"/>
                  <a:pt x="17850" y="132"/>
                  <a:pt x="17829" y="111"/>
                </a:cubicBezTo>
                <a:cubicBezTo>
                  <a:pt x="17809" y="90"/>
                  <a:pt x="17784" y="80"/>
                  <a:pt x="17754" y="80"/>
                </a:cubicBezTo>
                <a:lnTo>
                  <a:pt x="79" y="80"/>
                </a:lnTo>
                <a:moveTo>
                  <a:pt x="0" y="0"/>
                </a:moveTo>
                <a:lnTo>
                  <a:pt x="17933" y="0"/>
                </a:lnTo>
                <a:lnTo>
                  <a:pt x="17933" y="2592"/>
                </a:lnTo>
                <a:lnTo>
                  <a:pt x="0" y="25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566720" y="4143240"/>
            <a:ext cx="6386760" cy="876600"/>
          </a:xfrm>
          <a:custGeom>
            <a:avLst/>
            <a:gdLst/>
            <a:ahLst/>
            <a:rect l="0" t="0" r="r" b="b"/>
            <a:pathLst>
              <a:path w="17741" h="2435">
                <a:moveTo>
                  <a:pt x="0" y="2435"/>
                </a:moveTo>
                <a:lnTo>
                  <a:pt x="0" y="0"/>
                </a:lnTo>
                <a:lnTo>
                  <a:pt x="17635" y="0"/>
                </a:lnTo>
                <a:cubicBezTo>
                  <a:pt x="17649" y="0"/>
                  <a:pt x="17663" y="3"/>
                  <a:pt x="17676" y="8"/>
                </a:cubicBezTo>
                <a:cubicBezTo>
                  <a:pt x="17689" y="13"/>
                  <a:pt x="17700" y="21"/>
                  <a:pt x="17710" y="31"/>
                </a:cubicBezTo>
                <a:cubicBezTo>
                  <a:pt x="17720" y="41"/>
                  <a:pt x="17728" y="52"/>
                  <a:pt x="17733" y="65"/>
                </a:cubicBezTo>
                <a:cubicBezTo>
                  <a:pt x="17739" y="78"/>
                  <a:pt x="17741" y="92"/>
                  <a:pt x="17741" y="106"/>
                </a:cubicBezTo>
                <a:lnTo>
                  <a:pt x="17741" y="2329"/>
                </a:lnTo>
                <a:cubicBezTo>
                  <a:pt x="17741" y="2343"/>
                  <a:pt x="17739" y="2357"/>
                  <a:pt x="17733" y="2370"/>
                </a:cubicBezTo>
                <a:cubicBezTo>
                  <a:pt x="17728" y="2383"/>
                  <a:pt x="17720" y="2394"/>
                  <a:pt x="17710" y="2404"/>
                </a:cubicBezTo>
                <a:cubicBezTo>
                  <a:pt x="17700" y="2414"/>
                  <a:pt x="17689" y="2422"/>
                  <a:pt x="17676" y="2427"/>
                </a:cubicBezTo>
                <a:cubicBezTo>
                  <a:pt x="17663" y="2432"/>
                  <a:pt x="17649" y="2435"/>
                  <a:pt x="17635" y="2435"/>
                </a:cubicBezTo>
                <a:lnTo>
                  <a:pt x="0" y="2435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552320" y="4143240"/>
            <a:ext cx="29160" cy="876600"/>
          </a:xfrm>
          <a:custGeom>
            <a:avLst/>
            <a:gdLst/>
            <a:ahLst/>
            <a:rect l="0" t="0" r="r" b="b"/>
            <a:pathLst>
              <a:path w="81" h="2435">
                <a:moveTo>
                  <a:pt x="0" y="0"/>
                </a:moveTo>
                <a:lnTo>
                  <a:pt x="81" y="0"/>
                </a:lnTo>
                <a:lnTo>
                  <a:pt x="81" y="2435"/>
                </a:lnTo>
                <a:lnTo>
                  <a:pt x="0" y="2435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81080" y="3741480"/>
            <a:ext cx="14324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Which led us to ask: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628640" y="4200480"/>
            <a:ext cx="577116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What if we stopped treating the LLM as an autonomous engineer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628640" y="4467240"/>
            <a:ext cx="619596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and started treating it as a </a:t>
            </a:r>
            <a:r>
              <a:rPr lang="en-US" sz="1580" b="0" i="1" u="none" strike="noStrike">
                <a:solidFill>
                  <a:srgbClr val="800080"/>
                </a:solidFill>
                <a:effectLst/>
                <a:uFillTx/>
                <a:latin typeface="SourceSansPro-SemiboldIt"/>
                <a:ea typeface="SourceSansPro-SemiboldIt"/>
              </a:rPr>
              <a:t>disciplined tool</a:t>
            </a:r>
            <a:r>
              <a:rPr lang="en-US" sz="158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 in a human-led engineering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628640" y="4724280"/>
            <a:ext cx="89496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workflow?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80720" y="2409480"/>
            <a:ext cx="9144360" cy="2115000"/>
          </a:xfrm>
          <a:custGeom>
            <a:avLst/>
            <a:gdLst/>
            <a:ahLst/>
            <a:rect l="0" t="0" r="r" b="b"/>
            <a:pathLst>
              <a:path w="25401" h="5875">
                <a:moveTo>
                  <a:pt x="0" y="0"/>
                </a:moveTo>
                <a:lnTo>
                  <a:pt x="25401" y="0"/>
                </a:lnTo>
                <a:lnTo>
                  <a:pt x="25401" y="5875"/>
                </a:lnTo>
                <a:lnTo>
                  <a:pt x="0" y="587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2700000" y="3426840"/>
            <a:ext cx="39171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THE ANSWER: CORGE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952800" y="23461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02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785320" y="3987720"/>
            <a:ext cx="4195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Specification-Driven, Engineer-First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3108960" y="2236320"/>
            <a:ext cx="3117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WHAT IS CORGE?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81080" y="2836440"/>
            <a:ext cx="9294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 </a:t>
            </a:r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specification-driven, software-engineer-first</a:t>
            </a:r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agentic development system. It enforces a controlled engineering workflow where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76120" y="3752640"/>
            <a:ext cx="1238400" cy="476640"/>
          </a:xfrm>
          <a:custGeom>
            <a:avLst/>
            <a:gdLst/>
            <a:ahLst/>
            <a:rect l="0" t="0" r="r" b="b"/>
            <a:pathLst>
              <a:path w="3440" h="1324">
                <a:moveTo>
                  <a:pt x="106" y="0"/>
                </a:moveTo>
                <a:lnTo>
                  <a:pt x="3335" y="0"/>
                </a:lnTo>
                <a:cubicBezTo>
                  <a:pt x="3349" y="0"/>
                  <a:pt x="3362" y="3"/>
                  <a:pt x="3375" y="8"/>
                </a:cubicBezTo>
                <a:cubicBezTo>
                  <a:pt x="3388" y="14"/>
                  <a:pt x="3399" y="21"/>
                  <a:pt x="3409" y="31"/>
                </a:cubicBezTo>
                <a:cubicBezTo>
                  <a:pt x="3419" y="41"/>
                  <a:pt x="3427" y="52"/>
                  <a:pt x="3432" y="65"/>
                </a:cubicBezTo>
                <a:cubicBezTo>
                  <a:pt x="3438" y="78"/>
                  <a:pt x="3440" y="92"/>
                  <a:pt x="3440" y="106"/>
                </a:cubicBezTo>
                <a:lnTo>
                  <a:pt x="3440" y="1218"/>
                </a:lnTo>
                <a:cubicBezTo>
                  <a:pt x="3440" y="1232"/>
                  <a:pt x="3438" y="1246"/>
                  <a:pt x="3432" y="1259"/>
                </a:cubicBezTo>
                <a:cubicBezTo>
                  <a:pt x="3427" y="1272"/>
                  <a:pt x="3419" y="1283"/>
                  <a:pt x="3409" y="1293"/>
                </a:cubicBezTo>
                <a:cubicBezTo>
                  <a:pt x="3399" y="1303"/>
                  <a:pt x="3388" y="1311"/>
                  <a:pt x="3375" y="1316"/>
                </a:cubicBezTo>
                <a:cubicBezTo>
                  <a:pt x="3362" y="1321"/>
                  <a:pt x="3349" y="1324"/>
                  <a:pt x="3335" y="1324"/>
                </a:cubicBezTo>
                <a:lnTo>
                  <a:pt x="106" y="1324"/>
                </a:lnTo>
                <a:cubicBezTo>
                  <a:pt x="92" y="1324"/>
                  <a:pt x="78" y="1321"/>
                  <a:pt x="65" y="1316"/>
                </a:cubicBezTo>
                <a:cubicBezTo>
                  <a:pt x="52" y="1311"/>
                  <a:pt x="41" y="1303"/>
                  <a:pt x="31" y="1293"/>
                </a:cubicBezTo>
                <a:cubicBezTo>
                  <a:pt x="21" y="1283"/>
                  <a:pt x="13" y="1272"/>
                  <a:pt x="8" y="1259"/>
                </a:cubicBezTo>
                <a:cubicBezTo>
                  <a:pt x="2" y="1246"/>
                  <a:pt x="0" y="1232"/>
                  <a:pt x="0" y="1218"/>
                </a:cubicBez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81080" y="3046320"/>
            <a:ext cx="2562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ambiguity decreases at every stage.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77080" y="3853800"/>
            <a:ext cx="71676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Freestyle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514160" y="3990960"/>
            <a:ext cx="333360" cy="0"/>
          </a:xfrm>
          <a:prstGeom prst="line">
            <a:avLst/>
          </a:prstGeom>
          <a:ln w="1872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744920" y="39337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160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895400" y="3752640"/>
            <a:ext cx="1238400" cy="476640"/>
          </a:xfrm>
          <a:custGeom>
            <a:avLst/>
            <a:gdLst/>
            <a:ahLst/>
            <a:rect l="0" t="0" r="r" b="b"/>
            <a:pathLst>
              <a:path w="3440" h="1324">
                <a:moveTo>
                  <a:pt x="106" y="0"/>
                </a:moveTo>
                <a:lnTo>
                  <a:pt x="3334" y="0"/>
                </a:lnTo>
                <a:cubicBezTo>
                  <a:pt x="3348" y="0"/>
                  <a:pt x="3362" y="3"/>
                  <a:pt x="3375" y="8"/>
                </a:cubicBezTo>
                <a:cubicBezTo>
                  <a:pt x="3388" y="14"/>
                  <a:pt x="3399" y="21"/>
                  <a:pt x="3409" y="31"/>
                </a:cubicBezTo>
                <a:cubicBezTo>
                  <a:pt x="3419" y="41"/>
                  <a:pt x="3427" y="52"/>
                  <a:pt x="3432" y="65"/>
                </a:cubicBezTo>
                <a:cubicBezTo>
                  <a:pt x="3438" y="78"/>
                  <a:pt x="3440" y="92"/>
                  <a:pt x="3440" y="106"/>
                </a:cubicBezTo>
                <a:lnTo>
                  <a:pt x="3440" y="1218"/>
                </a:lnTo>
                <a:cubicBezTo>
                  <a:pt x="3440" y="1232"/>
                  <a:pt x="3438" y="1246"/>
                  <a:pt x="3432" y="1259"/>
                </a:cubicBezTo>
                <a:cubicBezTo>
                  <a:pt x="3427" y="1272"/>
                  <a:pt x="3419" y="1283"/>
                  <a:pt x="3409" y="1293"/>
                </a:cubicBezTo>
                <a:cubicBezTo>
                  <a:pt x="3399" y="1303"/>
                  <a:pt x="3388" y="1311"/>
                  <a:pt x="3375" y="1316"/>
                </a:cubicBezTo>
                <a:cubicBezTo>
                  <a:pt x="3362" y="1321"/>
                  <a:pt x="3348" y="1324"/>
                  <a:pt x="3334" y="1324"/>
                </a:cubicBezTo>
                <a:lnTo>
                  <a:pt x="106" y="1324"/>
                </a:lnTo>
                <a:cubicBezTo>
                  <a:pt x="92" y="1324"/>
                  <a:pt x="78" y="1321"/>
                  <a:pt x="65" y="1316"/>
                </a:cubicBezTo>
                <a:cubicBezTo>
                  <a:pt x="52" y="1311"/>
                  <a:pt x="41" y="1303"/>
                  <a:pt x="31" y="1293"/>
                </a:cubicBezTo>
                <a:cubicBezTo>
                  <a:pt x="21" y="1283"/>
                  <a:pt x="13" y="1272"/>
                  <a:pt x="8" y="1259"/>
                </a:cubicBezTo>
                <a:cubicBezTo>
                  <a:pt x="2" y="1246"/>
                  <a:pt x="0" y="1232"/>
                  <a:pt x="0" y="1218"/>
                </a:cubicBez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45480" y="3987360"/>
            <a:ext cx="5806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Canvas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138760" y="3853800"/>
            <a:ext cx="8251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Structured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133440" y="3990960"/>
            <a:ext cx="333360" cy="0"/>
          </a:xfrm>
          <a:prstGeom prst="line">
            <a:avLst/>
          </a:prstGeom>
          <a:ln w="1872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364200" y="39337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160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514680" y="3752640"/>
            <a:ext cx="1238400" cy="476640"/>
          </a:xfrm>
          <a:custGeom>
            <a:avLst/>
            <a:gdLst/>
            <a:ahLst/>
            <a:rect l="0" t="0" r="r" b="b"/>
            <a:pathLst>
              <a:path w="3440" h="1324">
                <a:moveTo>
                  <a:pt x="105" y="0"/>
                </a:moveTo>
                <a:lnTo>
                  <a:pt x="3334" y="0"/>
                </a:lnTo>
                <a:cubicBezTo>
                  <a:pt x="3348" y="0"/>
                  <a:pt x="3362" y="3"/>
                  <a:pt x="3375" y="8"/>
                </a:cubicBezTo>
                <a:cubicBezTo>
                  <a:pt x="3388" y="14"/>
                  <a:pt x="3399" y="21"/>
                  <a:pt x="3409" y="31"/>
                </a:cubicBezTo>
                <a:cubicBezTo>
                  <a:pt x="3419" y="41"/>
                  <a:pt x="3427" y="52"/>
                  <a:pt x="3432" y="65"/>
                </a:cubicBezTo>
                <a:cubicBezTo>
                  <a:pt x="3438" y="78"/>
                  <a:pt x="3440" y="92"/>
                  <a:pt x="3440" y="106"/>
                </a:cubicBezTo>
                <a:lnTo>
                  <a:pt x="3440" y="1218"/>
                </a:lnTo>
                <a:cubicBezTo>
                  <a:pt x="3440" y="1232"/>
                  <a:pt x="3438" y="1246"/>
                  <a:pt x="3432" y="1259"/>
                </a:cubicBezTo>
                <a:cubicBezTo>
                  <a:pt x="3427" y="1272"/>
                  <a:pt x="3419" y="1283"/>
                  <a:pt x="3409" y="1293"/>
                </a:cubicBezTo>
                <a:cubicBezTo>
                  <a:pt x="3399" y="1303"/>
                  <a:pt x="3388" y="1311"/>
                  <a:pt x="3375" y="1316"/>
                </a:cubicBezTo>
                <a:cubicBezTo>
                  <a:pt x="3362" y="1321"/>
                  <a:pt x="3348" y="1324"/>
                  <a:pt x="3334" y="1324"/>
                </a:cubicBezTo>
                <a:lnTo>
                  <a:pt x="105" y="1324"/>
                </a:lnTo>
                <a:cubicBezTo>
                  <a:pt x="91" y="1324"/>
                  <a:pt x="78" y="1321"/>
                  <a:pt x="65" y="1316"/>
                </a:cubicBezTo>
                <a:cubicBezTo>
                  <a:pt x="52" y="1311"/>
                  <a:pt x="41" y="1303"/>
                  <a:pt x="31" y="1293"/>
                </a:cubicBezTo>
                <a:cubicBezTo>
                  <a:pt x="21" y="1283"/>
                  <a:pt x="13" y="1272"/>
                  <a:pt x="8" y="1259"/>
                </a:cubicBezTo>
                <a:cubicBezTo>
                  <a:pt x="2" y="1246"/>
                  <a:pt x="0" y="1232"/>
                  <a:pt x="0" y="1218"/>
                </a:cubicBez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059200" y="3987360"/>
            <a:ext cx="101556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Specification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789360" y="3853800"/>
            <a:ext cx="7801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Execution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752720" y="3990960"/>
            <a:ext cx="333360" cy="0"/>
          </a:xfrm>
          <a:prstGeom prst="line">
            <a:avLst/>
          </a:prstGeom>
          <a:ln w="1872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983120" y="393372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0"/>
                </a:moveTo>
                <a:lnTo>
                  <a:pt x="319" y="160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133960" y="3752640"/>
            <a:ext cx="1238400" cy="476640"/>
          </a:xfrm>
          <a:custGeom>
            <a:avLst/>
            <a:gdLst/>
            <a:ahLst/>
            <a:rect l="0" t="0" r="r" b="b"/>
            <a:pathLst>
              <a:path w="3440" h="1324">
                <a:moveTo>
                  <a:pt x="105" y="0"/>
                </a:moveTo>
                <a:lnTo>
                  <a:pt x="3334" y="0"/>
                </a:lnTo>
                <a:cubicBezTo>
                  <a:pt x="3348" y="0"/>
                  <a:pt x="3362" y="3"/>
                  <a:pt x="3375" y="8"/>
                </a:cubicBezTo>
                <a:cubicBezTo>
                  <a:pt x="3388" y="14"/>
                  <a:pt x="3399" y="21"/>
                  <a:pt x="3409" y="31"/>
                </a:cubicBezTo>
                <a:cubicBezTo>
                  <a:pt x="3419" y="41"/>
                  <a:pt x="3427" y="52"/>
                  <a:pt x="3432" y="65"/>
                </a:cubicBezTo>
                <a:cubicBezTo>
                  <a:pt x="3437" y="78"/>
                  <a:pt x="3440" y="92"/>
                  <a:pt x="3440" y="106"/>
                </a:cubicBezTo>
                <a:lnTo>
                  <a:pt x="3440" y="1218"/>
                </a:lnTo>
                <a:cubicBezTo>
                  <a:pt x="3440" y="1232"/>
                  <a:pt x="3437" y="1246"/>
                  <a:pt x="3432" y="1259"/>
                </a:cubicBezTo>
                <a:cubicBezTo>
                  <a:pt x="3427" y="1272"/>
                  <a:pt x="3419" y="1283"/>
                  <a:pt x="3409" y="1293"/>
                </a:cubicBezTo>
                <a:cubicBezTo>
                  <a:pt x="3399" y="1303"/>
                  <a:pt x="3388" y="1311"/>
                  <a:pt x="3375" y="1316"/>
                </a:cubicBezTo>
                <a:cubicBezTo>
                  <a:pt x="3362" y="1321"/>
                  <a:pt x="3348" y="1324"/>
                  <a:pt x="3334" y="1324"/>
                </a:cubicBezTo>
                <a:lnTo>
                  <a:pt x="105" y="1324"/>
                </a:lnTo>
                <a:cubicBezTo>
                  <a:pt x="91" y="1324"/>
                  <a:pt x="78" y="1321"/>
                  <a:pt x="65" y="1316"/>
                </a:cubicBezTo>
                <a:cubicBezTo>
                  <a:pt x="52" y="1311"/>
                  <a:pt x="40" y="1303"/>
                  <a:pt x="31" y="1293"/>
                </a:cubicBezTo>
                <a:cubicBezTo>
                  <a:pt x="21" y="1283"/>
                  <a:pt x="13" y="1272"/>
                  <a:pt x="8" y="1259"/>
                </a:cubicBezTo>
                <a:cubicBezTo>
                  <a:pt x="2" y="1246"/>
                  <a:pt x="0" y="1232"/>
                  <a:pt x="0" y="1218"/>
                </a:cubicBez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976200" y="3987360"/>
            <a:ext cx="3452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Plan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508000" y="3853800"/>
            <a:ext cx="5623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Coding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6372000" y="3990960"/>
            <a:ext cx="333360" cy="0"/>
          </a:xfrm>
          <a:prstGeom prst="line">
            <a:avLst/>
          </a:prstGeom>
          <a:ln w="1872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602400" y="393372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0"/>
                </a:moveTo>
                <a:lnTo>
                  <a:pt x="319" y="160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752880" y="3752640"/>
            <a:ext cx="1238760" cy="476640"/>
          </a:xfrm>
          <a:custGeom>
            <a:avLst/>
            <a:gdLst/>
            <a:ahLst/>
            <a:rect l="0" t="0" r="r" b="b"/>
            <a:pathLst>
              <a:path w="3441" h="1324">
                <a:moveTo>
                  <a:pt x="106" y="0"/>
                </a:moveTo>
                <a:lnTo>
                  <a:pt x="3335" y="0"/>
                </a:lnTo>
                <a:cubicBezTo>
                  <a:pt x="3349" y="0"/>
                  <a:pt x="3363" y="3"/>
                  <a:pt x="3376" y="8"/>
                </a:cubicBezTo>
                <a:cubicBezTo>
                  <a:pt x="3389" y="14"/>
                  <a:pt x="3400" y="21"/>
                  <a:pt x="3410" y="31"/>
                </a:cubicBezTo>
                <a:cubicBezTo>
                  <a:pt x="3420" y="41"/>
                  <a:pt x="3428" y="52"/>
                  <a:pt x="3433" y="65"/>
                </a:cubicBezTo>
                <a:cubicBezTo>
                  <a:pt x="3438" y="78"/>
                  <a:pt x="3441" y="92"/>
                  <a:pt x="3441" y="106"/>
                </a:cubicBezTo>
                <a:lnTo>
                  <a:pt x="3441" y="1218"/>
                </a:lnTo>
                <a:cubicBezTo>
                  <a:pt x="3441" y="1232"/>
                  <a:pt x="3438" y="1246"/>
                  <a:pt x="3433" y="1259"/>
                </a:cubicBezTo>
                <a:cubicBezTo>
                  <a:pt x="3428" y="1272"/>
                  <a:pt x="3420" y="1283"/>
                  <a:pt x="3410" y="1293"/>
                </a:cubicBezTo>
                <a:cubicBezTo>
                  <a:pt x="3400" y="1303"/>
                  <a:pt x="3389" y="1311"/>
                  <a:pt x="3376" y="1316"/>
                </a:cubicBezTo>
                <a:cubicBezTo>
                  <a:pt x="3363" y="1321"/>
                  <a:pt x="3349" y="1324"/>
                  <a:pt x="3335" y="1324"/>
                </a:cubicBezTo>
                <a:lnTo>
                  <a:pt x="106" y="1324"/>
                </a:lnTo>
                <a:cubicBezTo>
                  <a:pt x="92" y="1324"/>
                  <a:pt x="79" y="1321"/>
                  <a:pt x="66" y="1316"/>
                </a:cubicBezTo>
                <a:cubicBezTo>
                  <a:pt x="53" y="1311"/>
                  <a:pt x="41" y="1303"/>
                  <a:pt x="31" y="1293"/>
                </a:cubicBezTo>
                <a:cubicBezTo>
                  <a:pt x="22" y="1283"/>
                  <a:pt x="14" y="1272"/>
                  <a:pt x="9" y="1259"/>
                </a:cubicBezTo>
                <a:cubicBezTo>
                  <a:pt x="3" y="1246"/>
                  <a:pt x="0" y="1232"/>
                  <a:pt x="0" y="1218"/>
                </a:cubicBez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5283000" y="3987360"/>
            <a:ext cx="105156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(9-Step Loop)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972120" y="3853800"/>
            <a:ext cx="8888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Verification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991280" y="3990960"/>
            <a:ext cx="333360" cy="0"/>
          </a:xfrm>
          <a:prstGeom prst="line">
            <a:avLst/>
          </a:prstGeom>
          <a:ln w="1872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8221680" y="393372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0"/>
                </a:moveTo>
                <a:lnTo>
                  <a:pt x="319" y="160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372160" y="3752640"/>
            <a:ext cx="952920" cy="476640"/>
          </a:xfrm>
          <a:custGeom>
            <a:avLst/>
            <a:gdLst/>
            <a:ahLst/>
            <a:rect l="0" t="0" r="r" b="b"/>
            <a:pathLst>
              <a:path w="2647" h="1324">
                <a:moveTo>
                  <a:pt x="106" y="0"/>
                </a:moveTo>
                <a:lnTo>
                  <a:pt x="2541" y="0"/>
                </a:lnTo>
                <a:cubicBezTo>
                  <a:pt x="2555" y="0"/>
                  <a:pt x="2569" y="3"/>
                  <a:pt x="2582" y="8"/>
                </a:cubicBezTo>
                <a:cubicBezTo>
                  <a:pt x="2595" y="14"/>
                  <a:pt x="2606" y="21"/>
                  <a:pt x="2616" y="31"/>
                </a:cubicBezTo>
                <a:cubicBezTo>
                  <a:pt x="2626" y="41"/>
                  <a:pt x="2634" y="52"/>
                  <a:pt x="2639" y="65"/>
                </a:cubicBezTo>
                <a:cubicBezTo>
                  <a:pt x="2645" y="78"/>
                  <a:pt x="2647" y="92"/>
                  <a:pt x="2647" y="106"/>
                </a:cubicBezTo>
                <a:lnTo>
                  <a:pt x="2647" y="1218"/>
                </a:lnTo>
                <a:cubicBezTo>
                  <a:pt x="2647" y="1232"/>
                  <a:pt x="2645" y="1246"/>
                  <a:pt x="2639" y="1259"/>
                </a:cubicBezTo>
                <a:cubicBezTo>
                  <a:pt x="2634" y="1272"/>
                  <a:pt x="2626" y="1283"/>
                  <a:pt x="2616" y="1293"/>
                </a:cubicBezTo>
                <a:cubicBezTo>
                  <a:pt x="2606" y="1303"/>
                  <a:pt x="2595" y="1311"/>
                  <a:pt x="2582" y="1316"/>
                </a:cubicBezTo>
                <a:cubicBezTo>
                  <a:pt x="2569" y="1321"/>
                  <a:pt x="2555" y="1324"/>
                  <a:pt x="2541" y="1324"/>
                </a:cubicBezTo>
                <a:lnTo>
                  <a:pt x="106" y="1324"/>
                </a:lnTo>
                <a:cubicBezTo>
                  <a:pt x="92" y="1324"/>
                  <a:pt x="79" y="1321"/>
                  <a:pt x="66" y="1316"/>
                </a:cubicBezTo>
                <a:cubicBezTo>
                  <a:pt x="53" y="1311"/>
                  <a:pt x="41" y="1303"/>
                  <a:pt x="31" y="1293"/>
                </a:cubicBezTo>
                <a:cubicBezTo>
                  <a:pt x="21" y="1283"/>
                  <a:pt x="14" y="1272"/>
                  <a:pt x="8" y="1259"/>
                </a:cubicBezTo>
                <a:cubicBezTo>
                  <a:pt x="3" y="1246"/>
                  <a:pt x="0" y="1232"/>
                  <a:pt x="0" y="1218"/>
                </a:cubicBez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052040" y="3987360"/>
            <a:ext cx="74376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&amp; Testing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562240" y="3853800"/>
            <a:ext cx="63540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Delivery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594640" y="3987360"/>
            <a:ext cx="5803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&amp; Audit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9258120" y="6619680"/>
            <a:ext cx="171720" cy="228960"/>
          </a:xfrm>
          <a:custGeom>
            <a:avLst/>
            <a:gdLst/>
            <a:ahLst/>
            <a:rect l="0" t="0" r="r" b="b"/>
            <a:pathLst>
              <a:path w="477" h="636">
                <a:moveTo>
                  <a:pt x="0" y="0"/>
                </a:moveTo>
                <a:lnTo>
                  <a:pt x="477" y="0"/>
                </a:lnTo>
                <a:lnTo>
                  <a:pt x="47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607920" y="4418280"/>
            <a:ext cx="24818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Each stage reduces ambiguity → increases machine executability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302040" y="66610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80720" y="2695320"/>
            <a:ext cx="1410120" cy="295560"/>
          </a:xfrm>
          <a:custGeom>
            <a:avLst/>
            <a:gdLst/>
            <a:ahLst/>
            <a:rect l="0" t="0" r="r" b="b"/>
            <a:pathLst>
              <a:path w="3917" h="821">
                <a:moveTo>
                  <a:pt x="0" y="0"/>
                </a:moveTo>
                <a:lnTo>
                  <a:pt x="3917" y="0"/>
                </a:lnTo>
                <a:lnTo>
                  <a:pt x="391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590480" y="2695320"/>
            <a:ext cx="552960" cy="295560"/>
          </a:xfrm>
          <a:custGeom>
            <a:avLst/>
            <a:gdLst/>
            <a:ahLst/>
            <a:rect l="0" t="0" r="r" b="b"/>
            <a:pathLst>
              <a:path w="1536" h="821">
                <a:moveTo>
                  <a:pt x="0" y="0"/>
                </a:moveTo>
                <a:lnTo>
                  <a:pt x="1536" y="0"/>
                </a:lnTo>
                <a:lnTo>
                  <a:pt x="1536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143080" y="2695320"/>
            <a:ext cx="7182000" cy="295560"/>
          </a:xfrm>
          <a:custGeom>
            <a:avLst/>
            <a:gdLst/>
            <a:ahLst/>
            <a:rect l="0" t="0" r="r" b="b"/>
            <a:pathLst>
              <a:path w="19950" h="821">
                <a:moveTo>
                  <a:pt x="0" y="0"/>
                </a:moveTo>
                <a:lnTo>
                  <a:pt x="19950" y="0"/>
                </a:lnTo>
                <a:lnTo>
                  <a:pt x="1995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80720" y="3476520"/>
            <a:ext cx="1410120" cy="286200"/>
          </a:xfrm>
          <a:custGeom>
            <a:avLst/>
            <a:gdLst/>
            <a:ahLst/>
            <a:rect l="0" t="0" r="r" b="b"/>
            <a:pathLst>
              <a:path w="3917" h="795">
                <a:moveTo>
                  <a:pt x="0" y="0"/>
                </a:moveTo>
                <a:lnTo>
                  <a:pt x="3917" y="0"/>
                </a:lnTo>
                <a:lnTo>
                  <a:pt x="391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590480" y="3476520"/>
            <a:ext cx="552960" cy="286200"/>
          </a:xfrm>
          <a:custGeom>
            <a:avLst/>
            <a:gdLst/>
            <a:ahLst/>
            <a:rect l="0" t="0" r="r" b="b"/>
            <a:pathLst>
              <a:path w="1536" h="795">
                <a:moveTo>
                  <a:pt x="0" y="0"/>
                </a:moveTo>
                <a:lnTo>
                  <a:pt x="1536" y="0"/>
                </a:lnTo>
                <a:lnTo>
                  <a:pt x="153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143080" y="3476520"/>
            <a:ext cx="7182000" cy="286200"/>
          </a:xfrm>
          <a:custGeom>
            <a:avLst/>
            <a:gdLst/>
            <a:ahLst/>
            <a:rect l="0" t="0" r="r" b="b"/>
            <a:pathLst>
              <a:path w="19950" h="795">
                <a:moveTo>
                  <a:pt x="0" y="0"/>
                </a:moveTo>
                <a:lnTo>
                  <a:pt x="19950" y="0"/>
                </a:lnTo>
                <a:lnTo>
                  <a:pt x="1995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80720" y="298116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590480" y="298116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143080" y="2981160"/>
            <a:ext cx="7182000" cy="9720"/>
          </a:xfrm>
          <a:custGeom>
            <a:avLst/>
            <a:gdLst/>
            <a:ahLst/>
            <a:rect l="0" t="0" r="r" b="b"/>
            <a:pathLst>
              <a:path w="19950" h="27">
                <a:moveTo>
                  <a:pt x="0" y="0"/>
                </a:moveTo>
                <a:lnTo>
                  <a:pt x="19950" y="0"/>
                </a:lnTo>
                <a:lnTo>
                  <a:pt x="199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80720" y="347652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590480" y="347652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143080" y="3476520"/>
            <a:ext cx="7182000" cy="9720"/>
          </a:xfrm>
          <a:custGeom>
            <a:avLst/>
            <a:gdLst/>
            <a:ahLst/>
            <a:rect l="0" t="0" r="r" b="b"/>
            <a:pathLst>
              <a:path w="19950" h="27">
                <a:moveTo>
                  <a:pt x="0" y="0"/>
                </a:moveTo>
                <a:lnTo>
                  <a:pt x="19950" y="0"/>
                </a:lnTo>
                <a:lnTo>
                  <a:pt x="199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80720" y="3752640"/>
            <a:ext cx="1410120" cy="10080"/>
          </a:xfrm>
          <a:custGeom>
            <a:avLst/>
            <a:gdLst/>
            <a:ah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590480" y="3752640"/>
            <a:ext cx="552960" cy="10080"/>
          </a:xfrm>
          <a:custGeom>
            <a:avLst/>
            <a:gdLst/>
            <a:ahLst/>
            <a:rect l="0" t="0" r="r" b="b"/>
            <a:pathLst>
              <a:path w="1536" h="28">
                <a:moveTo>
                  <a:pt x="0" y="0"/>
                </a:moveTo>
                <a:lnTo>
                  <a:pt x="1536" y="0"/>
                </a:lnTo>
                <a:lnTo>
                  <a:pt x="1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143080" y="3752640"/>
            <a:ext cx="7182000" cy="10080"/>
          </a:xfrm>
          <a:custGeom>
            <a:avLst/>
            <a:gdLst/>
            <a:ahLst/>
            <a:rect l="0" t="0" r="r" b="b"/>
            <a:pathLst>
              <a:path w="19950" h="28">
                <a:moveTo>
                  <a:pt x="0" y="0"/>
                </a:moveTo>
                <a:lnTo>
                  <a:pt x="19950" y="0"/>
                </a:lnTo>
                <a:lnTo>
                  <a:pt x="199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876760" y="2141280"/>
            <a:ext cx="36176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THE THREE AGENTS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44800" y="2731680"/>
            <a:ext cx="4539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Agent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659240" y="2731680"/>
            <a:ext cx="4723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Phase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2204280" y="2731680"/>
            <a:ext cx="347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Role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44800" y="3027240"/>
            <a:ext cx="996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Specification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657080" y="3181320"/>
            <a:ext cx="238680" cy="105120"/>
          </a:xfrm>
          <a:custGeom>
            <a:avLst/>
            <a:gdLst/>
            <a:ahLst/>
            <a:rect l="0" t="0" r="r" b="b"/>
            <a:pathLst>
              <a:path w="663" h="292">
                <a:moveTo>
                  <a:pt x="0" y="212"/>
                </a:moveTo>
                <a:lnTo>
                  <a:pt x="0" y="80"/>
                </a:ln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83" y="0"/>
                </a:lnTo>
                <a:cubicBezTo>
                  <a:pt x="594" y="0"/>
                  <a:pt x="604" y="2"/>
                  <a:pt x="614" y="6"/>
                </a:cubicBezTo>
                <a:cubicBezTo>
                  <a:pt x="623" y="10"/>
                  <a:pt x="632" y="15"/>
                  <a:pt x="639" y="23"/>
                </a:cubicBezTo>
                <a:cubicBezTo>
                  <a:pt x="647" y="30"/>
                  <a:pt x="653" y="40"/>
                  <a:pt x="657" y="50"/>
                </a:cubicBezTo>
                <a:cubicBezTo>
                  <a:pt x="661" y="59"/>
                  <a:pt x="663" y="69"/>
                  <a:pt x="663" y="80"/>
                </a:cubicBezTo>
                <a:lnTo>
                  <a:pt x="663" y="212"/>
                </a:lnTo>
                <a:cubicBezTo>
                  <a:pt x="663" y="223"/>
                  <a:pt x="661" y="233"/>
                  <a:pt x="657" y="243"/>
                </a:cubicBezTo>
                <a:cubicBezTo>
                  <a:pt x="653" y="252"/>
                  <a:pt x="647" y="261"/>
                  <a:pt x="639" y="268"/>
                </a:cubicBezTo>
                <a:cubicBezTo>
                  <a:pt x="632" y="276"/>
                  <a:pt x="623" y="282"/>
                  <a:pt x="614" y="286"/>
                </a:cubicBezTo>
                <a:cubicBezTo>
                  <a:pt x="604" y="290"/>
                  <a:pt x="594" y="292"/>
                  <a:pt x="583" y="292"/>
                </a:cubicBezTo>
                <a:lnTo>
                  <a:pt x="80" y="292"/>
                </a:lnTo>
                <a:cubicBezTo>
                  <a:pt x="69" y="292"/>
                  <a:pt x="59" y="290"/>
                  <a:pt x="49" y="286"/>
                </a:cubicBezTo>
                <a:cubicBezTo>
                  <a:pt x="40" y="282"/>
                  <a:pt x="31" y="276"/>
                  <a:pt x="23" y="268"/>
                </a:cubicBezTo>
                <a:cubicBezTo>
                  <a:pt x="16" y="261"/>
                  <a:pt x="10" y="252"/>
                  <a:pt x="6" y="243"/>
                </a:cubicBezTo>
                <a:cubicBezTo>
                  <a:pt x="2" y="233"/>
                  <a:pt x="0" y="223"/>
                  <a:pt x="0" y="212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44800" y="3227040"/>
            <a:ext cx="4539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Agent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691280" y="3173400"/>
            <a:ext cx="1958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SPEC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257880" y="3124080"/>
            <a:ext cx="1124280" cy="190800"/>
          </a:xfrm>
          <a:custGeom>
            <a:avLst/>
            <a:gdLst/>
            <a:ahLst/>
            <a:rect l="0" t="0" r="r" b="b"/>
            <a:pathLst>
              <a:path w="3123" h="530">
                <a:moveTo>
                  <a:pt x="0" y="451"/>
                </a:moveTo>
                <a:lnTo>
                  <a:pt x="0" y="80"/>
                </a:ln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3043" y="0"/>
                </a:lnTo>
                <a:cubicBezTo>
                  <a:pt x="3054" y="0"/>
                  <a:pt x="3064" y="2"/>
                  <a:pt x="3074" y="6"/>
                </a:cubicBezTo>
                <a:cubicBezTo>
                  <a:pt x="3083" y="10"/>
                  <a:pt x="3092" y="16"/>
                  <a:pt x="3099" y="23"/>
                </a:cubicBezTo>
                <a:cubicBezTo>
                  <a:pt x="3107" y="31"/>
                  <a:pt x="3113" y="39"/>
                  <a:pt x="3117" y="49"/>
                </a:cubicBezTo>
                <a:cubicBezTo>
                  <a:pt x="3121" y="60"/>
                  <a:pt x="3123" y="70"/>
                  <a:pt x="3123" y="80"/>
                </a:cubicBezTo>
                <a:lnTo>
                  <a:pt x="3123" y="451"/>
                </a:lnTo>
                <a:cubicBezTo>
                  <a:pt x="3123" y="461"/>
                  <a:pt x="3121" y="471"/>
                  <a:pt x="3117" y="481"/>
                </a:cubicBezTo>
                <a:cubicBezTo>
                  <a:pt x="3113" y="491"/>
                  <a:pt x="3107" y="499"/>
                  <a:pt x="3099" y="507"/>
                </a:cubicBezTo>
                <a:cubicBezTo>
                  <a:pt x="3092" y="514"/>
                  <a:pt x="3083" y="520"/>
                  <a:pt x="3074" y="524"/>
                </a:cubicBezTo>
                <a:cubicBezTo>
                  <a:pt x="3064" y="528"/>
                  <a:pt x="3054" y="530"/>
                  <a:pt x="3043" y="530"/>
                </a:cubicBezTo>
                <a:lnTo>
                  <a:pt x="79" y="530"/>
                </a:lnTo>
                <a:cubicBezTo>
                  <a:pt x="68" y="530"/>
                  <a:pt x="58" y="528"/>
                  <a:pt x="49" y="524"/>
                </a:cubicBezTo>
                <a:cubicBezTo>
                  <a:pt x="39" y="520"/>
                  <a:pt x="30" y="514"/>
                  <a:pt x="23" y="507"/>
                </a:cubicBezTo>
                <a:cubicBezTo>
                  <a:pt x="15" y="499"/>
                  <a:pt x="10" y="491"/>
                  <a:pt x="6" y="481"/>
                </a:cubicBezTo>
                <a:cubicBezTo>
                  <a:pt x="2" y="471"/>
                  <a:pt x="0" y="461"/>
                  <a:pt x="0" y="45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204280" y="3122280"/>
            <a:ext cx="4349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Elicits requirements, runs Socratic Q&amp;A, produces structured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290280" y="3150720"/>
            <a:ext cx="76968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Specification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384320" y="3122280"/>
            <a:ext cx="17172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with acceptance criteria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657080" y="3562200"/>
            <a:ext cx="238680" cy="105120"/>
          </a:xfrm>
          <a:custGeom>
            <a:avLst/>
            <a:gdLst/>
            <a:ahLst/>
            <a:rect l="0" t="0" r="r" b="b"/>
            <a:pathLst>
              <a:path w="663" h="292">
                <a:moveTo>
                  <a:pt x="0" y="213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83" y="0"/>
                </a:lnTo>
                <a:cubicBezTo>
                  <a:pt x="594" y="0"/>
                  <a:pt x="604" y="2"/>
                  <a:pt x="614" y="6"/>
                </a:cubicBezTo>
                <a:cubicBezTo>
                  <a:pt x="623" y="10"/>
                  <a:pt x="632" y="16"/>
                  <a:pt x="639" y="23"/>
                </a:cubicBezTo>
                <a:cubicBezTo>
                  <a:pt x="647" y="31"/>
                  <a:pt x="653" y="39"/>
                  <a:pt x="657" y="49"/>
                </a:cubicBezTo>
                <a:cubicBezTo>
                  <a:pt x="661" y="59"/>
                  <a:pt x="663" y="69"/>
                  <a:pt x="663" y="79"/>
                </a:cubicBezTo>
                <a:lnTo>
                  <a:pt x="663" y="213"/>
                </a:lnTo>
                <a:cubicBezTo>
                  <a:pt x="663" y="223"/>
                  <a:pt x="661" y="233"/>
                  <a:pt x="657" y="243"/>
                </a:cubicBezTo>
                <a:cubicBezTo>
                  <a:pt x="653" y="253"/>
                  <a:pt x="647" y="261"/>
                  <a:pt x="639" y="269"/>
                </a:cubicBezTo>
                <a:cubicBezTo>
                  <a:pt x="632" y="276"/>
                  <a:pt x="623" y="282"/>
                  <a:pt x="614" y="286"/>
                </a:cubicBezTo>
                <a:cubicBezTo>
                  <a:pt x="604" y="290"/>
                  <a:pt x="594" y="292"/>
                  <a:pt x="583" y="292"/>
                </a:cubicBezTo>
                <a:lnTo>
                  <a:pt x="80" y="292"/>
                </a:lnTo>
                <a:cubicBezTo>
                  <a:pt x="69" y="292"/>
                  <a:pt x="59" y="290"/>
                  <a:pt x="49" y="286"/>
                </a:cubicBezTo>
                <a:cubicBezTo>
                  <a:pt x="40" y="282"/>
                  <a:pt x="31" y="276"/>
                  <a:pt x="23" y="269"/>
                </a:cubicBezTo>
                <a:cubicBezTo>
                  <a:pt x="16" y="261"/>
                  <a:pt x="10" y="253"/>
                  <a:pt x="6" y="243"/>
                </a:cubicBezTo>
                <a:cubicBezTo>
                  <a:pt x="2" y="233"/>
                  <a:pt x="0" y="223"/>
                  <a:pt x="0" y="213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44800" y="3512880"/>
            <a:ext cx="11743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Planning Agent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691280" y="3564000"/>
            <a:ext cx="1958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PLAN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914560" y="3504960"/>
            <a:ext cx="1124280" cy="200520"/>
          </a:xfrm>
          <a:custGeom>
            <a:avLst/>
            <a:gdLst/>
            <a:ahLst/>
            <a:rect l="0" t="0" r="r" b="b"/>
            <a:pathLst>
              <a:path w="3123" h="557">
                <a:moveTo>
                  <a:pt x="0" y="476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043" y="0"/>
                </a:lnTo>
                <a:cubicBezTo>
                  <a:pt x="3054" y="0"/>
                  <a:pt x="3064" y="2"/>
                  <a:pt x="3074" y="6"/>
                </a:cubicBezTo>
                <a:cubicBezTo>
                  <a:pt x="3084" y="10"/>
                  <a:pt x="3092" y="16"/>
                  <a:pt x="3100" y="23"/>
                </a:cubicBezTo>
                <a:cubicBezTo>
                  <a:pt x="3107" y="31"/>
                  <a:pt x="3113" y="39"/>
                  <a:pt x="3117" y="49"/>
                </a:cubicBezTo>
                <a:cubicBezTo>
                  <a:pt x="3121" y="59"/>
                  <a:pt x="3123" y="69"/>
                  <a:pt x="3123" y="80"/>
                </a:cubicBezTo>
                <a:lnTo>
                  <a:pt x="3123" y="476"/>
                </a:lnTo>
                <a:cubicBezTo>
                  <a:pt x="3123" y="487"/>
                  <a:pt x="3121" y="497"/>
                  <a:pt x="3117" y="507"/>
                </a:cubicBezTo>
                <a:cubicBezTo>
                  <a:pt x="3113" y="516"/>
                  <a:pt x="3107" y="525"/>
                  <a:pt x="3100" y="534"/>
                </a:cubicBezTo>
                <a:cubicBezTo>
                  <a:pt x="3092" y="541"/>
                  <a:pt x="3084" y="547"/>
                  <a:pt x="3074" y="551"/>
                </a:cubicBezTo>
                <a:cubicBezTo>
                  <a:pt x="3064" y="555"/>
                  <a:pt x="3054" y="557"/>
                  <a:pt x="3043" y="557"/>
                </a:cubicBezTo>
                <a:lnTo>
                  <a:pt x="79" y="557"/>
                </a:lnTo>
                <a:cubicBezTo>
                  <a:pt x="69" y="557"/>
                  <a:pt x="58" y="555"/>
                  <a:pt x="49" y="551"/>
                </a:cubicBezTo>
                <a:cubicBezTo>
                  <a:pt x="39" y="547"/>
                  <a:pt x="30" y="541"/>
                  <a:pt x="23" y="534"/>
                </a:cubicBezTo>
                <a:cubicBezTo>
                  <a:pt x="16" y="525"/>
                  <a:pt x="10" y="516"/>
                  <a:pt x="6" y="507"/>
                </a:cubicBezTo>
                <a:cubicBezTo>
                  <a:pt x="2" y="497"/>
                  <a:pt x="0" y="487"/>
                  <a:pt x="0" y="476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204280" y="3512880"/>
            <a:ext cx="7923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Generates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946960" y="3531600"/>
            <a:ext cx="8528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TechnicalPlan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305320" y="3504960"/>
            <a:ext cx="1209960" cy="200520"/>
          </a:xfrm>
          <a:custGeom>
            <a:avLst/>
            <a:gdLst/>
            <a:ahLst/>
            <a:rect l="0" t="0" r="r" b="b"/>
            <a:pathLst>
              <a:path w="3361" h="557">
                <a:moveTo>
                  <a:pt x="0" y="476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282" y="0"/>
                </a:lnTo>
                <a:cubicBezTo>
                  <a:pt x="3292" y="0"/>
                  <a:pt x="3302" y="2"/>
                  <a:pt x="3312" y="6"/>
                </a:cubicBezTo>
                <a:cubicBezTo>
                  <a:pt x="3322" y="10"/>
                  <a:pt x="3330" y="16"/>
                  <a:pt x="3338" y="23"/>
                </a:cubicBezTo>
                <a:cubicBezTo>
                  <a:pt x="3345" y="31"/>
                  <a:pt x="3351" y="39"/>
                  <a:pt x="3355" y="49"/>
                </a:cubicBezTo>
                <a:cubicBezTo>
                  <a:pt x="3359" y="59"/>
                  <a:pt x="3361" y="69"/>
                  <a:pt x="3361" y="80"/>
                </a:cubicBezTo>
                <a:lnTo>
                  <a:pt x="3361" y="476"/>
                </a:lnTo>
                <a:cubicBezTo>
                  <a:pt x="3361" y="487"/>
                  <a:pt x="3359" y="497"/>
                  <a:pt x="3355" y="507"/>
                </a:cubicBezTo>
                <a:cubicBezTo>
                  <a:pt x="3351" y="516"/>
                  <a:pt x="3345" y="525"/>
                  <a:pt x="3338" y="534"/>
                </a:cubicBezTo>
                <a:cubicBezTo>
                  <a:pt x="3330" y="541"/>
                  <a:pt x="3322" y="547"/>
                  <a:pt x="3312" y="551"/>
                </a:cubicBezTo>
                <a:cubicBezTo>
                  <a:pt x="3302" y="555"/>
                  <a:pt x="3292" y="557"/>
                  <a:pt x="3282" y="557"/>
                </a:cubicBezTo>
                <a:lnTo>
                  <a:pt x="79" y="557"/>
                </a:lnTo>
                <a:cubicBezTo>
                  <a:pt x="69" y="557"/>
                  <a:pt x="59" y="555"/>
                  <a:pt x="49" y="551"/>
                </a:cubicBezTo>
                <a:cubicBezTo>
                  <a:pt x="39" y="547"/>
                  <a:pt x="30" y="541"/>
                  <a:pt x="23" y="534"/>
                </a:cubicBezTo>
                <a:cubicBezTo>
                  <a:pt x="16" y="525"/>
                  <a:pt x="10" y="516"/>
                  <a:pt x="6" y="507"/>
                </a:cubicBezTo>
                <a:cubicBezTo>
                  <a:pt x="2" y="497"/>
                  <a:pt x="0" y="487"/>
                  <a:pt x="0" y="476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040640" y="3512880"/>
            <a:ext cx="13438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(architecture) and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338440" y="3531600"/>
            <a:ext cx="9356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ProceduralStep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513840" y="3512880"/>
            <a:ext cx="1663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 (executable checklist)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657080" y="3952800"/>
            <a:ext cx="248040" cy="105120"/>
          </a:xfrm>
          <a:custGeom>
            <a:avLst/>
            <a:gdLst/>
            <a:ahLst/>
            <a:rect l="0" t="0" r="r" b="b"/>
            <a:pathLst>
              <a:path w="689" h="292">
                <a:moveTo>
                  <a:pt x="0" y="211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10" y="0"/>
                </a:lnTo>
                <a:cubicBezTo>
                  <a:pt x="620" y="0"/>
                  <a:pt x="630" y="2"/>
                  <a:pt x="640" y="6"/>
                </a:cubicBezTo>
                <a:cubicBezTo>
                  <a:pt x="650" y="10"/>
                  <a:pt x="658" y="15"/>
                  <a:pt x="666" y="23"/>
                </a:cubicBezTo>
                <a:cubicBezTo>
                  <a:pt x="673" y="30"/>
                  <a:pt x="679" y="39"/>
                  <a:pt x="683" y="49"/>
                </a:cubicBezTo>
                <a:cubicBezTo>
                  <a:pt x="687" y="58"/>
                  <a:pt x="689" y="69"/>
                  <a:pt x="689" y="79"/>
                </a:cubicBezTo>
                <a:lnTo>
                  <a:pt x="689" y="211"/>
                </a:lnTo>
                <a:cubicBezTo>
                  <a:pt x="689" y="222"/>
                  <a:pt x="687" y="233"/>
                  <a:pt x="683" y="243"/>
                </a:cubicBezTo>
                <a:cubicBezTo>
                  <a:pt x="679" y="252"/>
                  <a:pt x="673" y="261"/>
                  <a:pt x="666" y="268"/>
                </a:cubicBezTo>
                <a:cubicBezTo>
                  <a:pt x="658" y="276"/>
                  <a:pt x="650" y="282"/>
                  <a:pt x="640" y="286"/>
                </a:cubicBezTo>
                <a:cubicBezTo>
                  <a:pt x="630" y="290"/>
                  <a:pt x="620" y="292"/>
                  <a:pt x="610" y="292"/>
                </a:cubicBezTo>
                <a:lnTo>
                  <a:pt x="80" y="292"/>
                </a:lnTo>
                <a:cubicBezTo>
                  <a:pt x="69" y="292"/>
                  <a:pt x="59" y="290"/>
                  <a:pt x="49" y="286"/>
                </a:cubicBezTo>
                <a:cubicBezTo>
                  <a:pt x="40" y="282"/>
                  <a:pt x="31" y="276"/>
                  <a:pt x="23" y="268"/>
                </a:cubicBezTo>
                <a:cubicBezTo>
                  <a:pt x="16" y="261"/>
                  <a:pt x="10" y="252"/>
                  <a:pt x="6" y="243"/>
                </a:cubicBezTo>
                <a:cubicBezTo>
                  <a:pt x="2" y="233"/>
                  <a:pt x="0" y="222"/>
                  <a:pt x="0" y="21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44800" y="3893760"/>
            <a:ext cx="1049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BE29EC"/>
                </a:solidFill>
                <a:effectLst/>
                <a:uFillTx/>
                <a:latin typeface="SourceSansPro"/>
                <a:ea typeface="SourceSansPro"/>
              </a:rPr>
              <a:t>Coding Agent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691280" y="3944880"/>
            <a:ext cx="20772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CODE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204280" y="3789000"/>
            <a:ext cx="7000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Executes the plan step-by-step — reads context, calls the LLM, requests human approval for every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204280" y="3998520"/>
            <a:ext cx="12459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destructive action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696760" y="4439160"/>
            <a:ext cx="44161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Each agent has a strict responsibility. No overlap. No mission creep.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447480" y="277164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5743" y="0"/>
                </a:lnTo>
                <a:cubicBezTo>
                  <a:pt x="5772" y="0"/>
                  <a:pt x="5797" y="10"/>
                  <a:pt x="5817" y="31"/>
                </a:cubicBezTo>
                <a:cubicBezTo>
                  <a:pt x="5838" y="52"/>
                  <a:pt x="5848" y="76"/>
                  <a:pt x="5848" y="106"/>
                </a:cubicBezTo>
                <a:lnTo>
                  <a:pt x="5848" y="2567"/>
                </a:lnTo>
                <a:cubicBezTo>
                  <a:pt x="5848" y="2597"/>
                  <a:pt x="5838" y="2622"/>
                  <a:pt x="5817" y="2642"/>
                </a:cubicBezTo>
                <a:cubicBezTo>
                  <a:pt x="5797" y="2663"/>
                  <a:pt x="5772" y="2673"/>
                  <a:pt x="5742" y="2673"/>
                </a:cubicBezTo>
                <a:lnTo>
                  <a:pt x="106" y="2673"/>
                </a:lnTo>
                <a:cubicBezTo>
                  <a:pt x="77" y="2673"/>
                  <a:pt x="52" y="2663"/>
                  <a:pt x="31" y="2642"/>
                </a:cubicBezTo>
                <a:cubicBezTo>
                  <a:pt x="10" y="2622"/>
                  <a:pt x="0" y="2597"/>
                  <a:pt x="0" y="2567"/>
                </a:cubicBezTo>
                <a:lnTo>
                  <a:pt x="0" y="106"/>
                </a:lnTo>
                <a:cubicBezTo>
                  <a:pt x="0" y="76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447480" y="2771640"/>
            <a:ext cx="2105280" cy="24120"/>
          </a:xfrm>
          <a:custGeom>
            <a:avLst/>
            <a:gdLst/>
            <a:ahLst/>
            <a:rect l="0" t="0" r="r" b="b"/>
            <a:pathLst>
              <a:path w="5848" h="67">
                <a:moveTo>
                  <a:pt x="5785" y="67"/>
                </a:moveTo>
                <a:lnTo>
                  <a:pt x="0" y="67"/>
                </a:lnTo>
                <a:lnTo>
                  <a:pt x="0" y="0"/>
                </a:lnTo>
                <a:lnTo>
                  <a:pt x="5848" y="0"/>
                </a:lnTo>
                <a:lnTo>
                  <a:pt x="5848" y="3"/>
                </a:lnTo>
                <a:lnTo>
                  <a:pt x="5785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464760" y="3715200"/>
            <a:ext cx="2077560" cy="18720"/>
          </a:xfrm>
          <a:custGeom>
            <a:avLst/>
            <a:gdLst/>
            <a:ahLst/>
            <a:rect l="0" t="0" r="r" b="b"/>
            <a:pathLst>
              <a:path w="5771" h="52">
                <a:moveTo>
                  <a:pt x="47" y="20"/>
                </a:moveTo>
                <a:cubicBezTo>
                  <a:pt x="51" y="24"/>
                  <a:pt x="54" y="26"/>
                  <a:pt x="58" y="26"/>
                </a:cubicBezTo>
                <a:lnTo>
                  <a:pt x="5694" y="26"/>
                </a:lnTo>
                <a:cubicBezTo>
                  <a:pt x="5716" y="26"/>
                  <a:pt x="5735" y="18"/>
                  <a:pt x="5751" y="1"/>
                </a:cubicBezTo>
                <a:cubicBezTo>
                  <a:pt x="5751" y="1"/>
                  <a:pt x="5752" y="1"/>
                  <a:pt x="5752" y="0"/>
                </a:cubicBezTo>
                <a:lnTo>
                  <a:pt x="5771" y="20"/>
                </a:lnTo>
                <a:cubicBezTo>
                  <a:pt x="5770" y="20"/>
                  <a:pt x="5770" y="21"/>
                  <a:pt x="5769" y="21"/>
                </a:cubicBezTo>
                <a:cubicBezTo>
                  <a:pt x="5749" y="42"/>
                  <a:pt x="5724" y="52"/>
                  <a:pt x="5694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7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534760" y="2782800"/>
            <a:ext cx="18000" cy="939960"/>
          </a:xfrm>
          <a:custGeom>
            <a:avLst/>
            <a:gdLst/>
            <a:ahLst/>
            <a:rect l="0" t="0" r="r" b="b"/>
            <a:pathLst>
              <a:path w="50" h="2611">
                <a:moveTo>
                  <a:pt x="0" y="2592"/>
                </a:moveTo>
                <a:cubicBezTo>
                  <a:pt x="15" y="2577"/>
                  <a:pt x="23" y="2558"/>
                  <a:pt x="23" y="2536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5"/>
                  <a:pt x="50" y="75"/>
                </a:cubicBezTo>
                <a:lnTo>
                  <a:pt x="50" y="2536"/>
                </a:lnTo>
                <a:cubicBezTo>
                  <a:pt x="50" y="2566"/>
                  <a:pt x="39" y="2591"/>
                  <a:pt x="18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447480" y="277164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0" y="0"/>
                </a:moveTo>
                <a:lnTo>
                  <a:pt x="5848" y="0"/>
                </a:lnTo>
                <a:lnTo>
                  <a:pt x="584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09480" y="29239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161"/>
                </a:moveTo>
                <a:lnTo>
                  <a:pt x="0" y="157"/>
                </a:lnTo>
                <a:cubicBezTo>
                  <a:pt x="0" y="147"/>
                  <a:pt x="1" y="136"/>
                  <a:pt x="3" y="126"/>
                </a:cubicBezTo>
                <a:cubicBezTo>
                  <a:pt x="5" y="116"/>
                  <a:pt x="8" y="106"/>
                  <a:pt x="12" y="97"/>
                </a:cubicBezTo>
                <a:cubicBezTo>
                  <a:pt x="16" y="87"/>
                  <a:pt x="21" y="78"/>
                  <a:pt x="26" y="70"/>
                </a:cubicBezTo>
                <a:cubicBezTo>
                  <a:pt x="32" y="61"/>
                  <a:pt x="38" y="53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7" y="1"/>
                  <a:pt x="147" y="0"/>
                  <a:pt x="158" y="0"/>
                </a:cubicBezTo>
                <a:lnTo>
                  <a:pt x="162" y="0"/>
                </a:lnTo>
                <a:cubicBezTo>
                  <a:pt x="172" y="0"/>
                  <a:pt x="182" y="1"/>
                  <a:pt x="192" y="3"/>
                </a:cubicBezTo>
                <a:cubicBezTo>
                  <a:pt x="202" y="5"/>
                  <a:pt x="212" y="8"/>
                  <a:pt x="222" y="12"/>
                </a:cubicBezTo>
                <a:cubicBezTo>
                  <a:pt x="231" y="16"/>
                  <a:pt x="240" y="21"/>
                  <a:pt x="249" y="27"/>
                </a:cubicBezTo>
                <a:cubicBezTo>
                  <a:pt x="257" y="32"/>
                  <a:pt x="265" y="39"/>
                  <a:pt x="272" y="46"/>
                </a:cubicBezTo>
                <a:cubicBezTo>
                  <a:pt x="280" y="53"/>
                  <a:pt x="286" y="61"/>
                  <a:pt x="292" y="70"/>
                </a:cubicBezTo>
                <a:cubicBezTo>
                  <a:pt x="298" y="78"/>
                  <a:pt x="302" y="87"/>
                  <a:pt x="306" y="97"/>
                </a:cubicBezTo>
                <a:cubicBezTo>
                  <a:pt x="310" y="106"/>
                  <a:pt x="313" y="116"/>
                  <a:pt x="315" y="126"/>
                </a:cubicBezTo>
                <a:cubicBezTo>
                  <a:pt x="317" y="136"/>
                  <a:pt x="318" y="147"/>
                  <a:pt x="318" y="157"/>
                </a:cubicBezTo>
                <a:lnTo>
                  <a:pt x="318" y="161"/>
                </a:lnTo>
                <a:cubicBezTo>
                  <a:pt x="318" y="171"/>
                  <a:pt x="317" y="181"/>
                  <a:pt x="315" y="192"/>
                </a:cubicBezTo>
                <a:cubicBezTo>
                  <a:pt x="313" y="202"/>
                  <a:pt x="310" y="211"/>
                  <a:pt x="306" y="221"/>
                </a:cubicBezTo>
                <a:cubicBezTo>
                  <a:pt x="302" y="230"/>
                  <a:pt x="298" y="239"/>
                  <a:pt x="292" y="248"/>
                </a:cubicBezTo>
                <a:cubicBezTo>
                  <a:pt x="286" y="257"/>
                  <a:pt x="280" y="265"/>
                  <a:pt x="272" y="272"/>
                </a:cubicBezTo>
                <a:cubicBezTo>
                  <a:pt x="265" y="280"/>
                  <a:pt x="257" y="287"/>
                  <a:pt x="249" y="292"/>
                </a:cubicBezTo>
                <a:cubicBezTo>
                  <a:pt x="240" y="298"/>
                  <a:pt x="231" y="303"/>
                  <a:pt x="222" y="307"/>
                </a:cubicBezTo>
                <a:cubicBezTo>
                  <a:pt x="212" y="311"/>
                  <a:pt x="202" y="314"/>
                  <a:pt x="192" y="316"/>
                </a:cubicBezTo>
                <a:cubicBezTo>
                  <a:pt x="182" y="318"/>
                  <a:pt x="172" y="319"/>
                  <a:pt x="162" y="319"/>
                </a:cubicBezTo>
                <a:lnTo>
                  <a:pt x="158" y="319"/>
                </a:lnTo>
                <a:cubicBezTo>
                  <a:pt x="147" y="319"/>
                  <a:pt x="137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7"/>
                  <a:pt x="54" y="280"/>
                  <a:pt x="46" y="272"/>
                </a:cubicBezTo>
                <a:cubicBezTo>
                  <a:pt x="38" y="265"/>
                  <a:pt x="32" y="257"/>
                  <a:pt x="26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2"/>
                  <a:pt x="3" y="192"/>
                </a:cubicBezTo>
                <a:cubicBezTo>
                  <a:pt x="1" y="181"/>
                  <a:pt x="0" y="171"/>
                  <a:pt x="0" y="16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282120" y="2141280"/>
            <a:ext cx="28184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USER JOURNEY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44400" y="293688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1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61960" y="313344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106" y="53"/>
                </a:moveTo>
                <a:cubicBezTo>
                  <a:pt x="106" y="60"/>
                  <a:pt x="105" y="68"/>
                  <a:pt x="102" y="74"/>
                </a:cubicBezTo>
                <a:cubicBezTo>
                  <a:pt x="100" y="81"/>
                  <a:pt x="96" y="87"/>
                  <a:pt x="91" y="92"/>
                </a:cubicBezTo>
                <a:cubicBezTo>
                  <a:pt x="86" y="97"/>
                  <a:pt x="80" y="100"/>
                  <a:pt x="74" y="103"/>
                </a:cubicBezTo>
                <a:cubicBezTo>
                  <a:pt x="66" y="106"/>
                  <a:pt x="59" y="107"/>
                  <a:pt x="52" y="107"/>
                </a:cubicBezTo>
                <a:cubicBezTo>
                  <a:pt x="45" y="107"/>
                  <a:pt x="39" y="106"/>
                  <a:pt x="32" y="103"/>
                </a:cubicBezTo>
                <a:cubicBezTo>
                  <a:pt x="26" y="100"/>
                  <a:pt x="20" y="97"/>
                  <a:pt x="15" y="92"/>
                </a:cubicBezTo>
                <a:cubicBezTo>
                  <a:pt x="10" y="87"/>
                  <a:pt x="6" y="81"/>
                  <a:pt x="4" y="74"/>
                </a:cubicBezTo>
                <a:cubicBezTo>
                  <a:pt x="1" y="68"/>
                  <a:pt x="0" y="60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6" y="26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5" y="0"/>
                  <a:pt x="52" y="0"/>
                </a:cubicBezTo>
                <a:cubicBezTo>
                  <a:pt x="59" y="0"/>
                  <a:pt x="66" y="2"/>
                  <a:pt x="74" y="4"/>
                </a:cubicBezTo>
                <a:cubicBezTo>
                  <a:pt x="80" y="7"/>
                  <a:pt x="86" y="11"/>
                  <a:pt x="91" y="16"/>
                </a:cubicBezTo>
                <a:cubicBezTo>
                  <a:pt x="96" y="21"/>
                  <a:pt x="100" y="26"/>
                  <a:pt x="102" y="33"/>
                </a:cubicBezTo>
                <a:cubicBezTo>
                  <a:pt x="105" y="39"/>
                  <a:pt x="106" y="46"/>
                  <a:pt x="106" y="53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49520" y="2877120"/>
            <a:ext cx="1114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Launch &amp; Repo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02000" y="3070080"/>
            <a:ext cx="1717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Point Corge at any repository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619360" y="277164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5742" y="0"/>
                </a:lnTo>
                <a:cubicBezTo>
                  <a:pt x="5771" y="0"/>
                  <a:pt x="5796" y="10"/>
                  <a:pt x="5817" y="31"/>
                </a:cubicBezTo>
                <a:cubicBezTo>
                  <a:pt x="5838" y="52"/>
                  <a:pt x="5848" y="76"/>
                  <a:pt x="5848" y="106"/>
                </a:cubicBezTo>
                <a:lnTo>
                  <a:pt x="5848" y="2567"/>
                </a:lnTo>
                <a:cubicBezTo>
                  <a:pt x="5848" y="2597"/>
                  <a:pt x="5838" y="2622"/>
                  <a:pt x="5817" y="2642"/>
                </a:cubicBezTo>
                <a:cubicBezTo>
                  <a:pt x="5796" y="2663"/>
                  <a:pt x="5771" y="2673"/>
                  <a:pt x="5742" y="2673"/>
                </a:cubicBezTo>
                <a:lnTo>
                  <a:pt x="105" y="2673"/>
                </a:lnTo>
                <a:cubicBezTo>
                  <a:pt x="76" y="2673"/>
                  <a:pt x="51" y="2663"/>
                  <a:pt x="31" y="2642"/>
                </a:cubicBezTo>
                <a:cubicBezTo>
                  <a:pt x="10" y="2622"/>
                  <a:pt x="0" y="2597"/>
                  <a:pt x="0" y="2567"/>
                </a:cubicBezTo>
                <a:lnTo>
                  <a:pt x="0" y="106"/>
                </a:lnTo>
                <a:cubicBezTo>
                  <a:pt x="0" y="76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619360" y="2771640"/>
            <a:ext cx="2105280" cy="24120"/>
          </a:xfrm>
          <a:custGeom>
            <a:avLst/>
            <a:gdLst/>
            <a:ahLst/>
            <a:rect l="0" t="0" r="r" b="b"/>
            <a:pathLst>
              <a:path w="5848" h="67">
                <a:moveTo>
                  <a:pt x="5784" y="67"/>
                </a:moveTo>
                <a:lnTo>
                  <a:pt x="0" y="67"/>
                </a:lnTo>
                <a:lnTo>
                  <a:pt x="0" y="0"/>
                </a:lnTo>
                <a:lnTo>
                  <a:pt x="5848" y="0"/>
                </a:lnTo>
                <a:lnTo>
                  <a:pt x="5848" y="3"/>
                </a:lnTo>
                <a:lnTo>
                  <a:pt x="5784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636640" y="3715200"/>
            <a:ext cx="2077200" cy="18720"/>
          </a:xfrm>
          <a:custGeom>
            <a:avLst/>
            <a:gdLst/>
            <a:ahLst/>
            <a:rect l="0" t="0" r="r" b="b"/>
            <a:pathLst>
              <a:path w="5770" h="52">
                <a:moveTo>
                  <a:pt x="47" y="20"/>
                </a:moveTo>
                <a:cubicBezTo>
                  <a:pt x="50" y="24"/>
                  <a:pt x="54" y="26"/>
                  <a:pt x="57" y="26"/>
                </a:cubicBezTo>
                <a:lnTo>
                  <a:pt x="5694" y="26"/>
                </a:lnTo>
                <a:cubicBezTo>
                  <a:pt x="5716" y="26"/>
                  <a:pt x="5735" y="18"/>
                  <a:pt x="5750" y="1"/>
                </a:cubicBezTo>
                <a:cubicBezTo>
                  <a:pt x="5751" y="1"/>
                  <a:pt x="5751" y="1"/>
                  <a:pt x="5751" y="0"/>
                </a:cubicBezTo>
                <a:lnTo>
                  <a:pt x="5770" y="20"/>
                </a:lnTo>
                <a:lnTo>
                  <a:pt x="5769" y="21"/>
                </a:lnTo>
                <a:cubicBezTo>
                  <a:pt x="5748" y="42"/>
                  <a:pt x="5723" y="52"/>
                  <a:pt x="5694" y="52"/>
                </a:cubicBezTo>
                <a:lnTo>
                  <a:pt x="57" y="52"/>
                </a:lnTo>
                <a:cubicBezTo>
                  <a:pt x="36" y="52"/>
                  <a:pt x="17" y="47"/>
                  <a:pt x="0" y="35"/>
                </a:cubicBezTo>
                <a:lnTo>
                  <a:pt x="47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4706280" y="2782800"/>
            <a:ext cx="18360" cy="939960"/>
          </a:xfrm>
          <a:custGeom>
            <a:avLst/>
            <a:gdLst/>
            <a:ahLst/>
            <a:rect l="0" t="0" r="r" b="b"/>
            <a:pathLst>
              <a:path w="51" h="2611">
                <a:moveTo>
                  <a:pt x="0" y="2592"/>
                </a:moveTo>
                <a:cubicBezTo>
                  <a:pt x="16" y="2577"/>
                  <a:pt x="23" y="2558"/>
                  <a:pt x="23" y="2536"/>
                </a:cubicBezTo>
                <a:lnTo>
                  <a:pt x="23" y="75"/>
                </a:lnTo>
                <a:cubicBezTo>
                  <a:pt x="23" y="53"/>
                  <a:pt x="16" y="34"/>
                  <a:pt x="0" y="19"/>
                </a:cubicBezTo>
                <a:lnTo>
                  <a:pt x="19" y="0"/>
                </a:lnTo>
                <a:cubicBezTo>
                  <a:pt x="41" y="21"/>
                  <a:pt x="51" y="45"/>
                  <a:pt x="51" y="75"/>
                </a:cubicBezTo>
                <a:lnTo>
                  <a:pt x="51" y="2536"/>
                </a:lnTo>
                <a:cubicBezTo>
                  <a:pt x="51" y="2566"/>
                  <a:pt x="41" y="2591"/>
                  <a:pt x="19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619360" y="277164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0" y="0"/>
                </a:moveTo>
                <a:lnTo>
                  <a:pt x="5848" y="0"/>
                </a:lnTo>
                <a:lnTo>
                  <a:pt x="584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781000" y="2923920"/>
            <a:ext cx="114840" cy="114840"/>
          </a:xfrm>
          <a:custGeom>
            <a:avLst/>
            <a:gdLst/>
            <a:ahLst/>
            <a:rect l="0" t="0" r="r" b="b"/>
            <a:pathLst>
              <a:path w="319" h="319">
                <a:moveTo>
                  <a:pt x="0" y="161"/>
                </a:moveTo>
                <a:lnTo>
                  <a:pt x="0" y="157"/>
                </a:lnTo>
                <a:cubicBezTo>
                  <a:pt x="0" y="147"/>
                  <a:pt x="1" y="136"/>
                  <a:pt x="3" y="126"/>
                </a:cubicBezTo>
                <a:cubicBezTo>
                  <a:pt x="5" y="116"/>
                  <a:pt x="8" y="106"/>
                  <a:pt x="12" y="97"/>
                </a:cubicBezTo>
                <a:cubicBezTo>
                  <a:pt x="16" y="87"/>
                  <a:pt x="21" y="78"/>
                  <a:pt x="27" y="70"/>
                </a:cubicBezTo>
                <a:cubicBezTo>
                  <a:pt x="32" y="61"/>
                  <a:pt x="39" y="53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62" y="0"/>
                </a:lnTo>
                <a:cubicBezTo>
                  <a:pt x="172" y="0"/>
                  <a:pt x="183" y="1"/>
                  <a:pt x="193" y="3"/>
                </a:cubicBezTo>
                <a:cubicBezTo>
                  <a:pt x="203" y="5"/>
                  <a:pt x="213" y="8"/>
                  <a:pt x="222" y="12"/>
                </a:cubicBezTo>
                <a:cubicBezTo>
                  <a:pt x="232" y="16"/>
                  <a:pt x="241" y="21"/>
                  <a:pt x="249" y="27"/>
                </a:cubicBezTo>
                <a:cubicBezTo>
                  <a:pt x="258" y="32"/>
                  <a:pt x="266" y="39"/>
                  <a:pt x="273" y="46"/>
                </a:cubicBezTo>
                <a:cubicBezTo>
                  <a:pt x="280" y="53"/>
                  <a:pt x="287" y="61"/>
                  <a:pt x="292" y="70"/>
                </a:cubicBezTo>
                <a:cubicBezTo>
                  <a:pt x="298" y="78"/>
                  <a:pt x="303" y="87"/>
                  <a:pt x="307" y="97"/>
                </a:cubicBezTo>
                <a:cubicBezTo>
                  <a:pt x="311" y="106"/>
                  <a:pt x="314" y="116"/>
                  <a:pt x="316" y="126"/>
                </a:cubicBezTo>
                <a:cubicBezTo>
                  <a:pt x="318" y="136"/>
                  <a:pt x="319" y="147"/>
                  <a:pt x="319" y="157"/>
                </a:cubicBezTo>
                <a:lnTo>
                  <a:pt x="319" y="161"/>
                </a:lnTo>
                <a:cubicBezTo>
                  <a:pt x="319" y="171"/>
                  <a:pt x="318" y="181"/>
                  <a:pt x="316" y="192"/>
                </a:cubicBezTo>
                <a:cubicBezTo>
                  <a:pt x="314" y="202"/>
                  <a:pt x="311" y="211"/>
                  <a:pt x="307" y="221"/>
                </a:cubicBezTo>
                <a:cubicBezTo>
                  <a:pt x="303" y="230"/>
                  <a:pt x="298" y="239"/>
                  <a:pt x="292" y="248"/>
                </a:cubicBezTo>
                <a:cubicBezTo>
                  <a:pt x="287" y="257"/>
                  <a:pt x="280" y="265"/>
                  <a:pt x="273" y="272"/>
                </a:cubicBezTo>
                <a:cubicBezTo>
                  <a:pt x="266" y="280"/>
                  <a:pt x="258" y="287"/>
                  <a:pt x="249" y="292"/>
                </a:cubicBezTo>
                <a:cubicBezTo>
                  <a:pt x="241" y="298"/>
                  <a:pt x="232" y="303"/>
                  <a:pt x="222" y="307"/>
                </a:cubicBezTo>
                <a:cubicBezTo>
                  <a:pt x="213" y="311"/>
                  <a:pt x="203" y="314"/>
                  <a:pt x="193" y="316"/>
                </a:cubicBezTo>
                <a:cubicBezTo>
                  <a:pt x="183" y="318"/>
                  <a:pt x="172" y="319"/>
                  <a:pt x="162" y="319"/>
                </a:cubicBezTo>
                <a:lnTo>
                  <a:pt x="158" y="319"/>
                </a:ln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8" y="311"/>
                  <a:pt x="98" y="307"/>
                </a:cubicBezTo>
                <a:cubicBezTo>
                  <a:pt x="89" y="303"/>
                  <a:pt x="80" y="298"/>
                  <a:pt x="71" y="292"/>
                </a:cubicBezTo>
                <a:cubicBezTo>
                  <a:pt x="62" y="287"/>
                  <a:pt x="54" y="280"/>
                  <a:pt x="47" y="272"/>
                </a:cubicBezTo>
                <a:cubicBezTo>
                  <a:pt x="39" y="265"/>
                  <a:pt x="32" y="257"/>
                  <a:pt x="27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2"/>
                  <a:pt x="3" y="192"/>
                </a:cubicBezTo>
                <a:cubicBezTo>
                  <a:pt x="1" y="181"/>
                  <a:pt x="0" y="171"/>
                  <a:pt x="0" y="16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02000" y="3251160"/>
            <a:ext cx="1061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or empty directory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14120" y="293688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2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733480" y="313344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8"/>
                  <a:pt x="103" y="74"/>
                </a:cubicBezTo>
                <a:cubicBezTo>
                  <a:pt x="100" y="81"/>
                  <a:pt x="96" y="87"/>
                  <a:pt x="91" y="92"/>
                </a:cubicBezTo>
                <a:cubicBezTo>
                  <a:pt x="86" y="97"/>
                  <a:pt x="81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3"/>
                </a:cubicBezTo>
                <a:cubicBezTo>
                  <a:pt x="27" y="100"/>
                  <a:pt x="22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1" y="68"/>
                  <a:pt x="0" y="60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2" y="11"/>
                  <a:pt x="27" y="7"/>
                  <a:pt x="34" y="4"/>
                </a:cubicBezTo>
                <a:cubicBezTo>
                  <a:pt x="40" y="2"/>
                  <a:pt x="47" y="0"/>
                  <a:pt x="54" y="0"/>
                </a:cubicBezTo>
                <a:cubicBezTo>
                  <a:pt x="61" y="0"/>
                  <a:pt x="68" y="2"/>
                  <a:pt x="74" y="4"/>
                </a:cubicBezTo>
                <a:cubicBezTo>
                  <a:pt x="81" y="7"/>
                  <a:pt x="86" y="11"/>
                  <a:pt x="91" y="16"/>
                </a:cubicBezTo>
                <a:cubicBezTo>
                  <a:pt x="96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919240" y="2877120"/>
            <a:ext cx="1244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Freestyle Canvas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3857400" y="3076560"/>
            <a:ext cx="457560" cy="162000"/>
          </a:xfrm>
          <a:custGeom>
            <a:avLst/>
            <a:gdLst/>
            <a:ahLst/>
            <a:rect l="0" t="0" r="r" b="b"/>
            <a:pathLst>
              <a:path w="1271" h="450">
                <a:moveTo>
                  <a:pt x="0" y="371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192" y="0"/>
                </a:lnTo>
                <a:cubicBezTo>
                  <a:pt x="1202" y="0"/>
                  <a:pt x="1212" y="2"/>
                  <a:pt x="1222" y="6"/>
                </a:cubicBezTo>
                <a:cubicBezTo>
                  <a:pt x="1232" y="10"/>
                  <a:pt x="1240" y="15"/>
                  <a:pt x="1248" y="23"/>
                </a:cubicBezTo>
                <a:cubicBezTo>
                  <a:pt x="1255" y="30"/>
                  <a:pt x="1261" y="39"/>
                  <a:pt x="1265" y="49"/>
                </a:cubicBezTo>
                <a:cubicBezTo>
                  <a:pt x="1269" y="58"/>
                  <a:pt x="1271" y="68"/>
                  <a:pt x="1271" y="79"/>
                </a:cubicBezTo>
                <a:lnTo>
                  <a:pt x="1271" y="371"/>
                </a:lnTo>
                <a:cubicBezTo>
                  <a:pt x="1271" y="381"/>
                  <a:pt x="1269" y="392"/>
                  <a:pt x="1265" y="401"/>
                </a:cubicBezTo>
                <a:cubicBezTo>
                  <a:pt x="1261" y="411"/>
                  <a:pt x="1255" y="420"/>
                  <a:pt x="1248" y="427"/>
                </a:cubicBezTo>
                <a:cubicBezTo>
                  <a:pt x="1240" y="435"/>
                  <a:pt x="1232" y="440"/>
                  <a:pt x="1222" y="444"/>
                </a:cubicBezTo>
                <a:cubicBezTo>
                  <a:pt x="1212" y="448"/>
                  <a:pt x="1202" y="450"/>
                  <a:pt x="1192" y="450"/>
                </a:cubicBezTo>
                <a:lnTo>
                  <a:pt x="80" y="450"/>
                </a:lnTo>
                <a:cubicBezTo>
                  <a:pt x="69" y="450"/>
                  <a:pt x="59" y="448"/>
                  <a:pt x="49" y="444"/>
                </a:cubicBezTo>
                <a:cubicBezTo>
                  <a:pt x="39" y="440"/>
                  <a:pt x="31" y="435"/>
                  <a:pt x="23" y="427"/>
                </a:cubicBezTo>
                <a:cubicBezTo>
                  <a:pt x="16" y="420"/>
                  <a:pt x="10" y="411"/>
                  <a:pt x="6" y="401"/>
                </a:cubicBezTo>
                <a:cubicBezTo>
                  <a:pt x="2" y="392"/>
                  <a:pt x="0" y="381"/>
                  <a:pt x="0" y="37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871720" y="3070080"/>
            <a:ext cx="1054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Rough ideas with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3882600" y="3093840"/>
            <a:ext cx="39744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9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@node: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871720" y="3251160"/>
            <a:ext cx="1592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references validated in real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790880" y="2771640"/>
            <a:ext cx="2095920" cy="962280"/>
          </a:xfrm>
          <a:custGeom>
            <a:avLst/>
            <a:gdLst/>
            <a:ahLst/>
            <a:rect l="0" t="0" r="r" b="b"/>
            <a:pathLst>
              <a:path w="5822" h="26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5716" y="0"/>
                </a:lnTo>
                <a:cubicBezTo>
                  <a:pt x="5745" y="0"/>
                  <a:pt x="5770" y="10"/>
                  <a:pt x="5791" y="31"/>
                </a:cubicBezTo>
                <a:cubicBezTo>
                  <a:pt x="5812" y="52"/>
                  <a:pt x="5822" y="76"/>
                  <a:pt x="5822" y="106"/>
                </a:cubicBezTo>
                <a:lnTo>
                  <a:pt x="5822" y="2567"/>
                </a:lnTo>
                <a:cubicBezTo>
                  <a:pt x="5822" y="2597"/>
                  <a:pt x="5812" y="2622"/>
                  <a:pt x="5791" y="2642"/>
                </a:cubicBezTo>
                <a:cubicBezTo>
                  <a:pt x="5770" y="2663"/>
                  <a:pt x="5745" y="2673"/>
                  <a:pt x="5716" y="2673"/>
                </a:cubicBezTo>
                <a:lnTo>
                  <a:pt x="106" y="2673"/>
                </a:lnTo>
                <a:cubicBezTo>
                  <a:pt x="77" y="2673"/>
                  <a:pt x="52" y="2663"/>
                  <a:pt x="31" y="2642"/>
                </a:cubicBezTo>
                <a:cubicBezTo>
                  <a:pt x="10" y="2622"/>
                  <a:pt x="0" y="2597"/>
                  <a:pt x="0" y="2567"/>
                </a:cubicBezTo>
                <a:lnTo>
                  <a:pt x="0" y="106"/>
                </a:lnTo>
                <a:cubicBezTo>
                  <a:pt x="0" y="76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4790880" y="2771640"/>
            <a:ext cx="2095920" cy="24120"/>
          </a:xfrm>
          <a:custGeom>
            <a:avLst/>
            <a:gdLst/>
            <a:ahLst/>
            <a:rect l="0" t="0" r="r" b="b"/>
            <a:pathLst>
              <a:path w="5822" h="67">
                <a:moveTo>
                  <a:pt x="5758" y="67"/>
                </a:moveTo>
                <a:lnTo>
                  <a:pt x="0" y="67"/>
                </a:lnTo>
                <a:lnTo>
                  <a:pt x="0" y="0"/>
                </a:lnTo>
                <a:lnTo>
                  <a:pt x="5822" y="0"/>
                </a:lnTo>
                <a:lnTo>
                  <a:pt x="5822" y="3"/>
                </a:lnTo>
                <a:lnTo>
                  <a:pt x="5758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808160" y="3715200"/>
            <a:ext cx="2067840" cy="18720"/>
          </a:xfrm>
          <a:custGeom>
            <a:avLst/>
            <a:gdLst/>
            <a:ahLst/>
            <a:rect l="0" t="0" r="r" b="b"/>
            <a:pathLst>
              <a:path w="5744" h="52">
                <a:moveTo>
                  <a:pt x="47" y="20"/>
                </a:moveTo>
                <a:cubicBezTo>
                  <a:pt x="51" y="24"/>
                  <a:pt x="54" y="26"/>
                  <a:pt x="58" y="26"/>
                </a:cubicBezTo>
                <a:lnTo>
                  <a:pt x="5668" y="26"/>
                </a:lnTo>
                <a:cubicBezTo>
                  <a:pt x="5690" y="26"/>
                  <a:pt x="5709" y="18"/>
                  <a:pt x="5724" y="1"/>
                </a:cubicBezTo>
                <a:cubicBezTo>
                  <a:pt x="5725" y="1"/>
                  <a:pt x="5725" y="1"/>
                  <a:pt x="5725" y="0"/>
                </a:cubicBezTo>
                <a:lnTo>
                  <a:pt x="5744" y="20"/>
                </a:lnTo>
                <a:lnTo>
                  <a:pt x="5743" y="21"/>
                </a:lnTo>
                <a:cubicBezTo>
                  <a:pt x="5722" y="42"/>
                  <a:pt x="5697" y="52"/>
                  <a:pt x="5668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7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868440" y="2782800"/>
            <a:ext cx="18360" cy="939960"/>
          </a:xfrm>
          <a:custGeom>
            <a:avLst/>
            <a:gdLst/>
            <a:ahLst/>
            <a:rect l="0" t="0" r="r" b="b"/>
            <a:pathLst>
              <a:path w="51" h="2611">
                <a:moveTo>
                  <a:pt x="0" y="2592"/>
                </a:moveTo>
                <a:cubicBezTo>
                  <a:pt x="17" y="2577"/>
                  <a:pt x="24" y="2558"/>
                  <a:pt x="24" y="2536"/>
                </a:cubicBezTo>
                <a:lnTo>
                  <a:pt x="24" y="75"/>
                </a:lnTo>
                <a:cubicBezTo>
                  <a:pt x="24" y="53"/>
                  <a:pt x="17" y="34"/>
                  <a:pt x="0" y="19"/>
                </a:cubicBezTo>
                <a:lnTo>
                  <a:pt x="20" y="0"/>
                </a:lnTo>
                <a:cubicBezTo>
                  <a:pt x="41" y="21"/>
                  <a:pt x="51" y="45"/>
                  <a:pt x="51" y="75"/>
                </a:cubicBezTo>
                <a:lnTo>
                  <a:pt x="51" y="2536"/>
                </a:lnTo>
                <a:cubicBezTo>
                  <a:pt x="51" y="2566"/>
                  <a:pt x="41" y="2591"/>
                  <a:pt x="20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4790880" y="2771640"/>
            <a:ext cx="2095920" cy="962280"/>
          </a:xfrm>
          <a:custGeom>
            <a:avLst/>
            <a:gdLst/>
            <a:ahLst/>
            <a:rect l="0" t="0" r="r" b="b"/>
            <a:pathLst>
              <a:path w="5822" h="2673">
                <a:moveTo>
                  <a:pt x="0" y="0"/>
                </a:moveTo>
                <a:lnTo>
                  <a:pt x="5822" y="0"/>
                </a:lnTo>
                <a:lnTo>
                  <a:pt x="5822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952880" y="2923920"/>
            <a:ext cx="105120" cy="114840"/>
          </a:xfrm>
          <a:custGeom>
            <a:avLst/>
            <a:gdLst/>
            <a:ahLst/>
            <a:rect l="0" t="0" r="r" b="b"/>
            <a:pathLst>
              <a:path w="292" h="319">
                <a:moveTo>
                  <a:pt x="0" y="1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7" y="30"/>
                  <a:pt x="66" y="25"/>
                </a:cubicBezTo>
                <a:cubicBezTo>
                  <a:pt x="73" y="19"/>
                  <a:pt x="82" y="15"/>
                  <a:pt x="91" y="11"/>
                </a:cubicBezTo>
                <a:cubicBezTo>
                  <a:pt x="99" y="8"/>
                  <a:pt x="109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2" y="36"/>
                  <a:pt x="249" y="43"/>
                </a:cubicBezTo>
                <a:cubicBezTo>
                  <a:pt x="256" y="50"/>
                  <a:pt x="262" y="57"/>
                  <a:pt x="267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lnTo>
                  <a:pt x="292" y="172"/>
                </a:lnTo>
                <a:cubicBezTo>
                  <a:pt x="292" y="182"/>
                  <a:pt x="291" y="191"/>
                  <a:pt x="289" y="201"/>
                </a:cubicBezTo>
                <a:cubicBezTo>
                  <a:pt x="287" y="210"/>
                  <a:pt x="284" y="219"/>
                  <a:pt x="281" y="228"/>
                </a:cubicBezTo>
                <a:cubicBezTo>
                  <a:pt x="277" y="237"/>
                  <a:pt x="273" y="245"/>
                  <a:pt x="267" y="253"/>
                </a:cubicBezTo>
                <a:cubicBezTo>
                  <a:pt x="262" y="261"/>
                  <a:pt x="256" y="268"/>
                  <a:pt x="249" y="275"/>
                </a:cubicBezTo>
                <a:cubicBezTo>
                  <a:pt x="242" y="283"/>
                  <a:pt x="235" y="289"/>
                  <a:pt x="227" y="294"/>
                </a:cubicBezTo>
                <a:cubicBezTo>
                  <a:pt x="219" y="299"/>
                  <a:pt x="211" y="304"/>
                  <a:pt x="202" y="308"/>
                </a:cubicBezTo>
                <a:cubicBezTo>
                  <a:pt x="193" y="311"/>
                  <a:pt x="184" y="314"/>
                  <a:pt x="175" y="316"/>
                </a:cubicBezTo>
                <a:cubicBezTo>
                  <a:pt x="165" y="318"/>
                  <a:pt x="156" y="319"/>
                  <a:pt x="146" y="319"/>
                </a:cubicBezTo>
                <a:cubicBezTo>
                  <a:pt x="137" y="319"/>
                  <a:pt x="127" y="318"/>
                  <a:pt x="118" y="316"/>
                </a:cubicBezTo>
                <a:cubicBezTo>
                  <a:pt x="109" y="314"/>
                  <a:pt x="99" y="311"/>
                  <a:pt x="91" y="308"/>
                </a:cubicBezTo>
                <a:cubicBezTo>
                  <a:pt x="82" y="304"/>
                  <a:pt x="73" y="299"/>
                  <a:pt x="66" y="294"/>
                </a:cubicBezTo>
                <a:cubicBezTo>
                  <a:pt x="57" y="289"/>
                  <a:pt x="49" y="283"/>
                  <a:pt x="42" y="275"/>
                </a:cubicBezTo>
                <a:cubicBezTo>
                  <a:pt x="36" y="268"/>
                  <a:pt x="30" y="261"/>
                  <a:pt x="24" y="253"/>
                </a:cubicBezTo>
                <a:cubicBezTo>
                  <a:pt x="19" y="245"/>
                  <a:pt x="15" y="237"/>
                  <a:pt x="11" y="228"/>
                </a:cubicBezTo>
                <a:cubicBezTo>
                  <a:pt x="7" y="219"/>
                  <a:pt x="4" y="210"/>
                  <a:pt x="3" y="201"/>
                </a:cubicBezTo>
                <a:cubicBezTo>
                  <a:pt x="1" y="191"/>
                  <a:pt x="0" y="182"/>
                  <a:pt x="0" y="172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2871720" y="3422520"/>
            <a:ext cx="251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983840" y="293688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3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4895640" y="313344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8"/>
                  <a:pt x="102" y="74"/>
                </a:cubicBezTo>
                <a:cubicBezTo>
                  <a:pt x="99" y="81"/>
                  <a:pt x="95" y="87"/>
                  <a:pt x="90" y="92"/>
                </a:cubicBezTo>
                <a:cubicBezTo>
                  <a:pt x="85" y="97"/>
                  <a:pt x="80" y="100"/>
                  <a:pt x="73" y="103"/>
                </a:cubicBezTo>
                <a:cubicBezTo>
                  <a:pt x="67" y="106"/>
                  <a:pt x="60" y="107"/>
                  <a:pt x="53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1" y="68"/>
                  <a:pt x="0" y="60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cubicBezTo>
                  <a:pt x="60" y="0"/>
                  <a:pt x="67" y="2"/>
                  <a:pt x="73" y="4"/>
                </a:cubicBezTo>
                <a:cubicBezTo>
                  <a:pt x="80" y="7"/>
                  <a:pt x="85" y="11"/>
                  <a:pt x="90" y="16"/>
                </a:cubicBezTo>
                <a:cubicBezTo>
                  <a:pt x="95" y="21"/>
                  <a:pt x="99" y="26"/>
                  <a:pt x="102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089320" y="2877120"/>
            <a:ext cx="1139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Socratic Wizard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041440" y="3070080"/>
            <a:ext cx="152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Opt-in clarifying questions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953040" y="277164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5743" y="0"/>
                </a:lnTo>
                <a:cubicBezTo>
                  <a:pt x="5772" y="0"/>
                  <a:pt x="5797" y="10"/>
                  <a:pt x="5817" y="31"/>
                </a:cubicBezTo>
                <a:cubicBezTo>
                  <a:pt x="5838" y="52"/>
                  <a:pt x="5848" y="76"/>
                  <a:pt x="5848" y="106"/>
                </a:cubicBezTo>
                <a:lnTo>
                  <a:pt x="5848" y="2567"/>
                </a:lnTo>
                <a:cubicBezTo>
                  <a:pt x="5848" y="2597"/>
                  <a:pt x="5838" y="2622"/>
                  <a:pt x="5817" y="2642"/>
                </a:cubicBezTo>
                <a:cubicBezTo>
                  <a:pt x="5797" y="2663"/>
                  <a:pt x="5772" y="2673"/>
                  <a:pt x="5743" y="2673"/>
                </a:cubicBezTo>
                <a:lnTo>
                  <a:pt x="106" y="2673"/>
                </a:lnTo>
                <a:cubicBezTo>
                  <a:pt x="77" y="2673"/>
                  <a:pt x="52" y="2663"/>
                  <a:pt x="31" y="2642"/>
                </a:cubicBezTo>
                <a:cubicBezTo>
                  <a:pt x="10" y="2622"/>
                  <a:pt x="0" y="2597"/>
                  <a:pt x="0" y="2567"/>
                </a:cubicBezTo>
                <a:lnTo>
                  <a:pt x="0" y="106"/>
                </a:lnTo>
                <a:cubicBezTo>
                  <a:pt x="0" y="76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6953040" y="2771640"/>
            <a:ext cx="2105280" cy="24120"/>
          </a:xfrm>
          <a:custGeom>
            <a:avLst/>
            <a:gdLst/>
            <a:ahLst/>
            <a:rect l="0" t="0" r="r" b="b"/>
            <a:pathLst>
              <a:path w="5848" h="67">
                <a:moveTo>
                  <a:pt x="5785" y="67"/>
                </a:moveTo>
                <a:lnTo>
                  <a:pt x="0" y="67"/>
                </a:lnTo>
                <a:lnTo>
                  <a:pt x="0" y="0"/>
                </a:lnTo>
                <a:lnTo>
                  <a:pt x="5848" y="0"/>
                </a:lnTo>
                <a:lnTo>
                  <a:pt x="5848" y="3"/>
                </a:lnTo>
                <a:lnTo>
                  <a:pt x="5785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970320" y="3715200"/>
            <a:ext cx="2077560" cy="18720"/>
          </a:xfrm>
          <a:custGeom>
            <a:avLst/>
            <a:gdLst/>
            <a:ahLst/>
            <a:rect l="0" t="0" r="r" b="b"/>
            <a:pathLst>
              <a:path w="5771" h="52">
                <a:moveTo>
                  <a:pt x="47" y="20"/>
                </a:moveTo>
                <a:cubicBezTo>
                  <a:pt x="51" y="24"/>
                  <a:pt x="54" y="26"/>
                  <a:pt x="58" y="26"/>
                </a:cubicBezTo>
                <a:lnTo>
                  <a:pt x="5695" y="26"/>
                </a:lnTo>
                <a:cubicBezTo>
                  <a:pt x="5716" y="26"/>
                  <a:pt x="5735" y="18"/>
                  <a:pt x="5751" y="1"/>
                </a:cubicBezTo>
                <a:cubicBezTo>
                  <a:pt x="5751" y="1"/>
                  <a:pt x="5752" y="1"/>
                  <a:pt x="5752" y="0"/>
                </a:cubicBezTo>
                <a:lnTo>
                  <a:pt x="5771" y="20"/>
                </a:lnTo>
                <a:cubicBezTo>
                  <a:pt x="5770" y="20"/>
                  <a:pt x="5770" y="21"/>
                  <a:pt x="5769" y="21"/>
                </a:cubicBezTo>
                <a:cubicBezTo>
                  <a:pt x="5749" y="42"/>
                  <a:pt x="5724" y="52"/>
                  <a:pt x="5695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7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9040320" y="2782800"/>
            <a:ext cx="18000" cy="939960"/>
          </a:xfrm>
          <a:custGeom>
            <a:avLst/>
            <a:gdLst/>
            <a:ahLst/>
            <a:rect l="0" t="0" r="r" b="b"/>
            <a:pathLst>
              <a:path w="50" h="2611">
                <a:moveTo>
                  <a:pt x="0" y="2592"/>
                </a:moveTo>
                <a:cubicBezTo>
                  <a:pt x="16" y="2577"/>
                  <a:pt x="24" y="2558"/>
                  <a:pt x="24" y="2536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0" y="45"/>
                  <a:pt x="50" y="75"/>
                </a:cubicBezTo>
                <a:lnTo>
                  <a:pt x="50" y="2536"/>
                </a:lnTo>
                <a:cubicBezTo>
                  <a:pt x="50" y="2566"/>
                  <a:pt x="40" y="2591"/>
                  <a:pt x="19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6953040" y="2777400"/>
            <a:ext cx="34920" cy="950760"/>
          </a:xfrm>
          <a:custGeom>
            <a:avLst/>
            <a:gdLst/>
            <a:ahLst/>
            <a:rect l="0" t="0" r="r" b="b"/>
            <a:pathLst>
              <a:path w="97" h="2641">
                <a:moveTo>
                  <a:pt x="97" y="16"/>
                </a:moveTo>
                <a:cubicBezTo>
                  <a:pt x="94" y="20"/>
                  <a:pt x="91" y="26"/>
                  <a:pt x="88" y="34"/>
                </a:cubicBezTo>
                <a:cubicBezTo>
                  <a:pt x="83" y="49"/>
                  <a:pt x="80" y="68"/>
                  <a:pt x="80" y="90"/>
                </a:cubicBezTo>
                <a:lnTo>
                  <a:pt x="80" y="2551"/>
                </a:lnTo>
                <a:cubicBezTo>
                  <a:pt x="80" y="2573"/>
                  <a:pt x="83" y="2592"/>
                  <a:pt x="88" y="2607"/>
                </a:cubicBezTo>
                <a:cubicBezTo>
                  <a:pt x="91" y="2615"/>
                  <a:pt x="94" y="2621"/>
                  <a:pt x="97" y="2625"/>
                </a:cubicBezTo>
                <a:lnTo>
                  <a:pt x="50" y="2641"/>
                </a:lnTo>
                <a:cubicBezTo>
                  <a:pt x="44" y="2637"/>
                  <a:pt x="38" y="2632"/>
                  <a:pt x="32" y="2626"/>
                </a:cubicBezTo>
                <a:cubicBezTo>
                  <a:pt x="10" y="2606"/>
                  <a:pt x="0" y="2581"/>
                  <a:pt x="0" y="2551"/>
                </a:cubicBezTo>
                <a:lnTo>
                  <a:pt x="0" y="90"/>
                </a:lnTo>
                <a:cubicBezTo>
                  <a:pt x="0" y="60"/>
                  <a:pt x="10" y="36"/>
                  <a:pt x="32" y="15"/>
                </a:cubicBezTo>
                <a:cubicBezTo>
                  <a:pt x="38" y="9"/>
                  <a:pt x="44" y="4"/>
                  <a:pt x="50" y="0"/>
                </a:cubicBezTo>
                <a:lnTo>
                  <a:pt x="97" y="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115040" y="29239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161"/>
                </a:moveTo>
                <a:lnTo>
                  <a:pt x="0" y="157"/>
                </a:lnTo>
                <a:cubicBezTo>
                  <a:pt x="0" y="147"/>
                  <a:pt x="1" y="136"/>
                  <a:pt x="3" y="126"/>
                </a:cubicBezTo>
                <a:cubicBezTo>
                  <a:pt x="5" y="116"/>
                  <a:pt x="8" y="106"/>
                  <a:pt x="12" y="97"/>
                </a:cubicBezTo>
                <a:cubicBezTo>
                  <a:pt x="16" y="87"/>
                  <a:pt x="21" y="78"/>
                  <a:pt x="26" y="70"/>
                </a:cubicBezTo>
                <a:cubicBezTo>
                  <a:pt x="32" y="61"/>
                  <a:pt x="38" y="53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7" y="1"/>
                  <a:pt x="147" y="0"/>
                  <a:pt x="158" y="0"/>
                </a:cubicBezTo>
                <a:lnTo>
                  <a:pt x="162" y="0"/>
                </a:lnTo>
                <a:cubicBezTo>
                  <a:pt x="172" y="0"/>
                  <a:pt x="182" y="1"/>
                  <a:pt x="192" y="3"/>
                </a:cubicBezTo>
                <a:cubicBezTo>
                  <a:pt x="202" y="5"/>
                  <a:pt x="212" y="8"/>
                  <a:pt x="222" y="12"/>
                </a:cubicBezTo>
                <a:cubicBezTo>
                  <a:pt x="231" y="16"/>
                  <a:pt x="240" y="21"/>
                  <a:pt x="249" y="27"/>
                </a:cubicBezTo>
                <a:cubicBezTo>
                  <a:pt x="257" y="32"/>
                  <a:pt x="265" y="39"/>
                  <a:pt x="272" y="46"/>
                </a:cubicBezTo>
                <a:cubicBezTo>
                  <a:pt x="280" y="53"/>
                  <a:pt x="286" y="61"/>
                  <a:pt x="292" y="70"/>
                </a:cubicBezTo>
                <a:cubicBezTo>
                  <a:pt x="298" y="78"/>
                  <a:pt x="303" y="87"/>
                  <a:pt x="306" y="97"/>
                </a:cubicBezTo>
                <a:cubicBezTo>
                  <a:pt x="310" y="106"/>
                  <a:pt x="313" y="116"/>
                  <a:pt x="315" y="126"/>
                </a:cubicBezTo>
                <a:cubicBezTo>
                  <a:pt x="317" y="136"/>
                  <a:pt x="318" y="147"/>
                  <a:pt x="318" y="157"/>
                </a:cubicBezTo>
                <a:lnTo>
                  <a:pt x="318" y="161"/>
                </a:lnTo>
                <a:cubicBezTo>
                  <a:pt x="318" y="171"/>
                  <a:pt x="317" y="181"/>
                  <a:pt x="315" y="192"/>
                </a:cubicBezTo>
                <a:cubicBezTo>
                  <a:pt x="313" y="202"/>
                  <a:pt x="310" y="211"/>
                  <a:pt x="306" y="221"/>
                </a:cubicBezTo>
                <a:cubicBezTo>
                  <a:pt x="303" y="230"/>
                  <a:pt x="298" y="239"/>
                  <a:pt x="292" y="248"/>
                </a:cubicBezTo>
                <a:cubicBezTo>
                  <a:pt x="286" y="257"/>
                  <a:pt x="280" y="265"/>
                  <a:pt x="272" y="272"/>
                </a:cubicBezTo>
                <a:cubicBezTo>
                  <a:pt x="265" y="280"/>
                  <a:pt x="257" y="287"/>
                  <a:pt x="249" y="292"/>
                </a:cubicBezTo>
                <a:cubicBezTo>
                  <a:pt x="240" y="298"/>
                  <a:pt x="231" y="303"/>
                  <a:pt x="222" y="307"/>
                </a:cubicBezTo>
                <a:cubicBezTo>
                  <a:pt x="212" y="311"/>
                  <a:pt x="202" y="314"/>
                  <a:pt x="192" y="316"/>
                </a:cubicBezTo>
                <a:cubicBezTo>
                  <a:pt x="182" y="318"/>
                  <a:pt x="172" y="319"/>
                  <a:pt x="162" y="319"/>
                </a:cubicBezTo>
                <a:lnTo>
                  <a:pt x="158" y="319"/>
                </a:lnTo>
                <a:cubicBezTo>
                  <a:pt x="147" y="319"/>
                  <a:pt x="137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1" y="292"/>
                </a:cubicBezTo>
                <a:cubicBezTo>
                  <a:pt x="62" y="287"/>
                  <a:pt x="54" y="280"/>
                  <a:pt x="46" y="272"/>
                </a:cubicBezTo>
                <a:cubicBezTo>
                  <a:pt x="38" y="265"/>
                  <a:pt x="32" y="257"/>
                  <a:pt x="26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2"/>
                  <a:pt x="3" y="192"/>
                </a:cubicBezTo>
                <a:cubicBezTo>
                  <a:pt x="1" y="181"/>
                  <a:pt x="0" y="171"/>
                  <a:pt x="0" y="16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041440" y="3251160"/>
            <a:ext cx="781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(capped at 3)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153560" y="293688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4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7067520" y="313344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106" y="53"/>
                </a:moveTo>
                <a:cubicBezTo>
                  <a:pt x="106" y="60"/>
                  <a:pt x="105" y="68"/>
                  <a:pt x="102" y="74"/>
                </a:cubicBezTo>
                <a:cubicBezTo>
                  <a:pt x="100" y="81"/>
                  <a:pt x="96" y="87"/>
                  <a:pt x="91" y="92"/>
                </a:cubicBezTo>
                <a:cubicBezTo>
                  <a:pt x="86" y="97"/>
                  <a:pt x="80" y="100"/>
                  <a:pt x="74" y="103"/>
                </a:cubicBezTo>
                <a:cubicBezTo>
                  <a:pt x="67" y="106"/>
                  <a:pt x="61" y="107"/>
                  <a:pt x="52" y="107"/>
                </a:cubicBezTo>
                <a:cubicBezTo>
                  <a:pt x="45" y="107"/>
                  <a:pt x="39" y="106"/>
                  <a:pt x="32" y="103"/>
                </a:cubicBezTo>
                <a:cubicBezTo>
                  <a:pt x="26" y="100"/>
                  <a:pt x="20" y="97"/>
                  <a:pt x="15" y="92"/>
                </a:cubicBezTo>
                <a:cubicBezTo>
                  <a:pt x="10" y="87"/>
                  <a:pt x="6" y="81"/>
                  <a:pt x="4" y="74"/>
                </a:cubicBezTo>
                <a:cubicBezTo>
                  <a:pt x="1" y="68"/>
                  <a:pt x="0" y="60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6" y="26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5" y="0"/>
                  <a:pt x="52" y="0"/>
                </a:cubicBezTo>
                <a:cubicBezTo>
                  <a:pt x="61" y="0"/>
                  <a:pt x="67" y="2"/>
                  <a:pt x="74" y="4"/>
                </a:cubicBezTo>
                <a:cubicBezTo>
                  <a:pt x="80" y="7"/>
                  <a:pt x="86" y="11"/>
                  <a:pt x="91" y="16"/>
                </a:cubicBezTo>
                <a:cubicBezTo>
                  <a:pt x="96" y="21"/>
                  <a:pt x="100" y="26"/>
                  <a:pt x="102" y="33"/>
                </a:cubicBezTo>
                <a:cubicBezTo>
                  <a:pt x="105" y="39"/>
                  <a:pt x="106" y="46"/>
                  <a:pt x="106" y="53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259040" y="2877120"/>
            <a:ext cx="122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Split-Pane Editor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7400880" y="3076560"/>
            <a:ext cx="876600" cy="162000"/>
          </a:xfrm>
          <a:custGeom>
            <a:avLst/>
            <a:gdLst/>
            <a:ahLst/>
            <a:rect l="0" t="0" r="r" b="b"/>
            <a:pathLst>
              <a:path w="2435" h="450">
                <a:moveTo>
                  <a:pt x="0" y="371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2355" y="0"/>
                </a:lnTo>
                <a:cubicBezTo>
                  <a:pt x="2366" y="0"/>
                  <a:pt x="2376" y="2"/>
                  <a:pt x="2386" y="6"/>
                </a:cubicBezTo>
                <a:cubicBezTo>
                  <a:pt x="2396" y="10"/>
                  <a:pt x="2404" y="15"/>
                  <a:pt x="2412" y="23"/>
                </a:cubicBezTo>
                <a:cubicBezTo>
                  <a:pt x="2419" y="30"/>
                  <a:pt x="2425" y="39"/>
                  <a:pt x="2429" y="49"/>
                </a:cubicBezTo>
                <a:cubicBezTo>
                  <a:pt x="2433" y="58"/>
                  <a:pt x="2435" y="68"/>
                  <a:pt x="2435" y="79"/>
                </a:cubicBezTo>
                <a:lnTo>
                  <a:pt x="2435" y="371"/>
                </a:lnTo>
                <a:cubicBezTo>
                  <a:pt x="2435" y="381"/>
                  <a:pt x="2433" y="392"/>
                  <a:pt x="2429" y="401"/>
                </a:cubicBezTo>
                <a:cubicBezTo>
                  <a:pt x="2425" y="411"/>
                  <a:pt x="2419" y="420"/>
                  <a:pt x="2412" y="427"/>
                </a:cubicBezTo>
                <a:cubicBezTo>
                  <a:pt x="2404" y="435"/>
                  <a:pt x="2396" y="440"/>
                  <a:pt x="2386" y="444"/>
                </a:cubicBezTo>
                <a:cubicBezTo>
                  <a:pt x="2376" y="448"/>
                  <a:pt x="2366" y="450"/>
                  <a:pt x="2355" y="450"/>
                </a:cubicBezTo>
                <a:lnTo>
                  <a:pt x="79" y="450"/>
                </a:lnTo>
                <a:cubicBezTo>
                  <a:pt x="68" y="450"/>
                  <a:pt x="58" y="448"/>
                  <a:pt x="49" y="444"/>
                </a:cubicBezTo>
                <a:cubicBezTo>
                  <a:pt x="39" y="440"/>
                  <a:pt x="30" y="435"/>
                  <a:pt x="23" y="427"/>
                </a:cubicBezTo>
                <a:cubicBezTo>
                  <a:pt x="15" y="420"/>
                  <a:pt x="10" y="411"/>
                  <a:pt x="6" y="401"/>
                </a:cubicBezTo>
                <a:cubicBezTo>
                  <a:pt x="2" y="392"/>
                  <a:pt x="0" y="381"/>
                  <a:pt x="0" y="37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211160" y="3070080"/>
            <a:ext cx="207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Fill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432920" y="3093840"/>
            <a:ext cx="64008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9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[GAP: Topic]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8276760" y="3070080"/>
            <a:ext cx="649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templates,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447480" y="395280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5743" y="0"/>
                </a:lnTo>
                <a:cubicBezTo>
                  <a:pt x="5772" y="0"/>
                  <a:pt x="5797" y="10"/>
                  <a:pt x="5817" y="31"/>
                </a:cubicBezTo>
                <a:cubicBezTo>
                  <a:pt x="5838" y="51"/>
                  <a:pt x="5848" y="76"/>
                  <a:pt x="5848" y="106"/>
                </a:cubicBezTo>
                <a:lnTo>
                  <a:pt x="5848" y="2567"/>
                </a:lnTo>
                <a:cubicBezTo>
                  <a:pt x="5848" y="2596"/>
                  <a:pt x="5838" y="2621"/>
                  <a:pt x="5817" y="2642"/>
                </a:cubicBezTo>
                <a:cubicBezTo>
                  <a:pt x="5797" y="2663"/>
                  <a:pt x="5772" y="2673"/>
                  <a:pt x="5742" y="2673"/>
                </a:cubicBezTo>
                <a:lnTo>
                  <a:pt x="106" y="2673"/>
                </a:lnTo>
                <a:cubicBezTo>
                  <a:pt x="77" y="2673"/>
                  <a:pt x="52" y="2663"/>
                  <a:pt x="31" y="2642"/>
                </a:cubicBezTo>
                <a:cubicBezTo>
                  <a:pt x="10" y="2621"/>
                  <a:pt x="0" y="2596"/>
                  <a:pt x="0" y="2567"/>
                </a:cubicBezTo>
                <a:lnTo>
                  <a:pt x="0" y="106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47480" y="3952800"/>
            <a:ext cx="2105280" cy="24120"/>
          </a:xfrm>
          <a:custGeom>
            <a:avLst/>
            <a:gdLst/>
            <a:ahLst/>
            <a:rect l="0" t="0" r="r" b="b"/>
            <a:pathLst>
              <a:path w="5848" h="67">
                <a:moveTo>
                  <a:pt x="5785" y="67"/>
                </a:moveTo>
                <a:lnTo>
                  <a:pt x="0" y="67"/>
                </a:lnTo>
                <a:lnTo>
                  <a:pt x="0" y="0"/>
                </a:lnTo>
                <a:lnTo>
                  <a:pt x="5848" y="0"/>
                </a:lnTo>
                <a:lnTo>
                  <a:pt x="5848" y="2"/>
                </a:lnTo>
                <a:lnTo>
                  <a:pt x="5785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64760" y="4896360"/>
            <a:ext cx="2077560" cy="18720"/>
          </a:xfrm>
          <a:custGeom>
            <a:avLst/>
            <a:gdLst/>
            <a:ahLst/>
            <a:rect l="0" t="0" r="r" b="b"/>
            <a:pathLst>
              <a:path w="5771" h="52">
                <a:moveTo>
                  <a:pt x="47" y="18"/>
                </a:moveTo>
                <a:cubicBezTo>
                  <a:pt x="51" y="22"/>
                  <a:pt x="54" y="25"/>
                  <a:pt x="58" y="25"/>
                </a:cubicBezTo>
                <a:lnTo>
                  <a:pt x="5694" y="25"/>
                </a:lnTo>
                <a:cubicBezTo>
                  <a:pt x="5716" y="25"/>
                  <a:pt x="5735" y="17"/>
                  <a:pt x="5751" y="1"/>
                </a:cubicBezTo>
                <a:lnTo>
                  <a:pt x="5752" y="0"/>
                </a:lnTo>
                <a:lnTo>
                  <a:pt x="5771" y="19"/>
                </a:lnTo>
                <a:cubicBezTo>
                  <a:pt x="5770" y="19"/>
                  <a:pt x="5770" y="20"/>
                  <a:pt x="5769" y="20"/>
                </a:cubicBezTo>
                <a:cubicBezTo>
                  <a:pt x="5749" y="41"/>
                  <a:pt x="5724" y="52"/>
                  <a:pt x="5694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534760" y="3963960"/>
            <a:ext cx="18000" cy="939960"/>
          </a:xfrm>
          <a:custGeom>
            <a:avLst/>
            <a:gdLst/>
            <a:ahLst/>
            <a:rect l="0" t="0" r="r" b="b"/>
            <a:pathLst>
              <a:path w="50" h="2611">
                <a:moveTo>
                  <a:pt x="0" y="2592"/>
                </a:moveTo>
                <a:cubicBezTo>
                  <a:pt x="15" y="2577"/>
                  <a:pt x="23" y="2558"/>
                  <a:pt x="23" y="2536"/>
                </a:cubicBezTo>
                <a:lnTo>
                  <a:pt x="23" y="75"/>
                </a:lnTo>
                <a:cubicBezTo>
                  <a:pt x="23" y="53"/>
                  <a:pt x="15" y="34"/>
                  <a:pt x="0" y="18"/>
                </a:cubicBezTo>
                <a:lnTo>
                  <a:pt x="18" y="0"/>
                </a:lnTo>
                <a:cubicBezTo>
                  <a:pt x="39" y="20"/>
                  <a:pt x="50" y="45"/>
                  <a:pt x="50" y="75"/>
                </a:cubicBezTo>
                <a:lnTo>
                  <a:pt x="50" y="2536"/>
                </a:lnTo>
                <a:cubicBezTo>
                  <a:pt x="50" y="2565"/>
                  <a:pt x="39" y="2590"/>
                  <a:pt x="18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447480" y="395280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0" y="0"/>
                </a:moveTo>
                <a:lnTo>
                  <a:pt x="5848" y="0"/>
                </a:lnTo>
                <a:lnTo>
                  <a:pt x="584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09480" y="41050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161"/>
                </a:moveTo>
                <a:lnTo>
                  <a:pt x="0" y="157"/>
                </a:lnTo>
                <a:cubicBezTo>
                  <a:pt x="0" y="146"/>
                  <a:pt x="1" y="136"/>
                  <a:pt x="3" y="126"/>
                </a:cubicBezTo>
                <a:cubicBezTo>
                  <a:pt x="5" y="116"/>
                  <a:pt x="8" y="106"/>
                  <a:pt x="12" y="97"/>
                </a:cubicBezTo>
                <a:cubicBezTo>
                  <a:pt x="16" y="87"/>
                  <a:pt x="21" y="78"/>
                  <a:pt x="26" y="70"/>
                </a:cubicBezTo>
                <a:cubicBezTo>
                  <a:pt x="32" y="61"/>
                  <a:pt x="38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7" y="1"/>
                  <a:pt x="147" y="0"/>
                  <a:pt x="158" y="0"/>
                </a:cubicBezTo>
                <a:lnTo>
                  <a:pt x="162" y="0"/>
                </a:lnTo>
                <a:cubicBezTo>
                  <a:pt x="172" y="0"/>
                  <a:pt x="182" y="1"/>
                  <a:pt x="192" y="3"/>
                </a:cubicBezTo>
                <a:cubicBezTo>
                  <a:pt x="202" y="5"/>
                  <a:pt x="212" y="8"/>
                  <a:pt x="222" y="12"/>
                </a:cubicBezTo>
                <a:cubicBezTo>
                  <a:pt x="231" y="16"/>
                  <a:pt x="240" y="21"/>
                  <a:pt x="249" y="26"/>
                </a:cubicBezTo>
                <a:cubicBezTo>
                  <a:pt x="257" y="32"/>
                  <a:pt x="265" y="39"/>
                  <a:pt x="272" y="46"/>
                </a:cubicBezTo>
                <a:cubicBezTo>
                  <a:pt x="280" y="53"/>
                  <a:pt x="286" y="61"/>
                  <a:pt x="292" y="70"/>
                </a:cubicBezTo>
                <a:cubicBezTo>
                  <a:pt x="298" y="78"/>
                  <a:pt x="302" y="87"/>
                  <a:pt x="306" y="97"/>
                </a:cubicBezTo>
                <a:cubicBezTo>
                  <a:pt x="310" y="106"/>
                  <a:pt x="313" y="116"/>
                  <a:pt x="315" y="126"/>
                </a:cubicBezTo>
                <a:cubicBezTo>
                  <a:pt x="317" y="136"/>
                  <a:pt x="318" y="146"/>
                  <a:pt x="318" y="157"/>
                </a:cubicBezTo>
                <a:lnTo>
                  <a:pt x="318" y="161"/>
                </a:lnTo>
                <a:cubicBezTo>
                  <a:pt x="318" y="172"/>
                  <a:pt x="317" y="182"/>
                  <a:pt x="315" y="192"/>
                </a:cubicBezTo>
                <a:cubicBezTo>
                  <a:pt x="313" y="203"/>
                  <a:pt x="310" y="212"/>
                  <a:pt x="306" y="222"/>
                </a:cubicBezTo>
                <a:cubicBezTo>
                  <a:pt x="302" y="231"/>
                  <a:pt x="298" y="240"/>
                  <a:pt x="292" y="249"/>
                </a:cubicBezTo>
                <a:cubicBezTo>
                  <a:pt x="286" y="257"/>
                  <a:pt x="280" y="265"/>
                  <a:pt x="272" y="273"/>
                </a:cubicBezTo>
                <a:cubicBezTo>
                  <a:pt x="265" y="280"/>
                  <a:pt x="257" y="286"/>
                  <a:pt x="249" y="292"/>
                </a:cubicBezTo>
                <a:cubicBezTo>
                  <a:pt x="240" y="298"/>
                  <a:pt x="231" y="303"/>
                  <a:pt x="222" y="307"/>
                </a:cubicBezTo>
                <a:cubicBezTo>
                  <a:pt x="212" y="311"/>
                  <a:pt x="202" y="314"/>
                  <a:pt x="192" y="316"/>
                </a:cubicBezTo>
                <a:cubicBezTo>
                  <a:pt x="182" y="318"/>
                  <a:pt x="172" y="319"/>
                  <a:pt x="162" y="319"/>
                </a:cubicBezTo>
                <a:lnTo>
                  <a:pt x="158" y="319"/>
                </a:lnTo>
                <a:cubicBezTo>
                  <a:pt x="147" y="319"/>
                  <a:pt x="137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8" y="265"/>
                  <a:pt x="32" y="257"/>
                  <a:pt x="26" y="249"/>
                </a:cubicBezTo>
                <a:cubicBezTo>
                  <a:pt x="21" y="240"/>
                  <a:pt x="16" y="231"/>
                  <a:pt x="12" y="222"/>
                </a:cubicBezTo>
                <a:cubicBezTo>
                  <a:pt x="8" y="212"/>
                  <a:pt x="5" y="203"/>
                  <a:pt x="3" y="192"/>
                </a:cubicBezTo>
                <a:cubicBezTo>
                  <a:pt x="1" y="182"/>
                  <a:pt x="0" y="172"/>
                  <a:pt x="0" y="16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211160" y="3251160"/>
            <a:ext cx="774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then approve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44400" y="411804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5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61960" y="431460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106" y="54"/>
                </a:moveTo>
                <a:cubicBezTo>
                  <a:pt x="106" y="61"/>
                  <a:pt x="105" y="68"/>
                  <a:pt x="102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0" y="100"/>
                  <a:pt x="74" y="103"/>
                </a:cubicBezTo>
                <a:cubicBezTo>
                  <a:pt x="66" y="106"/>
                  <a:pt x="59" y="107"/>
                  <a:pt x="52" y="107"/>
                </a:cubicBezTo>
                <a:cubicBezTo>
                  <a:pt x="45" y="107"/>
                  <a:pt x="39" y="106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6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3"/>
                </a:cubicBezTo>
                <a:cubicBezTo>
                  <a:pt x="6" y="26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6" y="1"/>
                  <a:pt x="74" y="4"/>
                </a:cubicBezTo>
                <a:cubicBezTo>
                  <a:pt x="80" y="7"/>
                  <a:pt x="86" y="11"/>
                  <a:pt x="91" y="16"/>
                </a:cubicBezTo>
                <a:cubicBezTo>
                  <a:pt x="96" y="21"/>
                  <a:pt x="100" y="26"/>
                  <a:pt x="102" y="33"/>
                </a:cubicBezTo>
                <a:cubicBezTo>
                  <a:pt x="105" y="40"/>
                  <a:pt x="106" y="47"/>
                  <a:pt x="106" y="54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49520" y="4058280"/>
            <a:ext cx="1065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Technical Plan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02000" y="4251240"/>
            <a:ext cx="1585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Architecture review — edit,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02000" y="4432320"/>
            <a:ext cx="1680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approve, or reject (backward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619360" y="395280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5742" y="0"/>
                </a:lnTo>
                <a:cubicBezTo>
                  <a:pt x="5771" y="0"/>
                  <a:pt x="5796" y="10"/>
                  <a:pt x="5817" y="31"/>
                </a:cubicBezTo>
                <a:cubicBezTo>
                  <a:pt x="5838" y="51"/>
                  <a:pt x="5848" y="76"/>
                  <a:pt x="5848" y="106"/>
                </a:cubicBezTo>
                <a:lnTo>
                  <a:pt x="5848" y="2567"/>
                </a:lnTo>
                <a:cubicBezTo>
                  <a:pt x="5848" y="2596"/>
                  <a:pt x="5838" y="2621"/>
                  <a:pt x="5817" y="2642"/>
                </a:cubicBezTo>
                <a:cubicBezTo>
                  <a:pt x="5796" y="2663"/>
                  <a:pt x="5771" y="2673"/>
                  <a:pt x="5742" y="2673"/>
                </a:cubicBezTo>
                <a:lnTo>
                  <a:pt x="105" y="2673"/>
                </a:lnTo>
                <a:cubicBezTo>
                  <a:pt x="76" y="2673"/>
                  <a:pt x="51" y="2663"/>
                  <a:pt x="31" y="2642"/>
                </a:cubicBezTo>
                <a:cubicBezTo>
                  <a:pt x="10" y="2621"/>
                  <a:pt x="0" y="2596"/>
                  <a:pt x="0" y="2567"/>
                </a:cubicBezTo>
                <a:lnTo>
                  <a:pt x="0" y="106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619360" y="3952800"/>
            <a:ext cx="2105280" cy="24120"/>
          </a:xfrm>
          <a:custGeom>
            <a:avLst/>
            <a:gdLst/>
            <a:ahLst/>
            <a:rect l="0" t="0" r="r" b="b"/>
            <a:pathLst>
              <a:path w="5848" h="67">
                <a:moveTo>
                  <a:pt x="5784" y="67"/>
                </a:moveTo>
                <a:lnTo>
                  <a:pt x="0" y="67"/>
                </a:lnTo>
                <a:lnTo>
                  <a:pt x="0" y="0"/>
                </a:lnTo>
                <a:lnTo>
                  <a:pt x="5848" y="0"/>
                </a:lnTo>
                <a:lnTo>
                  <a:pt x="5848" y="2"/>
                </a:lnTo>
                <a:lnTo>
                  <a:pt x="5784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636640" y="4896360"/>
            <a:ext cx="2077200" cy="18720"/>
          </a:xfrm>
          <a:custGeom>
            <a:avLst/>
            <a:gdLst/>
            <a:ahLst/>
            <a:rect l="0" t="0" r="r" b="b"/>
            <a:pathLst>
              <a:path w="5770" h="52">
                <a:moveTo>
                  <a:pt x="47" y="18"/>
                </a:moveTo>
                <a:cubicBezTo>
                  <a:pt x="50" y="22"/>
                  <a:pt x="54" y="25"/>
                  <a:pt x="57" y="25"/>
                </a:cubicBezTo>
                <a:lnTo>
                  <a:pt x="5694" y="25"/>
                </a:lnTo>
                <a:cubicBezTo>
                  <a:pt x="5716" y="25"/>
                  <a:pt x="5735" y="17"/>
                  <a:pt x="5750" y="1"/>
                </a:cubicBezTo>
                <a:cubicBezTo>
                  <a:pt x="5751" y="1"/>
                  <a:pt x="5751" y="0"/>
                  <a:pt x="5751" y="0"/>
                </a:cubicBezTo>
                <a:lnTo>
                  <a:pt x="5770" y="19"/>
                </a:lnTo>
                <a:lnTo>
                  <a:pt x="5769" y="20"/>
                </a:lnTo>
                <a:cubicBezTo>
                  <a:pt x="5748" y="41"/>
                  <a:pt x="5723" y="52"/>
                  <a:pt x="5694" y="52"/>
                </a:cubicBezTo>
                <a:lnTo>
                  <a:pt x="57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706280" y="3963960"/>
            <a:ext cx="18360" cy="939960"/>
          </a:xfrm>
          <a:custGeom>
            <a:avLst/>
            <a:gdLst/>
            <a:ahLst/>
            <a:rect l="0" t="0" r="r" b="b"/>
            <a:pathLst>
              <a:path w="51" h="2611">
                <a:moveTo>
                  <a:pt x="0" y="2592"/>
                </a:moveTo>
                <a:cubicBezTo>
                  <a:pt x="16" y="2577"/>
                  <a:pt x="23" y="2558"/>
                  <a:pt x="23" y="2536"/>
                </a:cubicBezTo>
                <a:lnTo>
                  <a:pt x="23" y="75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41" y="20"/>
                  <a:pt x="51" y="45"/>
                  <a:pt x="51" y="75"/>
                </a:cubicBezTo>
                <a:lnTo>
                  <a:pt x="51" y="2536"/>
                </a:lnTo>
                <a:cubicBezTo>
                  <a:pt x="51" y="2565"/>
                  <a:pt x="41" y="2590"/>
                  <a:pt x="19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619360" y="395280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0" y="0"/>
                </a:moveTo>
                <a:lnTo>
                  <a:pt x="5848" y="0"/>
                </a:lnTo>
                <a:lnTo>
                  <a:pt x="584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781000" y="4105080"/>
            <a:ext cx="114840" cy="114840"/>
          </a:xfrm>
          <a:custGeom>
            <a:avLst/>
            <a:gdLst/>
            <a:ahLst/>
            <a:rect l="0" t="0" r="r" b="b"/>
            <a:pathLst>
              <a:path w="319" h="319">
                <a:moveTo>
                  <a:pt x="0" y="161"/>
                </a:moveTo>
                <a:lnTo>
                  <a:pt x="0" y="157"/>
                </a:lnTo>
                <a:cubicBezTo>
                  <a:pt x="0" y="146"/>
                  <a:pt x="1" y="136"/>
                  <a:pt x="3" y="126"/>
                </a:cubicBezTo>
                <a:cubicBezTo>
                  <a:pt x="5" y="116"/>
                  <a:pt x="8" y="106"/>
                  <a:pt x="12" y="97"/>
                </a:cubicBezTo>
                <a:cubicBezTo>
                  <a:pt x="16" y="87"/>
                  <a:pt x="21" y="78"/>
                  <a:pt x="27" y="70"/>
                </a:cubicBezTo>
                <a:cubicBezTo>
                  <a:pt x="32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62" y="0"/>
                </a:lnTo>
                <a:cubicBezTo>
                  <a:pt x="172" y="0"/>
                  <a:pt x="183" y="1"/>
                  <a:pt x="193" y="3"/>
                </a:cubicBezTo>
                <a:cubicBezTo>
                  <a:pt x="203" y="5"/>
                  <a:pt x="213" y="8"/>
                  <a:pt x="222" y="12"/>
                </a:cubicBezTo>
                <a:cubicBezTo>
                  <a:pt x="232" y="16"/>
                  <a:pt x="241" y="21"/>
                  <a:pt x="249" y="26"/>
                </a:cubicBezTo>
                <a:cubicBezTo>
                  <a:pt x="258" y="32"/>
                  <a:pt x="266" y="39"/>
                  <a:pt x="273" y="46"/>
                </a:cubicBezTo>
                <a:cubicBezTo>
                  <a:pt x="280" y="53"/>
                  <a:pt x="287" y="61"/>
                  <a:pt x="292" y="70"/>
                </a:cubicBezTo>
                <a:cubicBezTo>
                  <a:pt x="298" y="78"/>
                  <a:pt x="303" y="87"/>
                  <a:pt x="307" y="97"/>
                </a:cubicBezTo>
                <a:cubicBezTo>
                  <a:pt x="311" y="106"/>
                  <a:pt x="314" y="116"/>
                  <a:pt x="316" y="126"/>
                </a:cubicBezTo>
                <a:cubicBezTo>
                  <a:pt x="318" y="136"/>
                  <a:pt x="319" y="146"/>
                  <a:pt x="319" y="157"/>
                </a:cubicBezTo>
                <a:lnTo>
                  <a:pt x="319" y="161"/>
                </a:lnTo>
                <a:cubicBezTo>
                  <a:pt x="319" y="172"/>
                  <a:pt x="318" y="182"/>
                  <a:pt x="316" y="192"/>
                </a:cubicBezTo>
                <a:cubicBezTo>
                  <a:pt x="314" y="203"/>
                  <a:pt x="311" y="212"/>
                  <a:pt x="307" y="222"/>
                </a:cubicBezTo>
                <a:cubicBezTo>
                  <a:pt x="303" y="231"/>
                  <a:pt x="298" y="240"/>
                  <a:pt x="292" y="249"/>
                </a:cubicBezTo>
                <a:cubicBezTo>
                  <a:pt x="287" y="257"/>
                  <a:pt x="280" y="265"/>
                  <a:pt x="273" y="273"/>
                </a:cubicBezTo>
                <a:cubicBezTo>
                  <a:pt x="266" y="280"/>
                  <a:pt x="258" y="286"/>
                  <a:pt x="249" y="292"/>
                </a:cubicBezTo>
                <a:cubicBezTo>
                  <a:pt x="241" y="298"/>
                  <a:pt x="232" y="303"/>
                  <a:pt x="222" y="307"/>
                </a:cubicBezTo>
                <a:cubicBezTo>
                  <a:pt x="213" y="311"/>
                  <a:pt x="203" y="314"/>
                  <a:pt x="193" y="316"/>
                </a:cubicBezTo>
                <a:cubicBezTo>
                  <a:pt x="183" y="318"/>
                  <a:pt x="172" y="319"/>
                  <a:pt x="162" y="319"/>
                </a:cubicBezTo>
                <a:lnTo>
                  <a:pt x="158" y="319"/>
                </a:ln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8" y="311"/>
                  <a:pt x="98" y="307"/>
                </a:cubicBezTo>
                <a:cubicBezTo>
                  <a:pt x="89" y="303"/>
                  <a:pt x="80" y="298"/>
                  <a:pt x="71" y="292"/>
                </a:cubicBezTo>
                <a:cubicBezTo>
                  <a:pt x="62" y="286"/>
                  <a:pt x="54" y="280"/>
                  <a:pt x="47" y="273"/>
                </a:cubicBezTo>
                <a:cubicBezTo>
                  <a:pt x="39" y="265"/>
                  <a:pt x="32" y="257"/>
                  <a:pt x="27" y="249"/>
                </a:cubicBezTo>
                <a:cubicBezTo>
                  <a:pt x="21" y="240"/>
                  <a:pt x="16" y="231"/>
                  <a:pt x="12" y="222"/>
                </a:cubicBezTo>
                <a:cubicBezTo>
                  <a:pt x="8" y="212"/>
                  <a:pt x="5" y="203"/>
                  <a:pt x="3" y="192"/>
                </a:cubicBezTo>
                <a:cubicBezTo>
                  <a:pt x="1" y="182"/>
                  <a:pt x="0" y="172"/>
                  <a:pt x="0" y="16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02000" y="4603680"/>
            <a:ext cx="25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nav)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2814120" y="411804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6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733480" y="43146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1" y="100"/>
                  <a:pt x="74" y="103"/>
                </a:cubicBezTo>
                <a:cubicBezTo>
                  <a:pt x="68" y="106"/>
                  <a:pt x="61" y="107"/>
                  <a:pt x="54" y="107"/>
                </a:cubicBezTo>
                <a:cubicBezTo>
                  <a:pt x="47" y="107"/>
                  <a:pt x="40" y="106"/>
                  <a:pt x="34" y="103"/>
                </a:cubicBezTo>
                <a:cubicBezTo>
                  <a:pt x="27" y="100"/>
                  <a:pt x="22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2" y="11"/>
                  <a:pt x="27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7"/>
                  <a:pt x="86" y="11"/>
                  <a:pt x="91" y="16"/>
                </a:cubicBezTo>
                <a:cubicBezTo>
                  <a:pt x="96" y="21"/>
                  <a:pt x="100" y="26"/>
                  <a:pt x="103" y="33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919240" y="4058280"/>
            <a:ext cx="1244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Procedural Steps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871720" y="4251240"/>
            <a:ext cx="1334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Granular checklist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4790880" y="3952800"/>
            <a:ext cx="2095920" cy="962280"/>
          </a:xfrm>
          <a:custGeom>
            <a:avLst/>
            <a:gdLst/>
            <a:ahLst/>
            <a:rect l="0" t="0" r="r" b="b"/>
            <a:pathLst>
              <a:path w="5822" h="26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5716" y="0"/>
                </a:lnTo>
                <a:cubicBezTo>
                  <a:pt x="5745" y="0"/>
                  <a:pt x="5770" y="10"/>
                  <a:pt x="5791" y="31"/>
                </a:cubicBezTo>
                <a:cubicBezTo>
                  <a:pt x="5812" y="51"/>
                  <a:pt x="5822" y="76"/>
                  <a:pt x="5822" y="106"/>
                </a:cubicBezTo>
                <a:lnTo>
                  <a:pt x="5822" y="2567"/>
                </a:lnTo>
                <a:cubicBezTo>
                  <a:pt x="5822" y="2596"/>
                  <a:pt x="5812" y="2621"/>
                  <a:pt x="5791" y="2642"/>
                </a:cubicBezTo>
                <a:cubicBezTo>
                  <a:pt x="5770" y="2663"/>
                  <a:pt x="5745" y="2673"/>
                  <a:pt x="5716" y="2673"/>
                </a:cubicBezTo>
                <a:lnTo>
                  <a:pt x="106" y="2673"/>
                </a:lnTo>
                <a:cubicBezTo>
                  <a:pt x="77" y="2673"/>
                  <a:pt x="52" y="2663"/>
                  <a:pt x="31" y="2642"/>
                </a:cubicBezTo>
                <a:cubicBezTo>
                  <a:pt x="10" y="2621"/>
                  <a:pt x="0" y="2596"/>
                  <a:pt x="0" y="2567"/>
                </a:cubicBezTo>
                <a:lnTo>
                  <a:pt x="0" y="106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790880" y="3952800"/>
            <a:ext cx="2095920" cy="24120"/>
          </a:xfrm>
          <a:custGeom>
            <a:avLst/>
            <a:gdLst/>
            <a:ahLst/>
            <a:rect l="0" t="0" r="r" b="b"/>
            <a:pathLst>
              <a:path w="5822" h="67">
                <a:moveTo>
                  <a:pt x="5758" y="67"/>
                </a:moveTo>
                <a:lnTo>
                  <a:pt x="0" y="67"/>
                </a:lnTo>
                <a:lnTo>
                  <a:pt x="0" y="0"/>
                </a:lnTo>
                <a:lnTo>
                  <a:pt x="5822" y="0"/>
                </a:lnTo>
                <a:lnTo>
                  <a:pt x="5822" y="2"/>
                </a:lnTo>
                <a:lnTo>
                  <a:pt x="5758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808160" y="4896360"/>
            <a:ext cx="2067840" cy="18720"/>
          </a:xfrm>
          <a:custGeom>
            <a:avLst/>
            <a:gdLst/>
            <a:ahLst/>
            <a:rect l="0" t="0" r="r" b="b"/>
            <a:pathLst>
              <a:path w="5744" h="52">
                <a:moveTo>
                  <a:pt x="47" y="18"/>
                </a:moveTo>
                <a:cubicBezTo>
                  <a:pt x="51" y="22"/>
                  <a:pt x="54" y="25"/>
                  <a:pt x="58" y="25"/>
                </a:cubicBezTo>
                <a:lnTo>
                  <a:pt x="5668" y="25"/>
                </a:lnTo>
                <a:cubicBezTo>
                  <a:pt x="5690" y="25"/>
                  <a:pt x="5709" y="17"/>
                  <a:pt x="5724" y="1"/>
                </a:cubicBezTo>
                <a:cubicBezTo>
                  <a:pt x="5725" y="1"/>
                  <a:pt x="5725" y="0"/>
                  <a:pt x="5725" y="0"/>
                </a:cubicBezTo>
                <a:lnTo>
                  <a:pt x="5744" y="19"/>
                </a:lnTo>
                <a:lnTo>
                  <a:pt x="5743" y="20"/>
                </a:lnTo>
                <a:cubicBezTo>
                  <a:pt x="5722" y="41"/>
                  <a:pt x="5697" y="52"/>
                  <a:pt x="5668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868440" y="3963960"/>
            <a:ext cx="18360" cy="939960"/>
          </a:xfrm>
          <a:custGeom>
            <a:avLst/>
            <a:gdLst/>
            <a:ahLst/>
            <a:rect l="0" t="0" r="r" b="b"/>
            <a:pathLst>
              <a:path w="51" h="2611">
                <a:moveTo>
                  <a:pt x="0" y="2592"/>
                </a:moveTo>
                <a:cubicBezTo>
                  <a:pt x="17" y="2577"/>
                  <a:pt x="24" y="2558"/>
                  <a:pt x="24" y="2536"/>
                </a:cubicBezTo>
                <a:lnTo>
                  <a:pt x="24" y="75"/>
                </a:lnTo>
                <a:cubicBezTo>
                  <a:pt x="24" y="53"/>
                  <a:pt x="17" y="34"/>
                  <a:pt x="0" y="18"/>
                </a:cubicBezTo>
                <a:lnTo>
                  <a:pt x="20" y="0"/>
                </a:lnTo>
                <a:cubicBezTo>
                  <a:pt x="41" y="20"/>
                  <a:pt x="51" y="45"/>
                  <a:pt x="51" y="75"/>
                </a:cubicBezTo>
                <a:lnTo>
                  <a:pt x="51" y="2536"/>
                </a:lnTo>
                <a:cubicBezTo>
                  <a:pt x="51" y="2565"/>
                  <a:pt x="41" y="2590"/>
                  <a:pt x="20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4790880" y="3952800"/>
            <a:ext cx="2095920" cy="962280"/>
          </a:xfrm>
          <a:custGeom>
            <a:avLst/>
            <a:gdLst/>
            <a:ahLst/>
            <a:rect l="0" t="0" r="r" b="b"/>
            <a:pathLst>
              <a:path w="5822" h="2673">
                <a:moveTo>
                  <a:pt x="0" y="0"/>
                </a:moveTo>
                <a:lnTo>
                  <a:pt x="5822" y="0"/>
                </a:lnTo>
                <a:lnTo>
                  <a:pt x="5822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4952880" y="4105080"/>
            <a:ext cx="105120" cy="114840"/>
          </a:xfrm>
          <a:custGeom>
            <a:avLst/>
            <a:gdLst/>
            <a:ahLst/>
            <a:rect l="0" t="0" r="r" b="b"/>
            <a:pathLst>
              <a:path w="292" h="319">
                <a:moveTo>
                  <a:pt x="0" y="17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7" y="30"/>
                  <a:pt x="66" y="25"/>
                </a:cubicBezTo>
                <a:cubicBezTo>
                  <a:pt x="73" y="19"/>
                  <a:pt x="82" y="15"/>
                  <a:pt x="91" y="11"/>
                </a:cubicBezTo>
                <a:cubicBezTo>
                  <a:pt x="99" y="7"/>
                  <a:pt x="109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2" y="36"/>
                  <a:pt x="249" y="43"/>
                </a:cubicBezTo>
                <a:cubicBezTo>
                  <a:pt x="256" y="49"/>
                  <a:pt x="262" y="57"/>
                  <a:pt x="267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lnTo>
                  <a:pt x="292" y="173"/>
                </a:lnTo>
                <a:cubicBezTo>
                  <a:pt x="292" y="183"/>
                  <a:pt x="291" y="192"/>
                  <a:pt x="289" y="201"/>
                </a:cubicBezTo>
                <a:cubicBezTo>
                  <a:pt x="287" y="211"/>
                  <a:pt x="284" y="220"/>
                  <a:pt x="281" y="229"/>
                </a:cubicBezTo>
                <a:cubicBezTo>
                  <a:pt x="277" y="237"/>
                  <a:pt x="273" y="246"/>
                  <a:pt x="267" y="254"/>
                </a:cubicBezTo>
                <a:cubicBezTo>
                  <a:pt x="262" y="262"/>
                  <a:pt x="256" y="269"/>
                  <a:pt x="249" y="276"/>
                </a:cubicBezTo>
                <a:cubicBezTo>
                  <a:pt x="242" y="283"/>
                  <a:pt x="235" y="289"/>
                  <a:pt x="227" y="294"/>
                </a:cubicBezTo>
                <a:cubicBezTo>
                  <a:pt x="219" y="299"/>
                  <a:pt x="211" y="304"/>
                  <a:pt x="202" y="307"/>
                </a:cubicBezTo>
                <a:cubicBezTo>
                  <a:pt x="193" y="311"/>
                  <a:pt x="184" y="314"/>
                  <a:pt x="175" y="316"/>
                </a:cubicBezTo>
                <a:cubicBezTo>
                  <a:pt x="165" y="318"/>
                  <a:pt x="156" y="319"/>
                  <a:pt x="146" y="319"/>
                </a:cubicBezTo>
                <a:cubicBezTo>
                  <a:pt x="137" y="319"/>
                  <a:pt x="127" y="318"/>
                  <a:pt x="118" y="316"/>
                </a:cubicBezTo>
                <a:cubicBezTo>
                  <a:pt x="109" y="314"/>
                  <a:pt x="99" y="311"/>
                  <a:pt x="91" y="307"/>
                </a:cubicBezTo>
                <a:cubicBezTo>
                  <a:pt x="82" y="304"/>
                  <a:pt x="73" y="299"/>
                  <a:pt x="66" y="294"/>
                </a:cubicBezTo>
                <a:cubicBezTo>
                  <a:pt x="57" y="289"/>
                  <a:pt x="49" y="283"/>
                  <a:pt x="42" y="276"/>
                </a:cubicBezTo>
                <a:cubicBezTo>
                  <a:pt x="36" y="269"/>
                  <a:pt x="30" y="262"/>
                  <a:pt x="24" y="254"/>
                </a:cubicBezTo>
                <a:cubicBezTo>
                  <a:pt x="19" y="246"/>
                  <a:pt x="15" y="237"/>
                  <a:pt x="11" y="229"/>
                </a:cubicBezTo>
                <a:cubicBezTo>
                  <a:pt x="7" y="220"/>
                  <a:pt x="4" y="211"/>
                  <a:pt x="3" y="201"/>
                </a:cubicBezTo>
                <a:cubicBezTo>
                  <a:pt x="1" y="192"/>
                  <a:pt x="0" y="183"/>
                  <a:pt x="0" y="173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2871720" y="4432320"/>
            <a:ext cx="818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bracketed IDs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983840" y="411804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7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895640" y="43146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4"/>
                </a:moveTo>
                <a:cubicBezTo>
                  <a:pt x="107" y="61"/>
                  <a:pt x="106" y="68"/>
                  <a:pt x="102" y="74"/>
                </a:cubicBezTo>
                <a:cubicBezTo>
                  <a:pt x="99" y="81"/>
                  <a:pt x="95" y="86"/>
                  <a:pt x="90" y="91"/>
                </a:cubicBezTo>
                <a:cubicBezTo>
                  <a:pt x="85" y="96"/>
                  <a:pt x="80" y="100"/>
                  <a:pt x="73" y="103"/>
                </a:cubicBezTo>
                <a:cubicBezTo>
                  <a:pt x="67" y="106"/>
                  <a:pt x="60" y="107"/>
                  <a:pt x="53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7"/>
                  <a:pt x="85" y="11"/>
                  <a:pt x="90" y="16"/>
                </a:cubicBezTo>
                <a:cubicBezTo>
                  <a:pt x="95" y="21"/>
                  <a:pt x="99" y="26"/>
                  <a:pt x="102" y="33"/>
                </a:cubicBezTo>
                <a:cubicBezTo>
                  <a:pt x="106" y="40"/>
                  <a:pt x="107" y="47"/>
                  <a:pt x="107" y="54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5089320" y="4058280"/>
            <a:ext cx="1325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Step-by-Step Exec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041440" y="4251240"/>
            <a:ext cx="167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Context hydration → LLM 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057720" y="4429080"/>
            <a:ext cx="466920" cy="162000"/>
          </a:xfrm>
          <a:custGeom>
            <a:avLst/>
            <a:gdLst/>
            <a:ahLst/>
            <a:rect l="0" t="0" r="r" b="b"/>
            <a:pathLst>
              <a:path w="1297" h="450">
                <a:moveTo>
                  <a:pt x="0" y="371"/>
                </a:moveTo>
                <a:lnTo>
                  <a:pt x="0" y="80"/>
                </a:lnTo>
                <a:cubicBezTo>
                  <a:pt x="0" y="69"/>
                  <a:pt x="2" y="59"/>
                  <a:pt x="6" y="50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218" y="0"/>
                </a:lnTo>
                <a:cubicBezTo>
                  <a:pt x="1229" y="0"/>
                  <a:pt x="1239" y="2"/>
                  <a:pt x="1248" y="6"/>
                </a:cubicBezTo>
                <a:cubicBezTo>
                  <a:pt x="1258" y="10"/>
                  <a:pt x="1267" y="15"/>
                  <a:pt x="1274" y="23"/>
                </a:cubicBezTo>
                <a:cubicBezTo>
                  <a:pt x="1282" y="30"/>
                  <a:pt x="1287" y="39"/>
                  <a:pt x="1291" y="50"/>
                </a:cubicBezTo>
                <a:cubicBezTo>
                  <a:pt x="1295" y="59"/>
                  <a:pt x="1297" y="69"/>
                  <a:pt x="1297" y="80"/>
                </a:cubicBezTo>
                <a:lnTo>
                  <a:pt x="1297" y="371"/>
                </a:lnTo>
                <a:cubicBezTo>
                  <a:pt x="1297" y="382"/>
                  <a:pt x="1295" y="392"/>
                  <a:pt x="1291" y="401"/>
                </a:cubicBezTo>
                <a:cubicBezTo>
                  <a:pt x="1287" y="411"/>
                  <a:pt x="1282" y="420"/>
                  <a:pt x="1274" y="427"/>
                </a:cubicBezTo>
                <a:cubicBezTo>
                  <a:pt x="1267" y="435"/>
                  <a:pt x="1258" y="440"/>
                  <a:pt x="1248" y="444"/>
                </a:cubicBezTo>
                <a:cubicBezTo>
                  <a:pt x="1239" y="448"/>
                  <a:pt x="1229" y="450"/>
                  <a:pt x="1218" y="450"/>
                </a:cubicBezTo>
                <a:lnTo>
                  <a:pt x="79" y="450"/>
                </a:lnTo>
                <a:cubicBezTo>
                  <a:pt x="69" y="450"/>
                  <a:pt x="59" y="448"/>
                  <a:pt x="49" y="444"/>
                </a:cubicBezTo>
                <a:cubicBezTo>
                  <a:pt x="39" y="440"/>
                  <a:pt x="31" y="435"/>
                  <a:pt x="23" y="427"/>
                </a:cubicBezTo>
                <a:cubicBezTo>
                  <a:pt x="16" y="420"/>
                  <a:pt x="10" y="411"/>
                  <a:pt x="6" y="401"/>
                </a:cubicBezTo>
                <a:cubicBezTo>
                  <a:pt x="2" y="392"/>
                  <a:pt x="0" y="382"/>
                  <a:pt x="0" y="37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041440" y="4432320"/>
            <a:ext cx="1069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Approval with live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090120" y="4446360"/>
            <a:ext cx="32328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9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Ctrl+D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953040" y="3952800"/>
            <a:ext cx="2105280" cy="962280"/>
          </a:xfrm>
          <a:custGeom>
            <a:avLst/>
            <a:gdLst/>
            <a:ahLst/>
            <a:rect l="0" t="0" r="r" b="b"/>
            <a:pathLst>
              <a:path w="5848" h="26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5743" y="0"/>
                </a:lnTo>
                <a:cubicBezTo>
                  <a:pt x="5772" y="0"/>
                  <a:pt x="5797" y="10"/>
                  <a:pt x="5817" y="31"/>
                </a:cubicBezTo>
                <a:cubicBezTo>
                  <a:pt x="5838" y="51"/>
                  <a:pt x="5848" y="76"/>
                  <a:pt x="5848" y="106"/>
                </a:cubicBezTo>
                <a:lnTo>
                  <a:pt x="5848" y="2567"/>
                </a:lnTo>
                <a:cubicBezTo>
                  <a:pt x="5848" y="2596"/>
                  <a:pt x="5838" y="2621"/>
                  <a:pt x="5817" y="2642"/>
                </a:cubicBezTo>
                <a:cubicBezTo>
                  <a:pt x="5797" y="2663"/>
                  <a:pt x="5772" y="2673"/>
                  <a:pt x="5743" y="2673"/>
                </a:cubicBezTo>
                <a:lnTo>
                  <a:pt x="106" y="2673"/>
                </a:lnTo>
                <a:cubicBezTo>
                  <a:pt x="77" y="2673"/>
                  <a:pt x="52" y="2663"/>
                  <a:pt x="31" y="2642"/>
                </a:cubicBezTo>
                <a:cubicBezTo>
                  <a:pt x="10" y="2621"/>
                  <a:pt x="0" y="2596"/>
                  <a:pt x="0" y="2567"/>
                </a:cubicBezTo>
                <a:lnTo>
                  <a:pt x="0" y="106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953040" y="3952800"/>
            <a:ext cx="2105280" cy="24120"/>
          </a:xfrm>
          <a:custGeom>
            <a:avLst/>
            <a:gdLst/>
            <a:ahLst/>
            <a:rect l="0" t="0" r="r" b="b"/>
            <a:pathLst>
              <a:path w="5848" h="67">
                <a:moveTo>
                  <a:pt x="5785" y="67"/>
                </a:moveTo>
                <a:lnTo>
                  <a:pt x="0" y="67"/>
                </a:lnTo>
                <a:lnTo>
                  <a:pt x="0" y="0"/>
                </a:lnTo>
                <a:lnTo>
                  <a:pt x="5848" y="0"/>
                </a:lnTo>
                <a:lnTo>
                  <a:pt x="5848" y="2"/>
                </a:lnTo>
                <a:lnTo>
                  <a:pt x="5785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970320" y="4896360"/>
            <a:ext cx="2077560" cy="18720"/>
          </a:xfrm>
          <a:custGeom>
            <a:avLst/>
            <a:gdLst/>
            <a:ahLst/>
            <a:rect l="0" t="0" r="r" b="b"/>
            <a:pathLst>
              <a:path w="5771" h="52">
                <a:moveTo>
                  <a:pt x="47" y="18"/>
                </a:moveTo>
                <a:cubicBezTo>
                  <a:pt x="51" y="22"/>
                  <a:pt x="54" y="25"/>
                  <a:pt x="58" y="25"/>
                </a:cubicBezTo>
                <a:lnTo>
                  <a:pt x="5695" y="25"/>
                </a:lnTo>
                <a:cubicBezTo>
                  <a:pt x="5716" y="25"/>
                  <a:pt x="5735" y="17"/>
                  <a:pt x="5751" y="1"/>
                </a:cubicBezTo>
                <a:lnTo>
                  <a:pt x="5752" y="0"/>
                </a:lnTo>
                <a:lnTo>
                  <a:pt x="5771" y="19"/>
                </a:lnTo>
                <a:cubicBezTo>
                  <a:pt x="5770" y="19"/>
                  <a:pt x="5770" y="20"/>
                  <a:pt x="5769" y="20"/>
                </a:cubicBezTo>
                <a:cubicBezTo>
                  <a:pt x="5749" y="41"/>
                  <a:pt x="5724" y="52"/>
                  <a:pt x="5695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9040320" y="3963960"/>
            <a:ext cx="18000" cy="939960"/>
          </a:xfrm>
          <a:custGeom>
            <a:avLst/>
            <a:gdLst/>
            <a:ahLst/>
            <a:rect l="0" t="0" r="r" b="b"/>
            <a:pathLst>
              <a:path w="50" h="2611">
                <a:moveTo>
                  <a:pt x="0" y="2592"/>
                </a:moveTo>
                <a:cubicBezTo>
                  <a:pt x="16" y="2577"/>
                  <a:pt x="24" y="2558"/>
                  <a:pt x="24" y="2536"/>
                </a:cubicBezTo>
                <a:lnTo>
                  <a:pt x="24" y="75"/>
                </a:lnTo>
                <a:cubicBezTo>
                  <a:pt x="24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0" y="45"/>
                  <a:pt x="50" y="75"/>
                </a:cubicBezTo>
                <a:lnTo>
                  <a:pt x="50" y="2536"/>
                </a:lnTo>
                <a:cubicBezTo>
                  <a:pt x="50" y="2565"/>
                  <a:pt x="40" y="2590"/>
                  <a:pt x="19" y="2611"/>
                </a:cubicBezTo>
                <a:lnTo>
                  <a:pt x="0" y="259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953040" y="3958560"/>
            <a:ext cx="34920" cy="950760"/>
          </a:xfrm>
          <a:custGeom>
            <a:avLst/>
            <a:gdLst/>
            <a:ahLst/>
            <a:rect l="0" t="0" r="r" b="b"/>
            <a:pathLst>
              <a:path w="97" h="2641">
                <a:moveTo>
                  <a:pt x="97" y="16"/>
                </a:moveTo>
                <a:cubicBezTo>
                  <a:pt x="94" y="20"/>
                  <a:pt x="91" y="25"/>
                  <a:pt x="88" y="33"/>
                </a:cubicBezTo>
                <a:cubicBezTo>
                  <a:pt x="83" y="49"/>
                  <a:pt x="80" y="68"/>
                  <a:pt x="80" y="90"/>
                </a:cubicBezTo>
                <a:lnTo>
                  <a:pt x="80" y="2551"/>
                </a:lnTo>
                <a:cubicBezTo>
                  <a:pt x="80" y="2573"/>
                  <a:pt x="83" y="2592"/>
                  <a:pt x="88" y="2607"/>
                </a:cubicBezTo>
                <a:cubicBezTo>
                  <a:pt x="91" y="2615"/>
                  <a:pt x="94" y="2621"/>
                  <a:pt x="97" y="2625"/>
                </a:cubicBezTo>
                <a:lnTo>
                  <a:pt x="50" y="2641"/>
                </a:lnTo>
                <a:cubicBezTo>
                  <a:pt x="44" y="2637"/>
                  <a:pt x="38" y="2632"/>
                  <a:pt x="32" y="2626"/>
                </a:cubicBezTo>
                <a:cubicBezTo>
                  <a:pt x="10" y="2605"/>
                  <a:pt x="0" y="2580"/>
                  <a:pt x="0" y="2551"/>
                </a:cubicBezTo>
                <a:lnTo>
                  <a:pt x="0" y="90"/>
                </a:lnTo>
                <a:cubicBezTo>
                  <a:pt x="0" y="60"/>
                  <a:pt x="10" y="35"/>
                  <a:pt x="32" y="15"/>
                </a:cubicBezTo>
                <a:cubicBezTo>
                  <a:pt x="38" y="9"/>
                  <a:pt x="44" y="4"/>
                  <a:pt x="50" y="0"/>
                </a:cubicBezTo>
                <a:lnTo>
                  <a:pt x="97" y="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7115040" y="41050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161"/>
                </a:moveTo>
                <a:lnTo>
                  <a:pt x="0" y="157"/>
                </a:lnTo>
                <a:cubicBezTo>
                  <a:pt x="0" y="146"/>
                  <a:pt x="1" y="136"/>
                  <a:pt x="3" y="126"/>
                </a:cubicBezTo>
                <a:cubicBezTo>
                  <a:pt x="5" y="116"/>
                  <a:pt x="8" y="106"/>
                  <a:pt x="12" y="97"/>
                </a:cubicBezTo>
                <a:cubicBezTo>
                  <a:pt x="16" y="87"/>
                  <a:pt x="21" y="78"/>
                  <a:pt x="26" y="70"/>
                </a:cubicBezTo>
                <a:cubicBezTo>
                  <a:pt x="32" y="61"/>
                  <a:pt x="38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7" y="1"/>
                  <a:pt x="147" y="0"/>
                  <a:pt x="158" y="0"/>
                </a:cubicBezTo>
                <a:lnTo>
                  <a:pt x="162" y="0"/>
                </a:lnTo>
                <a:cubicBezTo>
                  <a:pt x="172" y="0"/>
                  <a:pt x="182" y="1"/>
                  <a:pt x="192" y="3"/>
                </a:cubicBezTo>
                <a:cubicBezTo>
                  <a:pt x="202" y="5"/>
                  <a:pt x="212" y="8"/>
                  <a:pt x="222" y="12"/>
                </a:cubicBezTo>
                <a:cubicBezTo>
                  <a:pt x="231" y="16"/>
                  <a:pt x="240" y="21"/>
                  <a:pt x="249" y="26"/>
                </a:cubicBezTo>
                <a:cubicBezTo>
                  <a:pt x="257" y="32"/>
                  <a:pt x="265" y="39"/>
                  <a:pt x="272" y="46"/>
                </a:cubicBezTo>
                <a:cubicBezTo>
                  <a:pt x="280" y="53"/>
                  <a:pt x="286" y="61"/>
                  <a:pt x="292" y="70"/>
                </a:cubicBezTo>
                <a:cubicBezTo>
                  <a:pt x="298" y="78"/>
                  <a:pt x="303" y="87"/>
                  <a:pt x="306" y="97"/>
                </a:cubicBezTo>
                <a:cubicBezTo>
                  <a:pt x="310" y="106"/>
                  <a:pt x="313" y="116"/>
                  <a:pt x="315" y="126"/>
                </a:cubicBezTo>
                <a:cubicBezTo>
                  <a:pt x="317" y="136"/>
                  <a:pt x="318" y="146"/>
                  <a:pt x="318" y="157"/>
                </a:cubicBezTo>
                <a:lnTo>
                  <a:pt x="318" y="161"/>
                </a:lnTo>
                <a:cubicBezTo>
                  <a:pt x="318" y="172"/>
                  <a:pt x="317" y="182"/>
                  <a:pt x="315" y="192"/>
                </a:cubicBezTo>
                <a:cubicBezTo>
                  <a:pt x="313" y="203"/>
                  <a:pt x="310" y="212"/>
                  <a:pt x="306" y="222"/>
                </a:cubicBezTo>
                <a:cubicBezTo>
                  <a:pt x="303" y="231"/>
                  <a:pt x="298" y="240"/>
                  <a:pt x="292" y="249"/>
                </a:cubicBezTo>
                <a:cubicBezTo>
                  <a:pt x="286" y="257"/>
                  <a:pt x="280" y="265"/>
                  <a:pt x="272" y="273"/>
                </a:cubicBezTo>
                <a:cubicBezTo>
                  <a:pt x="265" y="280"/>
                  <a:pt x="257" y="286"/>
                  <a:pt x="249" y="292"/>
                </a:cubicBezTo>
                <a:cubicBezTo>
                  <a:pt x="240" y="298"/>
                  <a:pt x="231" y="303"/>
                  <a:pt x="222" y="307"/>
                </a:cubicBezTo>
                <a:cubicBezTo>
                  <a:pt x="212" y="311"/>
                  <a:pt x="202" y="314"/>
                  <a:pt x="192" y="316"/>
                </a:cubicBezTo>
                <a:cubicBezTo>
                  <a:pt x="182" y="318"/>
                  <a:pt x="172" y="319"/>
                  <a:pt x="162" y="319"/>
                </a:cubicBezTo>
                <a:lnTo>
                  <a:pt x="158" y="319"/>
                </a:lnTo>
                <a:cubicBezTo>
                  <a:pt x="147" y="319"/>
                  <a:pt x="137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1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8" y="265"/>
                  <a:pt x="32" y="257"/>
                  <a:pt x="26" y="249"/>
                </a:cubicBezTo>
                <a:cubicBezTo>
                  <a:pt x="21" y="240"/>
                  <a:pt x="16" y="231"/>
                  <a:pt x="12" y="222"/>
                </a:cubicBezTo>
                <a:cubicBezTo>
                  <a:pt x="8" y="212"/>
                  <a:pt x="5" y="203"/>
                  <a:pt x="3" y="192"/>
                </a:cubicBezTo>
                <a:cubicBezTo>
                  <a:pt x="1" y="182"/>
                  <a:pt x="0" y="172"/>
                  <a:pt x="0" y="161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041440" y="4603680"/>
            <a:ext cx="249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diﬀs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153560" y="4118040"/>
            <a:ext cx="8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8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7067520" y="431460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106" y="54"/>
                </a:moveTo>
                <a:cubicBezTo>
                  <a:pt x="106" y="61"/>
                  <a:pt x="105" y="68"/>
                  <a:pt x="102" y="74"/>
                </a:cubicBezTo>
                <a:cubicBezTo>
                  <a:pt x="100" y="81"/>
                  <a:pt x="96" y="86"/>
                  <a:pt x="91" y="91"/>
                </a:cubicBezTo>
                <a:cubicBezTo>
                  <a:pt x="86" y="96"/>
                  <a:pt x="80" y="100"/>
                  <a:pt x="74" y="103"/>
                </a:cubicBezTo>
                <a:cubicBezTo>
                  <a:pt x="67" y="106"/>
                  <a:pt x="61" y="107"/>
                  <a:pt x="52" y="107"/>
                </a:cubicBezTo>
                <a:cubicBezTo>
                  <a:pt x="45" y="107"/>
                  <a:pt x="39" y="106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6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3"/>
                </a:cubicBezTo>
                <a:cubicBezTo>
                  <a:pt x="6" y="26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61" y="0"/>
                  <a:pt x="67" y="1"/>
                  <a:pt x="74" y="4"/>
                </a:cubicBezTo>
                <a:cubicBezTo>
                  <a:pt x="80" y="7"/>
                  <a:pt x="86" y="11"/>
                  <a:pt x="91" y="16"/>
                </a:cubicBezTo>
                <a:cubicBezTo>
                  <a:pt x="96" y="21"/>
                  <a:pt x="100" y="26"/>
                  <a:pt x="102" y="33"/>
                </a:cubicBezTo>
                <a:cubicBezTo>
                  <a:pt x="105" y="40"/>
                  <a:pt x="106" y="47"/>
                  <a:pt x="106" y="54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259040" y="4058280"/>
            <a:ext cx="1390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Verification &amp; Done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211160" y="4251240"/>
            <a:ext cx="1820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All criteria checked, tests pass,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211160" y="4432320"/>
            <a:ext cx="1076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audit log delivered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80720" y="1723680"/>
            <a:ext cx="4439160" cy="981720"/>
          </a:xfrm>
          <a:custGeom>
            <a:avLst/>
            <a:gdLst/>
            <a:ahLst/>
            <a:rect l="0" t="0" r="r" b="b"/>
            <a:pathLst>
              <a:path w="12331" h="2727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1"/>
                  <a:pt x="12300" y="31"/>
                </a:cubicBezTo>
                <a:cubicBezTo>
                  <a:pt x="12320" y="52"/>
                  <a:pt x="12331" y="77"/>
                  <a:pt x="12331" y="106"/>
                </a:cubicBezTo>
                <a:lnTo>
                  <a:pt x="12331" y="2621"/>
                </a:lnTo>
                <a:cubicBezTo>
                  <a:pt x="12331" y="2650"/>
                  <a:pt x="12320" y="2675"/>
                  <a:pt x="12300" y="2696"/>
                </a:cubicBezTo>
                <a:cubicBezTo>
                  <a:pt x="12279" y="2716"/>
                  <a:pt x="12254" y="2727"/>
                  <a:pt x="12225" y="2727"/>
                </a:cubicBezTo>
                <a:lnTo>
                  <a:pt x="106" y="2727"/>
                </a:lnTo>
                <a:cubicBezTo>
                  <a:pt x="77" y="2727"/>
                  <a:pt x="52" y="2716"/>
                  <a:pt x="31" y="2696"/>
                </a:cubicBezTo>
                <a:cubicBezTo>
                  <a:pt x="11" y="2675"/>
                  <a:pt x="0" y="2650"/>
                  <a:pt x="0" y="262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80720" y="1723680"/>
            <a:ext cx="4439160" cy="24480"/>
          </a:xfrm>
          <a:custGeom>
            <a:avLst/>
            <a:gdLst/>
            <a:ahLst/>
            <a:rect l="0" t="0" r="r" b="b"/>
            <a:pathLst>
              <a:path w="12331" h="68">
                <a:moveTo>
                  <a:pt x="12267" y="68"/>
                </a:moveTo>
                <a:lnTo>
                  <a:pt x="0" y="68"/>
                </a:lnTo>
                <a:lnTo>
                  <a:pt x="0" y="0"/>
                </a:lnTo>
                <a:lnTo>
                  <a:pt x="12331" y="0"/>
                </a:lnTo>
                <a:lnTo>
                  <a:pt x="12331" y="3"/>
                </a:lnTo>
                <a:lnTo>
                  <a:pt x="12267" y="6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98000" y="2686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177" y="25"/>
                </a:lnTo>
                <a:cubicBezTo>
                  <a:pt x="12199" y="25"/>
                  <a:pt x="12218" y="17"/>
                  <a:pt x="12233" y="1"/>
                </a:cubicBezTo>
                <a:cubicBezTo>
                  <a:pt x="12234" y="1"/>
                  <a:pt x="12234" y="0"/>
                  <a:pt x="12234" y="0"/>
                </a:cubicBezTo>
                <a:lnTo>
                  <a:pt x="12253" y="19"/>
                </a:lnTo>
                <a:cubicBezTo>
                  <a:pt x="12253" y="20"/>
                  <a:pt x="12252" y="20"/>
                  <a:pt x="12252" y="21"/>
                </a:cubicBezTo>
                <a:cubicBezTo>
                  <a:pt x="12231" y="41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4601520" y="1734840"/>
            <a:ext cx="18360" cy="959400"/>
          </a:xfrm>
          <a:custGeom>
            <a:avLst/>
            <a:gdLst/>
            <a:ahLst/>
            <a:rect l="0" t="0" r="r" b="b"/>
            <a:pathLst>
              <a:path w="51" h="2665">
                <a:moveTo>
                  <a:pt x="0" y="2646"/>
                </a:moveTo>
                <a:cubicBezTo>
                  <a:pt x="16" y="2630"/>
                  <a:pt x="23" y="2612"/>
                  <a:pt x="23" y="2590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2590"/>
                </a:lnTo>
                <a:cubicBezTo>
                  <a:pt x="51" y="2619"/>
                  <a:pt x="40" y="2644"/>
                  <a:pt x="19" y="2665"/>
                </a:cubicBezTo>
                <a:lnTo>
                  <a:pt x="0" y="264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80720" y="1723680"/>
            <a:ext cx="4439160" cy="981720"/>
          </a:xfrm>
          <a:custGeom>
            <a:avLst/>
            <a:gdLst/>
            <a:ahLst/>
            <a:rect l="0" t="0" r="r" b="b"/>
            <a:pathLst>
              <a:path w="12331" h="2727">
                <a:moveTo>
                  <a:pt x="0" y="0"/>
                </a:moveTo>
                <a:lnTo>
                  <a:pt x="12331" y="0"/>
                </a:lnTo>
                <a:lnTo>
                  <a:pt x="12331" y="2727"/>
                </a:lnTo>
                <a:lnTo>
                  <a:pt x="0" y="27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80720" y="2781000"/>
            <a:ext cx="4439160" cy="829080"/>
          </a:xfrm>
          <a:custGeom>
            <a:avLst/>
            <a:gdLst/>
            <a:ahLst/>
            <a:rect l="0" t="0" r="r" b="b"/>
            <a:pathLst>
              <a:path w="12331" h="2303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1"/>
                  <a:pt x="12300" y="31"/>
                </a:cubicBezTo>
                <a:cubicBezTo>
                  <a:pt x="12320" y="52"/>
                  <a:pt x="12331" y="77"/>
                  <a:pt x="12331" y="106"/>
                </a:cubicBezTo>
                <a:lnTo>
                  <a:pt x="12331" y="2197"/>
                </a:lnTo>
                <a:cubicBezTo>
                  <a:pt x="12331" y="2227"/>
                  <a:pt x="12320" y="2252"/>
                  <a:pt x="12300" y="2272"/>
                </a:cubicBezTo>
                <a:cubicBezTo>
                  <a:pt x="12279" y="2293"/>
                  <a:pt x="12254" y="2303"/>
                  <a:pt x="12225" y="2303"/>
                </a:cubicBezTo>
                <a:lnTo>
                  <a:pt x="106" y="2303"/>
                </a:lnTo>
                <a:cubicBezTo>
                  <a:pt x="77" y="2303"/>
                  <a:pt x="52" y="2293"/>
                  <a:pt x="31" y="2272"/>
                </a:cubicBezTo>
                <a:cubicBezTo>
                  <a:pt x="11" y="2252"/>
                  <a:pt x="0" y="2227"/>
                  <a:pt x="0" y="2197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98000" y="278100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4" y="52"/>
                  <a:pt x="12234" y="51"/>
                  <a:pt x="12233" y="51"/>
                </a:cubicBezTo>
                <a:cubicBezTo>
                  <a:pt x="12218" y="36"/>
                  <a:pt x="12199" y="28"/>
                  <a:pt x="12177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8"/>
                </a:lnTo>
                <a:cubicBezTo>
                  <a:pt x="17" y="7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2"/>
                  <a:pt x="12252" y="32"/>
                </a:cubicBezTo>
                <a:cubicBezTo>
                  <a:pt x="12252" y="33"/>
                  <a:pt x="12253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98000" y="35913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177" y="25"/>
                </a:lnTo>
                <a:cubicBezTo>
                  <a:pt x="12199" y="25"/>
                  <a:pt x="12218" y="17"/>
                  <a:pt x="12233" y="2"/>
                </a:cubicBezTo>
                <a:cubicBezTo>
                  <a:pt x="12234" y="1"/>
                  <a:pt x="12234" y="1"/>
                  <a:pt x="12234" y="0"/>
                </a:cubicBezTo>
                <a:lnTo>
                  <a:pt x="12253" y="19"/>
                </a:lnTo>
                <a:lnTo>
                  <a:pt x="12252" y="20"/>
                </a:lnTo>
                <a:cubicBezTo>
                  <a:pt x="12231" y="41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7"/>
                  <a:pt x="0" y="34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4601520" y="2792160"/>
            <a:ext cx="18360" cy="806760"/>
          </a:xfrm>
          <a:custGeom>
            <a:avLst/>
            <a:gdLst/>
            <a:ahLst/>
            <a:rect l="0" t="0" r="r" b="b"/>
            <a:pathLst>
              <a:path w="51" h="2241">
                <a:moveTo>
                  <a:pt x="0" y="2223"/>
                </a:moveTo>
                <a:cubicBezTo>
                  <a:pt x="16" y="2207"/>
                  <a:pt x="23" y="2188"/>
                  <a:pt x="23" y="2166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2166"/>
                </a:lnTo>
                <a:cubicBezTo>
                  <a:pt x="51" y="2196"/>
                  <a:pt x="40" y="2221"/>
                  <a:pt x="19" y="2241"/>
                </a:cubicBezTo>
                <a:lnTo>
                  <a:pt x="0" y="222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80720" y="2781000"/>
            <a:ext cx="4439160" cy="829080"/>
          </a:xfrm>
          <a:custGeom>
            <a:avLst/>
            <a:gdLst/>
            <a:ahLst/>
            <a:rect l="0" t="0" r="r" b="b"/>
            <a:pathLst>
              <a:path w="12331" h="2303">
                <a:moveTo>
                  <a:pt x="0" y="0"/>
                </a:moveTo>
                <a:lnTo>
                  <a:pt x="12331" y="0"/>
                </a:lnTo>
                <a:lnTo>
                  <a:pt x="12331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80720" y="3686040"/>
            <a:ext cx="4439160" cy="981360"/>
          </a:xfrm>
          <a:custGeom>
            <a:avLst/>
            <a:gdLst/>
            <a:ahLst/>
            <a:rect l="0" t="0" r="r" b="b"/>
            <a:pathLst>
              <a:path w="12331" h="2726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0"/>
                  <a:pt x="12300" y="31"/>
                </a:cubicBezTo>
                <a:cubicBezTo>
                  <a:pt x="12320" y="52"/>
                  <a:pt x="12331" y="76"/>
                  <a:pt x="12331" y="106"/>
                </a:cubicBezTo>
                <a:lnTo>
                  <a:pt x="12331" y="2620"/>
                </a:lnTo>
                <a:cubicBezTo>
                  <a:pt x="12331" y="2649"/>
                  <a:pt x="12320" y="2674"/>
                  <a:pt x="12300" y="2695"/>
                </a:cubicBezTo>
                <a:cubicBezTo>
                  <a:pt x="12279" y="2716"/>
                  <a:pt x="12254" y="2726"/>
                  <a:pt x="12225" y="2726"/>
                </a:cubicBezTo>
                <a:lnTo>
                  <a:pt x="106" y="2726"/>
                </a:lnTo>
                <a:cubicBezTo>
                  <a:pt x="77" y="2726"/>
                  <a:pt x="52" y="2716"/>
                  <a:pt x="31" y="2695"/>
                </a:cubicBezTo>
                <a:cubicBezTo>
                  <a:pt x="11" y="2674"/>
                  <a:pt x="0" y="2649"/>
                  <a:pt x="0" y="2620"/>
                </a:cubicBezTo>
                <a:lnTo>
                  <a:pt x="0" y="106"/>
                </a:lnTo>
                <a:cubicBezTo>
                  <a:pt x="0" y="76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80720" y="3686040"/>
            <a:ext cx="4439160" cy="24120"/>
          </a:xfrm>
          <a:custGeom>
            <a:avLst/>
            <a:gdLst/>
            <a:ahLst/>
            <a:rect l="0" t="0" r="r" b="b"/>
            <a:pathLst>
              <a:path w="12331" h="67">
                <a:moveTo>
                  <a:pt x="12267" y="67"/>
                </a:moveTo>
                <a:lnTo>
                  <a:pt x="0" y="67"/>
                </a:lnTo>
                <a:lnTo>
                  <a:pt x="0" y="0"/>
                </a:lnTo>
                <a:lnTo>
                  <a:pt x="12331" y="0"/>
                </a:lnTo>
                <a:lnTo>
                  <a:pt x="12331" y="3"/>
                </a:lnTo>
                <a:lnTo>
                  <a:pt x="12267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98000" y="4648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9"/>
                </a:moveTo>
                <a:cubicBezTo>
                  <a:pt x="51" y="24"/>
                  <a:pt x="54" y="26"/>
                  <a:pt x="58" y="26"/>
                </a:cubicBezTo>
                <a:lnTo>
                  <a:pt x="12177" y="26"/>
                </a:lnTo>
                <a:cubicBezTo>
                  <a:pt x="12199" y="26"/>
                  <a:pt x="12218" y="18"/>
                  <a:pt x="12233" y="1"/>
                </a:cubicBezTo>
                <a:cubicBezTo>
                  <a:pt x="12234" y="1"/>
                  <a:pt x="12234" y="0"/>
                  <a:pt x="12234" y="0"/>
                </a:cubicBezTo>
                <a:lnTo>
                  <a:pt x="12253" y="20"/>
                </a:lnTo>
                <a:lnTo>
                  <a:pt x="12252" y="21"/>
                </a:lnTo>
                <a:cubicBezTo>
                  <a:pt x="12231" y="42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4601520" y="3697200"/>
            <a:ext cx="18360" cy="959040"/>
          </a:xfrm>
          <a:custGeom>
            <a:avLst/>
            <a:gdLst/>
            <a:ahLst/>
            <a:rect l="0" t="0" r="r" b="b"/>
            <a:pathLst>
              <a:path w="51" h="2664">
                <a:moveTo>
                  <a:pt x="0" y="2645"/>
                </a:moveTo>
                <a:cubicBezTo>
                  <a:pt x="16" y="2630"/>
                  <a:pt x="23" y="2611"/>
                  <a:pt x="23" y="2589"/>
                </a:cubicBezTo>
                <a:lnTo>
                  <a:pt x="23" y="75"/>
                </a:lnTo>
                <a:cubicBezTo>
                  <a:pt x="23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5"/>
                  <a:pt x="51" y="75"/>
                </a:cubicBezTo>
                <a:lnTo>
                  <a:pt x="51" y="2589"/>
                </a:lnTo>
                <a:cubicBezTo>
                  <a:pt x="51" y="2618"/>
                  <a:pt x="40" y="2643"/>
                  <a:pt x="19" y="2664"/>
                </a:cubicBezTo>
                <a:lnTo>
                  <a:pt x="0" y="264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80720" y="3686040"/>
            <a:ext cx="4439160" cy="981360"/>
          </a:xfrm>
          <a:custGeom>
            <a:avLst/>
            <a:gdLst/>
            <a:ahLst/>
            <a:rect l="0" t="0" r="r" b="b"/>
            <a:pathLst>
              <a:path w="12331" h="2726">
                <a:moveTo>
                  <a:pt x="0" y="0"/>
                </a:moveTo>
                <a:lnTo>
                  <a:pt x="12331" y="0"/>
                </a:lnTo>
                <a:lnTo>
                  <a:pt x="12331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3117600" y="1083960"/>
            <a:ext cx="30988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BUSINESS VALUE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52080" y="2199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69720" y="1835640"/>
            <a:ext cx="1518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TRACEABILITY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525600" y="2119680"/>
            <a:ext cx="4008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Every line of code traced to approved spec and plan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25600" y="2338560"/>
            <a:ext cx="329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step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352080" y="3333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5"/>
                </a:cubicBezTo>
                <a:cubicBezTo>
                  <a:pt x="16" y="128"/>
                  <a:pt x="11" y="119"/>
                  <a:pt x="7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369720" y="2892960"/>
            <a:ext cx="83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SAFETY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25600" y="3252960"/>
            <a:ext cx="397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write/edit/bash executes without human consent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352080" y="4162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69720" y="3798000"/>
            <a:ext cx="93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PRIVACY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25600" y="4081680"/>
            <a:ext cx="4172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source code or context leaves the machine without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886280" y="1723680"/>
            <a:ext cx="4438800" cy="981720"/>
          </a:xfrm>
          <a:custGeom>
            <a:avLst/>
            <a:gdLst/>
            <a:ahLst/>
            <a:rect l="0" t="0" r="r" b="b"/>
            <a:pathLst>
              <a:path w="12330" h="2727">
                <a:moveTo>
                  <a:pt x="31" y="31"/>
                </a:moveTo>
                <a:cubicBezTo>
                  <a:pt x="51" y="11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1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2621"/>
                </a:lnTo>
                <a:cubicBezTo>
                  <a:pt x="12330" y="2650"/>
                  <a:pt x="12320" y="2675"/>
                  <a:pt x="12299" y="2696"/>
                </a:cubicBezTo>
                <a:cubicBezTo>
                  <a:pt x="12279" y="2716"/>
                  <a:pt x="12254" y="2727"/>
                  <a:pt x="12224" y="2727"/>
                </a:cubicBezTo>
                <a:lnTo>
                  <a:pt x="105" y="2727"/>
                </a:lnTo>
                <a:cubicBezTo>
                  <a:pt x="76" y="2727"/>
                  <a:pt x="51" y="2716"/>
                  <a:pt x="31" y="2696"/>
                </a:cubicBezTo>
                <a:cubicBezTo>
                  <a:pt x="10" y="2675"/>
                  <a:pt x="0" y="2650"/>
                  <a:pt x="0" y="2621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886280" y="1723680"/>
            <a:ext cx="4438800" cy="24480"/>
          </a:xfrm>
          <a:custGeom>
            <a:avLst/>
            <a:gdLst/>
            <a:ahLst/>
            <a:rect l="0" t="0" r="r" b="b"/>
            <a:pathLst>
              <a:path w="12330" h="68">
                <a:moveTo>
                  <a:pt x="12267" y="68"/>
                </a:moveTo>
                <a:lnTo>
                  <a:pt x="0" y="68"/>
                </a:lnTo>
                <a:lnTo>
                  <a:pt x="0" y="0"/>
                </a:lnTo>
                <a:lnTo>
                  <a:pt x="12330" y="0"/>
                </a:lnTo>
                <a:lnTo>
                  <a:pt x="12330" y="3"/>
                </a:lnTo>
                <a:lnTo>
                  <a:pt x="12267" y="6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903560" y="2686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9"/>
                </a:moveTo>
                <a:cubicBezTo>
                  <a:pt x="50" y="23"/>
                  <a:pt x="54" y="25"/>
                  <a:pt x="57" y="25"/>
                </a:cubicBezTo>
                <a:lnTo>
                  <a:pt x="12176" y="25"/>
                </a:lnTo>
                <a:cubicBezTo>
                  <a:pt x="12198" y="25"/>
                  <a:pt x="12217" y="17"/>
                  <a:pt x="12233" y="1"/>
                </a:cubicBezTo>
                <a:cubicBezTo>
                  <a:pt x="12233" y="1"/>
                  <a:pt x="12233" y="0"/>
                  <a:pt x="12234" y="0"/>
                </a:cubicBezTo>
                <a:lnTo>
                  <a:pt x="12253" y="19"/>
                </a:lnTo>
                <a:cubicBezTo>
                  <a:pt x="12252" y="20"/>
                  <a:pt x="12252" y="20"/>
                  <a:pt x="12251" y="21"/>
                </a:cubicBezTo>
                <a:cubicBezTo>
                  <a:pt x="12231" y="41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5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9307080" y="1734840"/>
            <a:ext cx="18000" cy="959400"/>
          </a:xfrm>
          <a:custGeom>
            <a:avLst/>
            <a:gdLst/>
            <a:ahLst/>
            <a:rect l="0" t="0" r="r" b="b"/>
            <a:pathLst>
              <a:path w="50" h="2665">
                <a:moveTo>
                  <a:pt x="0" y="2646"/>
                </a:moveTo>
                <a:cubicBezTo>
                  <a:pt x="15" y="2630"/>
                  <a:pt x="23" y="2612"/>
                  <a:pt x="23" y="2590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2590"/>
                </a:lnTo>
                <a:cubicBezTo>
                  <a:pt x="50" y="2619"/>
                  <a:pt x="39" y="2644"/>
                  <a:pt x="18" y="2665"/>
                </a:cubicBezTo>
                <a:lnTo>
                  <a:pt x="0" y="264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4886280" y="1723680"/>
            <a:ext cx="4438800" cy="981720"/>
          </a:xfrm>
          <a:custGeom>
            <a:avLst/>
            <a:gdLst/>
            <a:ahLst/>
            <a:rect l="0" t="0" r="r" b="b"/>
            <a:pathLst>
              <a:path w="12330" h="2727">
                <a:moveTo>
                  <a:pt x="0" y="0"/>
                </a:moveTo>
                <a:lnTo>
                  <a:pt x="12330" y="0"/>
                </a:lnTo>
                <a:lnTo>
                  <a:pt x="12330" y="2727"/>
                </a:lnTo>
                <a:lnTo>
                  <a:pt x="0" y="27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4886280" y="2781000"/>
            <a:ext cx="4438800" cy="981720"/>
          </a:xfrm>
          <a:custGeom>
            <a:avLst/>
            <a:gdLst/>
            <a:ahLst/>
            <a:rect l="0" t="0" r="r" b="b"/>
            <a:pathLst>
              <a:path w="12330" h="2727">
                <a:moveTo>
                  <a:pt x="31" y="31"/>
                </a:moveTo>
                <a:cubicBezTo>
                  <a:pt x="51" y="11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1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2621"/>
                </a:lnTo>
                <a:cubicBezTo>
                  <a:pt x="12330" y="2650"/>
                  <a:pt x="12320" y="2675"/>
                  <a:pt x="12299" y="2696"/>
                </a:cubicBezTo>
                <a:cubicBezTo>
                  <a:pt x="12279" y="2716"/>
                  <a:pt x="12254" y="2727"/>
                  <a:pt x="12224" y="2727"/>
                </a:cubicBezTo>
                <a:lnTo>
                  <a:pt x="105" y="2727"/>
                </a:lnTo>
                <a:cubicBezTo>
                  <a:pt x="76" y="2727"/>
                  <a:pt x="51" y="2716"/>
                  <a:pt x="31" y="2696"/>
                </a:cubicBezTo>
                <a:cubicBezTo>
                  <a:pt x="10" y="2675"/>
                  <a:pt x="0" y="2650"/>
                  <a:pt x="0" y="2621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4903560" y="278100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2"/>
                  <a:pt x="12233" y="51"/>
                  <a:pt x="12233" y="51"/>
                </a:cubicBezTo>
                <a:cubicBezTo>
                  <a:pt x="12217" y="36"/>
                  <a:pt x="12198" y="28"/>
                  <a:pt x="12176" y="28"/>
                </a:cubicBezTo>
                <a:lnTo>
                  <a:pt x="57" y="28"/>
                </a:lnTo>
                <a:cubicBezTo>
                  <a:pt x="54" y="28"/>
                  <a:pt x="50" y="30"/>
                  <a:pt x="47" y="34"/>
                </a:cubicBezTo>
                <a:lnTo>
                  <a:pt x="0" y="18"/>
                </a:lnTo>
                <a:cubicBezTo>
                  <a:pt x="17" y="7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2"/>
                  <a:pt x="12251" y="32"/>
                </a:cubicBezTo>
                <a:cubicBezTo>
                  <a:pt x="12252" y="33"/>
                  <a:pt x="12252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4903560" y="3743640"/>
            <a:ext cx="4411080" cy="19080"/>
          </a:xfrm>
          <a:custGeom>
            <a:avLst/>
            <a:gdLst/>
            <a:ahLst/>
            <a:rect l="0" t="0" r="r" b="b"/>
            <a:pathLst>
              <a:path w="12253" h="53">
                <a:moveTo>
                  <a:pt x="47" y="19"/>
                </a:moveTo>
                <a:cubicBezTo>
                  <a:pt x="50" y="23"/>
                  <a:pt x="54" y="25"/>
                  <a:pt x="57" y="25"/>
                </a:cubicBezTo>
                <a:lnTo>
                  <a:pt x="12176" y="25"/>
                </a:lnTo>
                <a:cubicBezTo>
                  <a:pt x="12198" y="25"/>
                  <a:pt x="12217" y="17"/>
                  <a:pt x="12233" y="2"/>
                </a:cubicBezTo>
                <a:cubicBezTo>
                  <a:pt x="12233" y="1"/>
                  <a:pt x="12233" y="1"/>
                  <a:pt x="12234" y="0"/>
                </a:cubicBezTo>
                <a:lnTo>
                  <a:pt x="12253" y="19"/>
                </a:lnTo>
                <a:cubicBezTo>
                  <a:pt x="12252" y="20"/>
                  <a:pt x="12252" y="20"/>
                  <a:pt x="12251" y="21"/>
                </a:cubicBezTo>
                <a:cubicBezTo>
                  <a:pt x="12231" y="42"/>
                  <a:pt x="12206" y="53"/>
                  <a:pt x="12176" y="53"/>
                </a:cubicBezTo>
                <a:lnTo>
                  <a:pt x="57" y="53"/>
                </a:lnTo>
                <a:cubicBezTo>
                  <a:pt x="36" y="53"/>
                  <a:pt x="17" y="47"/>
                  <a:pt x="0" y="36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9307080" y="2792160"/>
            <a:ext cx="18000" cy="959400"/>
          </a:xfrm>
          <a:custGeom>
            <a:avLst/>
            <a:gdLst/>
            <a:ahLst/>
            <a:rect l="0" t="0" r="r" b="b"/>
            <a:pathLst>
              <a:path w="50" h="2665">
                <a:moveTo>
                  <a:pt x="0" y="2646"/>
                </a:moveTo>
                <a:cubicBezTo>
                  <a:pt x="15" y="2630"/>
                  <a:pt x="23" y="2612"/>
                  <a:pt x="23" y="2590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2590"/>
                </a:lnTo>
                <a:cubicBezTo>
                  <a:pt x="50" y="2619"/>
                  <a:pt x="39" y="2644"/>
                  <a:pt x="18" y="2665"/>
                </a:cubicBezTo>
                <a:lnTo>
                  <a:pt x="0" y="264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4886280" y="2781000"/>
            <a:ext cx="4438800" cy="981720"/>
          </a:xfrm>
          <a:custGeom>
            <a:avLst/>
            <a:gdLst/>
            <a:ahLst/>
            <a:rect l="0" t="0" r="r" b="b"/>
            <a:pathLst>
              <a:path w="12330" h="2727">
                <a:moveTo>
                  <a:pt x="0" y="0"/>
                </a:moveTo>
                <a:lnTo>
                  <a:pt x="12330" y="0"/>
                </a:lnTo>
                <a:lnTo>
                  <a:pt x="12330" y="2727"/>
                </a:lnTo>
                <a:lnTo>
                  <a:pt x="0" y="27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4886280" y="3838320"/>
            <a:ext cx="4438800" cy="829080"/>
          </a:xfrm>
          <a:custGeom>
            <a:avLst/>
            <a:gdLst/>
            <a:ahLst/>
            <a:rect l="0" t="0" r="r" b="b"/>
            <a:pathLst>
              <a:path w="12330" h="2303">
                <a:moveTo>
                  <a:pt x="31" y="31"/>
                </a:moveTo>
                <a:cubicBezTo>
                  <a:pt x="51" y="11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1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2197"/>
                </a:lnTo>
                <a:cubicBezTo>
                  <a:pt x="12330" y="2226"/>
                  <a:pt x="12320" y="2251"/>
                  <a:pt x="12299" y="2272"/>
                </a:cubicBezTo>
                <a:cubicBezTo>
                  <a:pt x="12279" y="2293"/>
                  <a:pt x="12254" y="2303"/>
                  <a:pt x="12224" y="2303"/>
                </a:cubicBezTo>
                <a:lnTo>
                  <a:pt x="105" y="2303"/>
                </a:lnTo>
                <a:cubicBezTo>
                  <a:pt x="76" y="2303"/>
                  <a:pt x="51" y="2293"/>
                  <a:pt x="31" y="2272"/>
                </a:cubicBezTo>
                <a:cubicBezTo>
                  <a:pt x="10" y="2251"/>
                  <a:pt x="0" y="2226"/>
                  <a:pt x="0" y="2197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4903560" y="38383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2"/>
                  <a:pt x="12233" y="51"/>
                  <a:pt x="12233" y="51"/>
                </a:cubicBezTo>
                <a:cubicBezTo>
                  <a:pt x="12217" y="35"/>
                  <a:pt x="12198" y="28"/>
                  <a:pt x="12176" y="28"/>
                </a:cubicBezTo>
                <a:lnTo>
                  <a:pt x="57" y="28"/>
                </a:lnTo>
                <a:cubicBezTo>
                  <a:pt x="54" y="28"/>
                  <a:pt x="50" y="30"/>
                  <a:pt x="47" y="34"/>
                </a:cubicBezTo>
                <a:lnTo>
                  <a:pt x="0" y="17"/>
                </a:lnTo>
                <a:cubicBezTo>
                  <a:pt x="17" y="6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1"/>
                  <a:pt x="12251" y="32"/>
                </a:cubicBezTo>
                <a:cubicBezTo>
                  <a:pt x="12252" y="33"/>
                  <a:pt x="12252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4903560" y="4648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9"/>
                </a:moveTo>
                <a:cubicBezTo>
                  <a:pt x="50" y="24"/>
                  <a:pt x="54" y="26"/>
                  <a:pt x="57" y="26"/>
                </a:cubicBezTo>
                <a:lnTo>
                  <a:pt x="12176" y="26"/>
                </a:lnTo>
                <a:cubicBezTo>
                  <a:pt x="12198" y="26"/>
                  <a:pt x="12217" y="18"/>
                  <a:pt x="12233" y="1"/>
                </a:cubicBezTo>
                <a:cubicBezTo>
                  <a:pt x="12233" y="1"/>
                  <a:pt x="12233" y="0"/>
                  <a:pt x="12234" y="0"/>
                </a:cubicBezTo>
                <a:lnTo>
                  <a:pt x="12253" y="20"/>
                </a:lnTo>
                <a:cubicBezTo>
                  <a:pt x="12252" y="20"/>
                  <a:pt x="12252" y="21"/>
                  <a:pt x="12251" y="21"/>
                </a:cubicBezTo>
                <a:cubicBezTo>
                  <a:pt x="12231" y="42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5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9307080" y="3849480"/>
            <a:ext cx="18000" cy="806760"/>
          </a:xfrm>
          <a:custGeom>
            <a:avLst/>
            <a:gdLst/>
            <a:ahLst/>
            <a:rect l="0" t="0" r="r" b="b"/>
            <a:pathLst>
              <a:path w="50" h="2241">
                <a:moveTo>
                  <a:pt x="0" y="2222"/>
                </a:moveTo>
                <a:cubicBezTo>
                  <a:pt x="15" y="2207"/>
                  <a:pt x="23" y="2188"/>
                  <a:pt x="23" y="2166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2166"/>
                </a:lnTo>
                <a:cubicBezTo>
                  <a:pt x="50" y="2195"/>
                  <a:pt x="39" y="2220"/>
                  <a:pt x="18" y="2241"/>
                </a:cubicBezTo>
                <a:lnTo>
                  <a:pt x="0" y="222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4886280" y="3838320"/>
            <a:ext cx="4438800" cy="829080"/>
          </a:xfrm>
          <a:custGeom>
            <a:avLst/>
            <a:gdLst/>
            <a:ahLst/>
            <a:rect l="0" t="0" r="r" b="b"/>
            <a:pathLst>
              <a:path w="12330" h="2303">
                <a:moveTo>
                  <a:pt x="0" y="0"/>
                </a:moveTo>
                <a:lnTo>
                  <a:pt x="12330" y="0"/>
                </a:lnTo>
                <a:lnTo>
                  <a:pt x="12330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25600" y="4310280"/>
            <a:ext cx="995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user consent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057640" y="2199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074920" y="1835640"/>
            <a:ext cx="91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QUALITY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5230800" y="2119680"/>
            <a:ext cx="4018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Spec-driven development prevents scope creep and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5230800" y="2338560"/>
            <a:ext cx="744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ambiguity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057640" y="3257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5074920" y="2892960"/>
            <a:ext cx="64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AUDIT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5230800" y="3177000"/>
            <a:ext cx="3926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Full argumentation log + audit trail of every tool call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5230800" y="3395880"/>
            <a:ext cx="1005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and approval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057640" y="4390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5074920" y="3950280"/>
            <a:ext cx="185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ACCOUNTABILITY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80720" y="4876560"/>
            <a:ext cx="9144360" cy="914760"/>
          </a:xfrm>
          <a:custGeom>
            <a:avLst/>
            <a:gdLst/>
            <a:ahLst/>
            <a:rect l="0" t="0" r="r" b="b"/>
            <a:pathLst>
              <a:path w="25401" h="2541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25295" y="0"/>
                </a:lnTo>
                <a:cubicBezTo>
                  <a:pt x="25325" y="0"/>
                  <a:pt x="25350" y="11"/>
                  <a:pt x="25370" y="31"/>
                </a:cubicBezTo>
                <a:cubicBezTo>
                  <a:pt x="25391" y="52"/>
                  <a:pt x="25401" y="77"/>
                  <a:pt x="25401" y="106"/>
                </a:cubicBezTo>
                <a:lnTo>
                  <a:pt x="25401" y="2435"/>
                </a:lnTo>
                <a:cubicBezTo>
                  <a:pt x="25401" y="2465"/>
                  <a:pt x="25391" y="2490"/>
                  <a:pt x="25370" y="2510"/>
                </a:cubicBezTo>
                <a:cubicBezTo>
                  <a:pt x="25350" y="2531"/>
                  <a:pt x="25325" y="2541"/>
                  <a:pt x="25295" y="2541"/>
                </a:cubicBezTo>
                <a:lnTo>
                  <a:pt x="106" y="2541"/>
                </a:lnTo>
                <a:cubicBezTo>
                  <a:pt x="77" y="2541"/>
                  <a:pt x="52" y="2531"/>
                  <a:pt x="31" y="2510"/>
                </a:cubicBezTo>
                <a:cubicBezTo>
                  <a:pt x="11" y="2490"/>
                  <a:pt x="0" y="2465"/>
                  <a:pt x="0" y="2435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EFBB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98000" y="4876560"/>
            <a:ext cx="9116640" cy="18720"/>
          </a:xfrm>
          <a:custGeom>
            <a:avLst/>
            <a:gdLst/>
            <a:ahLst/>
            <a:rect l="0" t="0" r="r" b="b"/>
            <a:pathLst>
              <a:path w="25324" h="52">
                <a:moveTo>
                  <a:pt x="25305" y="52"/>
                </a:moveTo>
                <a:cubicBezTo>
                  <a:pt x="25304" y="52"/>
                  <a:pt x="25304" y="51"/>
                  <a:pt x="25304" y="51"/>
                </a:cubicBezTo>
                <a:cubicBezTo>
                  <a:pt x="25288" y="34"/>
                  <a:pt x="25269" y="27"/>
                  <a:pt x="25247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25247" y="0"/>
                </a:lnTo>
                <a:cubicBezTo>
                  <a:pt x="25277" y="0"/>
                  <a:pt x="25302" y="11"/>
                  <a:pt x="25322" y="31"/>
                </a:cubicBezTo>
                <a:cubicBezTo>
                  <a:pt x="25323" y="32"/>
                  <a:pt x="25323" y="32"/>
                  <a:pt x="25324" y="32"/>
                </a:cubicBezTo>
                <a:lnTo>
                  <a:pt x="25305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198000" y="5772600"/>
            <a:ext cx="9116640" cy="18720"/>
          </a:xfrm>
          <a:custGeom>
            <a:avLst/>
            <a:gdLst/>
            <a:ahLst/>
            <a:rect l="0" t="0" r="r" b="b"/>
            <a:pathLst>
              <a:path w="25324" h="52">
                <a:moveTo>
                  <a:pt x="48" y="20"/>
                </a:moveTo>
                <a:cubicBezTo>
                  <a:pt x="51" y="24"/>
                  <a:pt x="54" y="26"/>
                  <a:pt x="58" y="26"/>
                </a:cubicBezTo>
                <a:lnTo>
                  <a:pt x="25247" y="26"/>
                </a:lnTo>
                <a:cubicBezTo>
                  <a:pt x="25269" y="26"/>
                  <a:pt x="25288" y="18"/>
                  <a:pt x="25304" y="1"/>
                </a:cubicBezTo>
                <a:lnTo>
                  <a:pt x="25305" y="0"/>
                </a:lnTo>
                <a:lnTo>
                  <a:pt x="25324" y="20"/>
                </a:lnTo>
                <a:cubicBezTo>
                  <a:pt x="25323" y="20"/>
                  <a:pt x="25323" y="21"/>
                  <a:pt x="25322" y="21"/>
                </a:cubicBezTo>
                <a:cubicBezTo>
                  <a:pt x="25302" y="42"/>
                  <a:pt x="25277" y="52"/>
                  <a:pt x="25247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8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9307080" y="4887720"/>
            <a:ext cx="18000" cy="892440"/>
          </a:xfrm>
          <a:custGeom>
            <a:avLst/>
            <a:gdLst/>
            <a:ahLst/>
            <a:rect l="0" t="0" r="r" b="b"/>
            <a:pathLst>
              <a:path w="50" h="2479">
                <a:moveTo>
                  <a:pt x="0" y="2460"/>
                </a:moveTo>
                <a:cubicBezTo>
                  <a:pt x="15" y="2445"/>
                  <a:pt x="23" y="2426"/>
                  <a:pt x="23" y="2404"/>
                </a:cubicBezTo>
                <a:lnTo>
                  <a:pt x="23" y="76"/>
                </a:lnTo>
                <a:cubicBezTo>
                  <a:pt x="23" y="54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6"/>
                </a:cubicBezTo>
                <a:lnTo>
                  <a:pt x="50" y="2404"/>
                </a:lnTo>
                <a:cubicBezTo>
                  <a:pt x="50" y="2434"/>
                  <a:pt x="39" y="2459"/>
                  <a:pt x="18" y="2479"/>
                </a:cubicBezTo>
                <a:lnTo>
                  <a:pt x="0" y="246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80720" y="4876560"/>
            <a:ext cx="9144360" cy="914760"/>
          </a:xfrm>
          <a:custGeom>
            <a:avLst/>
            <a:gdLst/>
            <a:ahLst/>
            <a:rect l="0" t="0" r="r" b="b"/>
            <a:pathLst>
              <a:path w="25401" h="2541">
                <a:moveTo>
                  <a:pt x="0" y="0"/>
                </a:moveTo>
                <a:lnTo>
                  <a:pt x="25401" y="0"/>
                </a:lnTo>
                <a:lnTo>
                  <a:pt x="25401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5230800" y="4310280"/>
            <a:ext cx="3583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human is the engineer; the LLM is the tool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80880" y="5476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7"/>
                </a:cubicBezTo>
                <a:cubicBezTo>
                  <a:pt x="129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96360" y="5026680"/>
            <a:ext cx="233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660066"/>
                </a:solidFill>
                <a:effectLst/>
                <a:uFillTx/>
                <a:latin typeface="Montserrat"/>
                <a:ea typeface="Montserrat"/>
              </a:rPr>
              <a:t>KEY DIFFERENTIATOR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52240" y="5396040"/>
            <a:ext cx="4964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Not autonomous — collaborative. Human-led, machine-assisted.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833760" y="101628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7"/>
                  <a:pt x="21683" y="11"/>
                </a:cubicBezTo>
                <a:cubicBezTo>
                  <a:pt x="21692" y="15"/>
                  <a:pt x="21700" y="19"/>
                  <a:pt x="21708" y="24"/>
                </a:cubicBezTo>
                <a:cubicBezTo>
                  <a:pt x="21716" y="30"/>
                  <a:pt x="21724" y="36"/>
                  <a:pt x="21730" y="42"/>
                </a:cubicBezTo>
                <a:cubicBezTo>
                  <a:pt x="21737" y="49"/>
                  <a:pt x="21743" y="57"/>
                  <a:pt x="21748" y="64"/>
                </a:cubicBezTo>
                <a:cubicBezTo>
                  <a:pt x="21754" y="72"/>
                  <a:pt x="21758" y="81"/>
                  <a:pt x="21762" y="90"/>
                </a:cubicBezTo>
                <a:cubicBezTo>
                  <a:pt x="21766" y="98"/>
                  <a:pt x="21768" y="107"/>
                  <a:pt x="21770" y="117"/>
                </a:cubicBezTo>
                <a:cubicBezTo>
                  <a:pt x="21772" y="126"/>
                  <a:pt x="21773" y="136"/>
                  <a:pt x="21773" y="145"/>
                </a:cubicBezTo>
                <a:lnTo>
                  <a:pt x="21773" y="2033"/>
                </a:lnTo>
                <a:cubicBezTo>
                  <a:pt x="21773" y="2043"/>
                  <a:pt x="21772" y="2052"/>
                  <a:pt x="21770" y="2061"/>
                </a:cubicBezTo>
                <a:cubicBezTo>
                  <a:pt x="21768" y="2071"/>
                  <a:pt x="21766" y="2080"/>
                  <a:pt x="21762" y="2089"/>
                </a:cubicBezTo>
                <a:cubicBezTo>
                  <a:pt x="21758" y="2097"/>
                  <a:pt x="21754" y="2106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2"/>
                  <a:pt x="21716" y="2148"/>
                  <a:pt x="21708" y="2154"/>
                </a:cubicBezTo>
                <a:cubicBezTo>
                  <a:pt x="21700" y="2159"/>
                  <a:pt x="21692" y="2163"/>
                  <a:pt x="21683" y="2167"/>
                </a:cubicBezTo>
                <a:cubicBezTo>
                  <a:pt x="21675" y="2171"/>
                  <a:pt x="21665" y="2173"/>
                  <a:pt x="21656" y="2175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5"/>
                </a:cubicBezTo>
                <a:cubicBezTo>
                  <a:pt x="108" y="2173"/>
                  <a:pt x="99" y="2171"/>
                  <a:pt x="90" y="2167"/>
                </a:cubicBezTo>
                <a:cubicBezTo>
                  <a:pt x="81" y="2163"/>
                  <a:pt x="73" y="2159"/>
                  <a:pt x="65" y="2154"/>
                </a:cubicBezTo>
                <a:cubicBezTo>
                  <a:pt x="57" y="2148"/>
                  <a:pt x="50" y="2142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6"/>
                  <a:pt x="15" y="2097"/>
                  <a:pt x="12" y="2089"/>
                </a:cubicBezTo>
                <a:cubicBezTo>
                  <a:pt x="8" y="2080"/>
                  <a:pt x="5" y="2071"/>
                  <a:pt x="3" y="2061"/>
                </a:cubicBezTo>
                <a:cubicBezTo>
                  <a:pt x="1" y="2052"/>
                  <a:pt x="0" y="2043"/>
                  <a:pt x="0" y="2033"/>
                </a:cubicBez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solidFill>
            <a:srgbClr val="EFBB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833760" y="101628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7"/>
                  <a:pt x="21683" y="11"/>
                </a:cubicBezTo>
                <a:cubicBezTo>
                  <a:pt x="21692" y="15"/>
                  <a:pt x="21700" y="19"/>
                  <a:pt x="21708" y="24"/>
                </a:cubicBezTo>
                <a:cubicBezTo>
                  <a:pt x="21716" y="30"/>
                  <a:pt x="21724" y="36"/>
                  <a:pt x="21730" y="42"/>
                </a:cubicBezTo>
                <a:cubicBezTo>
                  <a:pt x="21737" y="49"/>
                  <a:pt x="21743" y="57"/>
                  <a:pt x="21748" y="64"/>
                </a:cubicBezTo>
                <a:cubicBezTo>
                  <a:pt x="21754" y="72"/>
                  <a:pt x="21758" y="81"/>
                  <a:pt x="21762" y="90"/>
                </a:cubicBezTo>
                <a:cubicBezTo>
                  <a:pt x="21766" y="98"/>
                  <a:pt x="21768" y="107"/>
                  <a:pt x="21770" y="117"/>
                </a:cubicBezTo>
                <a:cubicBezTo>
                  <a:pt x="21772" y="126"/>
                  <a:pt x="21773" y="136"/>
                  <a:pt x="21773" y="145"/>
                </a:cubicBezTo>
                <a:lnTo>
                  <a:pt x="21773" y="2033"/>
                </a:lnTo>
                <a:cubicBezTo>
                  <a:pt x="21773" y="2043"/>
                  <a:pt x="21772" y="2052"/>
                  <a:pt x="21770" y="2061"/>
                </a:cubicBezTo>
                <a:cubicBezTo>
                  <a:pt x="21768" y="2071"/>
                  <a:pt x="21766" y="2080"/>
                  <a:pt x="21762" y="2089"/>
                </a:cubicBezTo>
                <a:cubicBezTo>
                  <a:pt x="21758" y="2097"/>
                  <a:pt x="21754" y="2106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2"/>
                  <a:pt x="21716" y="2148"/>
                  <a:pt x="21708" y="2154"/>
                </a:cubicBezTo>
                <a:cubicBezTo>
                  <a:pt x="21700" y="2159"/>
                  <a:pt x="21692" y="2163"/>
                  <a:pt x="21683" y="2167"/>
                </a:cubicBezTo>
                <a:cubicBezTo>
                  <a:pt x="21675" y="2171"/>
                  <a:pt x="21665" y="2173"/>
                  <a:pt x="21656" y="2175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5"/>
                </a:cubicBezTo>
                <a:cubicBezTo>
                  <a:pt x="108" y="2173"/>
                  <a:pt x="99" y="2171"/>
                  <a:pt x="90" y="2167"/>
                </a:cubicBezTo>
                <a:cubicBezTo>
                  <a:pt x="81" y="2163"/>
                  <a:pt x="73" y="2159"/>
                  <a:pt x="65" y="2154"/>
                </a:cubicBezTo>
                <a:cubicBezTo>
                  <a:pt x="57" y="2148"/>
                  <a:pt x="50" y="2142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6"/>
                  <a:pt x="15" y="2097"/>
                  <a:pt x="12" y="2089"/>
                </a:cubicBezTo>
                <a:cubicBezTo>
                  <a:pt x="8" y="2080"/>
                  <a:pt x="5" y="2071"/>
                  <a:pt x="3" y="2061"/>
                </a:cubicBezTo>
                <a:cubicBezTo>
                  <a:pt x="1" y="2052"/>
                  <a:pt x="0" y="2043"/>
                  <a:pt x="0" y="2033"/>
                </a:cubicBez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noFill/>
          <a:ln w="12960">
            <a:solidFill>
              <a:srgbClr val="BE29EC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181960" y="331560"/>
            <a:ext cx="48564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ARCHITECTURE OVERVIEW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4135320" y="1269000"/>
            <a:ext cx="1413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1. UI &amp; UX Layer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4752720" y="1800000"/>
            <a:ext cx="0" cy="235080"/>
          </a:xfrm>
          <a:prstGeom prst="line">
            <a:avLst/>
          </a:prstGeom>
          <a:ln w="1944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4694040" y="1929240"/>
            <a:ext cx="117720" cy="118080"/>
          </a:xfrm>
          <a:custGeom>
            <a:avLst/>
            <a:gdLst/>
            <a:ahLst/>
            <a:rect l="0" t="0" r="r" b="b"/>
            <a:pathLst>
              <a:path w="327" h="328">
                <a:moveTo>
                  <a:pt x="327" y="0"/>
                </a:moveTo>
                <a:lnTo>
                  <a:pt x="163" y="328"/>
                </a:lnTo>
                <a:lnTo>
                  <a:pt x="0" y="0"/>
                </a:lnTo>
                <a:lnTo>
                  <a:pt x="327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833760" y="198288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8"/>
                  <a:pt x="21683" y="11"/>
                </a:cubicBezTo>
                <a:cubicBezTo>
                  <a:pt x="21692" y="15"/>
                  <a:pt x="21700" y="19"/>
                  <a:pt x="21708" y="25"/>
                </a:cubicBezTo>
                <a:cubicBezTo>
                  <a:pt x="21716" y="30"/>
                  <a:pt x="21724" y="36"/>
                  <a:pt x="21730" y="43"/>
                </a:cubicBezTo>
                <a:cubicBezTo>
                  <a:pt x="21737" y="49"/>
                  <a:pt x="21743" y="57"/>
                  <a:pt x="21748" y="65"/>
                </a:cubicBezTo>
                <a:cubicBezTo>
                  <a:pt x="21754" y="73"/>
                  <a:pt x="21758" y="81"/>
                  <a:pt x="21762" y="90"/>
                </a:cubicBezTo>
                <a:cubicBezTo>
                  <a:pt x="21766" y="99"/>
                  <a:pt x="21768" y="108"/>
                  <a:pt x="21770" y="117"/>
                </a:cubicBezTo>
                <a:cubicBezTo>
                  <a:pt x="21772" y="126"/>
                  <a:pt x="21773" y="136"/>
                  <a:pt x="21773" y="145"/>
                </a:cubicBezTo>
                <a:lnTo>
                  <a:pt x="21773" y="2032"/>
                </a:lnTo>
                <a:cubicBezTo>
                  <a:pt x="21773" y="2042"/>
                  <a:pt x="21772" y="2051"/>
                  <a:pt x="21770" y="2060"/>
                </a:cubicBezTo>
                <a:cubicBezTo>
                  <a:pt x="21768" y="2070"/>
                  <a:pt x="21766" y="2079"/>
                  <a:pt x="21762" y="2088"/>
                </a:cubicBezTo>
                <a:cubicBezTo>
                  <a:pt x="21758" y="2096"/>
                  <a:pt x="21754" y="2105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2"/>
                  <a:pt x="21716" y="2149"/>
                  <a:pt x="21708" y="2154"/>
                </a:cubicBezTo>
                <a:cubicBezTo>
                  <a:pt x="21700" y="2159"/>
                  <a:pt x="21692" y="2164"/>
                  <a:pt x="21683" y="2167"/>
                </a:cubicBezTo>
                <a:cubicBezTo>
                  <a:pt x="21675" y="2171"/>
                  <a:pt x="21665" y="2174"/>
                  <a:pt x="21656" y="2175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5"/>
                </a:cubicBezTo>
                <a:cubicBezTo>
                  <a:pt x="108" y="2174"/>
                  <a:pt x="99" y="2171"/>
                  <a:pt x="90" y="2167"/>
                </a:cubicBezTo>
                <a:cubicBezTo>
                  <a:pt x="81" y="2164"/>
                  <a:pt x="73" y="2159"/>
                  <a:pt x="65" y="2154"/>
                </a:cubicBezTo>
                <a:cubicBezTo>
                  <a:pt x="57" y="2149"/>
                  <a:pt x="50" y="2142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5"/>
                  <a:pt x="15" y="2096"/>
                  <a:pt x="12" y="2088"/>
                </a:cubicBezTo>
                <a:cubicBezTo>
                  <a:pt x="8" y="2079"/>
                  <a:pt x="5" y="2070"/>
                  <a:pt x="3" y="2060"/>
                </a:cubicBezTo>
                <a:cubicBezTo>
                  <a:pt x="1" y="2051"/>
                  <a:pt x="0" y="2042"/>
                  <a:pt x="0" y="2032"/>
                </a:cubicBez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solidFill>
            <a:srgbClr val="D89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833760" y="198288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8"/>
                  <a:pt x="21683" y="11"/>
                </a:cubicBezTo>
                <a:cubicBezTo>
                  <a:pt x="21692" y="15"/>
                  <a:pt x="21700" y="19"/>
                  <a:pt x="21708" y="25"/>
                </a:cubicBezTo>
                <a:cubicBezTo>
                  <a:pt x="21716" y="30"/>
                  <a:pt x="21724" y="36"/>
                  <a:pt x="21730" y="43"/>
                </a:cubicBezTo>
                <a:cubicBezTo>
                  <a:pt x="21737" y="49"/>
                  <a:pt x="21743" y="57"/>
                  <a:pt x="21748" y="65"/>
                </a:cubicBezTo>
                <a:cubicBezTo>
                  <a:pt x="21754" y="73"/>
                  <a:pt x="21758" y="81"/>
                  <a:pt x="21762" y="90"/>
                </a:cubicBezTo>
                <a:cubicBezTo>
                  <a:pt x="21766" y="99"/>
                  <a:pt x="21768" y="108"/>
                  <a:pt x="21770" y="117"/>
                </a:cubicBezTo>
                <a:cubicBezTo>
                  <a:pt x="21772" y="126"/>
                  <a:pt x="21773" y="136"/>
                  <a:pt x="21773" y="145"/>
                </a:cubicBezTo>
                <a:lnTo>
                  <a:pt x="21773" y="2032"/>
                </a:lnTo>
                <a:cubicBezTo>
                  <a:pt x="21773" y="2042"/>
                  <a:pt x="21772" y="2051"/>
                  <a:pt x="21770" y="2060"/>
                </a:cubicBezTo>
                <a:cubicBezTo>
                  <a:pt x="21768" y="2070"/>
                  <a:pt x="21766" y="2079"/>
                  <a:pt x="21762" y="2088"/>
                </a:cubicBezTo>
                <a:cubicBezTo>
                  <a:pt x="21758" y="2096"/>
                  <a:pt x="21754" y="2105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2"/>
                  <a:pt x="21716" y="2149"/>
                  <a:pt x="21708" y="2154"/>
                </a:cubicBezTo>
                <a:cubicBezTo>
                  <a:pt x="21700" y="2159"/>
                  <a:pt x="21692" y="2164"/>
                  <a:pt x="21683" y="2167"/>
                </a:cubicBezTo>
                <a:cubicBezTo>
                  <a:pt x="21675" y="2171"/>
                  <a:pt x="21665" y="2174"/>
                  <a:pt x="21656" y="2175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5"/>
                </a:cubicBezTo>
                <a:cubicBezTo>
                  <a:pt x="108" y="2174"/>
                  <a:pt x="99" y="2171"/>
                  <a:pt x="90" y="2167"/>
                </a:cubicBezTo>
                <a:cubicBezTo>
                  <a:pt x="81" y="2164"/>
                  <a:pt x="73" y="2159"/>
                  <a:pt x="65" y="2154"/>
                </a:cubicBezTo>
                <a:cubicBezTo>
                  <a:pt x="57" y="2149"/>
                  <a:pt x="50" y="2142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5"/>
                  <a:pt x="15" y="2096"/>
                  <a:pt x="12" y="2088"/>
                </a:cubicBezTo>
                <a:cubicBezTo>
                  <a:pt x="8" y="2079"/>
                  <a:pt x="5" y="2070"/>
                  <a:pt x="3" y="2060"/>
                </a:cubicBezTo>
                <a:cubicBezTo>
                  <a:pt x="1" y="2051"/>
                  <a:pt x="0" y="2042"/>
                  <a:pt x="0" y="2032"/>
                </a:cubicBez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noFill/>
          <a:ln w="12960">
            <a:solidFill>
              <a:srgbClr val="BE29EC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3833640" y="1525320"/>
            <a:ext cx="20692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Textual TUI — Zero Business Logic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963960" y="2235600"/>
            <a:ext cx="17388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2. Middleware Layer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4752720" y="2766600"/>
            <a:ext cx="0" cy="235080"/>
          </a:xfrm>
          <a:prstGeom prst="line">
            <a:avLst/>
          </a:prstGeom>
          <a:ln w="1944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4694040" y="2895840"/>
            <a:ext cx="117720" cy="118080"/>
          </a:xfrm>
          <a:custGeom>
            <a:avLst/>
            <a:gdLst/>
            <a:ahLst/>
            <a:rect l="0" t="0" r="r" b="b"/>
            <a:pathLst>
              <a:path w="327" h="328">
                <a:moveTo>
                  <a:pt x="327" y="0"/>
                </a:moveTo>
                <a:lnTo>
                  <a:pt x="163" y="328"/>
                </a:lnTo>
                <a:lnTo>
                  <a:pt x="0" y="0"/>
                </a:lnTo>
                <a:lnTo>
                  <a:pt x="327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833760" y="294948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8"/>
                  <a:pt x="21683" y="11"/>
                </a:cubicBezTo>
                <a:cubicBezTo>
                  <a:pt x="21692" y="15"/>
                  <a:pt x="21700" y="19"/>
                  <a:pt x="21708" y="25"/>
                </a:cubicBezTo>
                <a:cubicBezTo>
                  <a:pt x="21716" y="30"/>
                  <a:pt x="21724" y="36"/>
                  <a:pt x="21730" y="43"/>
                </a:cubicBezTo>
                <a:cubicBezTo>
                  <a:pt x="21737" y="50"/>
                  <a:pt x="21743" y="57"/>
                  <a:pt x="21748" y="65"/>
                </a:cubicBezTo>
                <a:cubicBezTo>
                  <a:pt x="21754" y="73"/>
                  <a:pt x="21758" y="81"/>
                  <a:pt x="21762" y="90"/>
                </a:cubicBezTo>
                <a:cubicBezTo>
                  <a:pt x="21766" y="99"/>
                  <a:pt x="21768" y="108"/>
                  <a:pt x="21770" y="117"/>
                </a:cubicBezTo>
                <a:cubicBezTo>
                  <a:pt x="21772" y="126"/>
                  <a:pt x="21773" y="136"/>
                  <a:pt x="21773" y="145"/>
                </a:cubicBezTo>
                <a:lnTo>
                  <a:pt x="21773" y="2033"/>
                </a:lnTo>
                <a:cubicBezTo>
                  <a:pt x="21773" y="2043"/>
                  <a:pt x="21772" y="2052"/>
                  <a:pt x="21770" y="2062"/>
                </a:cubicBezTo>
                <a:cubicBezTo>
                  <a:pt x="21768" y="2071"/>
                  <a:pt x="21766" y="2080"/>
                  <a:pt x="21762" y="2089"/>
                </a:cubicBezTo>
                <a:cubicBezTo>
                  <a:pt x="21758" y="2098"/>
                  <a:pt x="21754" y="2106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3"/>
                  <a:pt x="21716" y="2149"/>
                  <a:pt x="21708" y="2154"/>
                </a:cubicBezTo>
                <a:cubicBezTo>
                  <a:pt x="21700" y="2159"/>
                  <a:pt x="21692" y="2164"/>
                  <a:pt x="21683" y="2167"/>
                </a:cubicBezTo>
                <a:cubicBezTo>
                  <a:pt x="21675" y="2171"/>
                  <a:pt x="21665" y="2174"/>
                  <a:pt x="21656" y="2176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6"/>
                </a:cubicBezTo>
                <a:cubicBezTo>
                  <a:pt x="108" y="2174"/>
                  <a:pt x="99" y="2171"/>
                  <a:pt x="90" y="2167"/>
                </a:cubicBezTo>
                <a:cubicBezTo>
                  <a:pt x="81" y="2164"/>
                  <a:pt x="73" y="2159"/>
                  <a:pt x="65" y="2154"/>
                </a:cubicBezTo>
                <a:cubicBezTo>
                  <a:pt x="57" y="2149"/>
                  <a:pt x="50" y="2143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6"/>
                  <a:pt x="15" y="2098"/>
                  <a:pt x="12" y="2089"/>
                </a:cubicBezTo>
                <a:cubicBezTo>
                  <a:pt x="8" y="2080"/>
                  <a:pt x="5" y="2071"/>
                  <a:pt x="3" y="2062"/>
                </a:cubicBezTo>
                <a:cubicBezTo>
                  <a:pt x="1" y="2052"/>
                  <a:pt x="0" y="2043"/>
                  <a:pt x="0" y="2033"/>
                </a:cubicBez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833760" y="294948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8"/>
                  <a:pt x="21683" y="11"/>
                </a:cubicBezTo>
                <a:cubicBezTo>
                  <a:pt x="21692" y="15"/>
                  <a:pt x="21700" y="19"/>
                  <a:pt x="21708" y="25"/>
                </a:cubicBezTo>
                <a:cubicBezTo>
                  <a:pt x="21716" y="30"/>
                  <a:pt x="21724" y="36"/>
                  <a:pt x="21730" y="43"/>
                </a:cubicBezTo>
                <a:cubicBezTo>
                  <a:pt x="21737" y="50"/>
                  <a:pt x="21743" y="57"/>
                  <a:pt x="21748" y="65"/>
                </a:cubicBezTo>
                <a:cubicBezTo>
                  <a:pt x="21754" y="73"/>
                  <a:pt x="21758" y="81"/>
                  <a:pt x="21762" y="90"/>
                </a:cubicBezTo>
                <a:cubicBezTo>
                  <a:pt x="21766" y="99"/>
                  <a:pt x="21768" y="108"/>
                  <a:pt x="21770" y="117"/>
                </a:cubicBezTo>
                <a:cubicBezTo>
                  <a:pt x="21772" y="126"/>
                  <a:pt x="21773" y="136"/>
                  <a:pt x="21773" y="145"/>
                </a:cubicBezTo>
                <a:lnTo>
                  <a:pt x="21773" y="2033"/>
                </a:lnTo>
                <a:cubicBezTo>
                  <a:pt x="21773" y="2043"/>
                  <a:pt x="21772" y="2052"/>
                  <a:pt x="21770" y="2062"/>
                </a:cubicBezTo>
                <a:cubicBezTo>
                  <a:pt x="21768" y="2071"/>
                  <a:pt x="21766" y="2080"/>
                  <a:pt x="21762" y="2089"/>
                </a:cubicBezTo>
                <a:cubicBezTo>
                  <a:pt x="21758" y="2098"/>
                  <a:pt x="21754" y="2106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3"/>
                  <a:pt x="21716" y="2149"/>
                  <a:pt x="21708" y="2154"/>
                </a:cubicBezTo>
                <a:cubicBezTo>
                  <a:pt x="21700" y="2159"/>
                  <a:pt x="21692" y="2164"/>
                  <a:pt x="21683" y="2167"/>
                </a:cubicBezTo>
                <a:cubicBezTo>
                  <a:pt x="21675" y="2171"/>
                  <a:pt x="21665" y="2174"/>
                  <a:pt x="21656" y="2176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6"/>
                </a:cubicBezTo>
                <a:cubicBezTo>
                  <a:pt x="108" y="2174"/>
                  <a:pt x="99" y="2171"/>
                  <a:pt x="90" y="2167"/>
                </a:cubicBezTo>
                <a:cubicBezTo>
                  <a:pt x="81" y="2164"/>
                  <a:pt x="73" y="2159"/>
                  <a:pt x="65" y="2154"/>
                </a:cubicBezTo>
                <a:cubicBezTo>
                  <a:pt x="57" y="2149"/>
                  <a:pt x="50" y="2143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6"/>
                  <a:pt x="15" y="2098"/>
                  <a:pt x="12" y="2089"/>
                </a:cubicBezTo>
                <a:cubicBezTo>
                  <a:pt x="8" y="2080"/>
                  <a:pt x="5" y="2071"/>
                  <a:pt x="3" y="2062"/>
                </a:cubicBezTo>
                <a:cubicBezTo>
                  <a:pt x="1" y="2052"/>
                  <a:pt x="0" y="2043"/>
                  <a:pt x="0" y="2033"/>
                </a:cubicBez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noFill/>
          <a:ln w="12960">
            <a:solidFill>
              <a:srgbClr val="A020D0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3484440" y="2491920"/>
            <a:ext cx="276912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SessionController · ApprovalGateway · Logging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4216320" y="3202200"/>
            <a:ext cx="12304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3. Logic Layer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4752720" y="3733200"/>
            <a:ext cx="0" cy="235440"/>
          </a:xfrm>
          <a:prstGeom prst="line">
            <a:avLst/>
          </a:prstGeom>
          <a:ln w="1944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4694040" y="3862800"/>
            <a:ext cx="117720" cy="117720"/>
          </a:xfrm>
          <a:custGeom>
            <a:avLst/>
            <a:gdLst/>
            <a:ahLst/>
            <a:rect l="0" t="0" r="r" b="b"/>
            <a:pathLst>
              <a:path w="327" h="327">
                <a:moveTo>
                  <a:pt x="327" y="0"/>
                </a:moveTo>
                <a:lnTo>
                  <a:pt x="163" y="327"/>
                </a:lnTo>
                <a:lnTo>
                  <a:pt x="0" y="0"/>
                </a:lnTo>
                <a:lnTo>
                  <a:pt x="327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833760" y="3916080"/>
            <a:ext cx="7838280" cy="784440"/>
          </a:xfrm>
          <a:custGeom>
            <a:avLst/>
            <a:gdLst/>
            <a:ahLst/>
            <a:rect l="0" t="0" r="r" b="b"/>
            <a:pathLst>
              <a:path w="21773" h="2179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8"/>
                  <a:pt x="21683" y="11"/>
                </a:cubicBezTo>
                <a:cubicBezTo>
                  <a:pt x="21692" y="15"/>
                  <a:pt x="21700" y="20"/>
                  <a:pt x="21708" y="25"/>
                </a:cubicBezTo>
                <a:cubicBezTo>
                  <a:pt x="21716" y="30"/>
                  <a:pt x="21724" y="36"/>
                  <a:pt x="21730" y="43"/>
                </a:cubicBezTo>
                <a:cubicBezTo>
                  <a:pt x="21737" y="50"/>
                  <a:pt x="21743" y="57"/>
                  <a:pt x="21748" y="65"/>
                </a:cubicBezTo>
                <a:cubicBezTo>
                  <a:pt x="21754" y="73"/>
                  <a:pt x="21758" y="81"/>
                  <a:pt x="21762" y="90"/>
                </a:cubicBezTo>
                <a:cubicBezTo>
                  <a:pt x="21766" y="99"/>
                  <a:pt x="21768" y="108"/>
                  <a:pt x="21770" y="117"/>
                </a:cubicBezTo>
                <a:cubicBezTo>
                  <a:pt x="21772" y="127"/>
                  <a:pt x="21773" y="136"/>
                  <a:pt x="21773" y="146"/>
                </a:cubicBezTo>
                <a:lnTo>
                  <a:pt x="21773" y="2033"/>
                </a:lnTo>
                <a:cubicBezTo>
                  <a:pt x="21773" y="2043"/>
                  <a:pt x="21772" y="2052"/>
                  <a:pt x="21770" y="2062"/>
                </a:cubicBezTo>
                <a:cubicBezTo>
                  <a:pt x="21768" y="2071"/>
                  <a:pt x="21766" y="2080"/>
                  <a:pt x="21762" y="2089"/>
                </a:cubicBezTo>
                <a:cubicBezTo>
                  <a:pt x="21758" y="2098"/>
                  <a:pt x="21754" y="2106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3"/>
                  <a:pt x="21716" y="2149"/>
                  <a:pt x="21708" y="2154"/>
                </a:cubicBezTo>
                <a:cubicBezTo>
                  <a:pt x="21700" y="2159"/>
                  <a:pt x="21692" y="2164"/>
                  <a:pt x="21683" y="2168"/>
                </a:cubicBezTo>
                <a:cubicBezTo>
                  <a:pt x="21675" y="2171"/>
                  <a:pt x="21665" y="2174"/>
                  <a:pt x="21656" y="2176"/>
                </a:cubicBezTo>
                <a:cubicBezTo>
                  <a:pt x="21647" y="2178"/>
                  <a:pt x="21637" y="2179"/>
                  <a:pt x="21628" y="2179"/>
                </a:cubicBezTo>
                <a:lnTo>
                  <a:pt x="146" y="2179"/>
                </a:lnTo>
                <a:cubicBezTo>
                  <a:pt x="136" y="2179"/>
                  <a:pt x="127" y="2178"/>
                  <a:pt x="117" y="2176"/>
                </a:cubicBezTo>
                <a:cubicBezTo>
                  <a:pt x="108" y="2174"/>
                  <a:pt x="99" y="2171"/>
                  <a:pt x="90" y="2168"/>
                </a:cubicBezTo>
                <a:cubicBezTo>
                  <a:pt x="81" y="2164"/>
                  <a:pt x="73" y="2159"/>
                  <a:pt x="65" y="2154"/>
                </a:cubicBezTo>
                <a:cubicBezTo>
                  <a:pt x="57" y="2149"/>
                  <a:pt x="50" y="2143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6"/>
                  <a:pt x="15" y="2098"/>
                  <a:pt x="12" y="2089"/>
                </a:cubicBezTo>
                <a:cubicBezTo>
                  <a:pt x="8" y="2080"/>
                  <a:pt x="5" y="2071"/>
                  <a:pt x="3" y="2062"/>
                </a:cubicBezTo>
                <a:cubicBezTo>
                  <a:pt x="1" y="2052"/>
                  <a:pt x="0" y="2043"/>
                  <a:pt x="0" y="2033"/>
                </a:cubicBez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833760" y="3916080"/>
            <a:ext cx="7838280" cy="784440"/>
          </a:xfrm>
          <a:custGeom>
            <a:avLst/>
            <a:gdLst/>
            <a:ahLst/>
            <a:rect l="0" t="0" r="r" b="b"/>
            <a:pathLst>
              <a:path w="21773" h="2179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1"/>
                  <a:pt x="21656" y="3"/>
                </a:cubicBezTo>
                <a:cubicBezTo>
                  <a:pt x="21665" y="5"/>
                  <a:pt x="21675" y="8"/>
                  <a:pt x="21683" y="11"/>
                </a:cubicBezTo>
                <a:cubicBezTo>
                  <a:pt x="21692" y="15"/>
                  <a:pt x="21700" y="20"/>
                  <a:pt x="21708" y="25"/>
                </a:cubicBezTo>
                <a:cubicBezTo>
                  <a:pt x="21716" y="30"/>
                  <a:pt x="21724" y="36"/>
                  <a:pt x="21730" y="43"/>
                </a:cubicBezTo>
                <a:cubicBezTo>
                  <a:pt x="21737" y="50"/>
                  <a:pt x="21743" y="57"/>
                  <a:pt x="21748" y="65"/>
                </a:cubicBezTo>
                <a:cubicBezTo>
                  <a:pt x="21754" y="73"/>
                  <a:pt x="21758" y="81"/>
                  <a:pt x="21762" y="90"/>
                </a:cubicBezTo>
                <a:cubicBezTo>
                  <a:pt x="21766" y="99"/>
                  <a:pt x="21768" y="108"/>
                  <a:pt x="21770" y="117"/>
                </a:cubicBezTo>
                <a:cubicBezTo>
                  <a:pt x="21772" y="127"/>
                  <a:pt x="21773" y="136"/>
                  <a:pt x="21773" y="146"/>
                </a:cubicBezTo>
                <a:lnTo>
                  <a:pt x="21773" y="2033"/>
                </a:lnTo>
                <a:cubicBezTo>
                  <a:pt x="21773" y="2043"/>
                  <a:pt x="21772" y="2052"/>
                  <a:pt x="21770" y="2062"/>
                </a:cubicBezTo>
                <a:cubicBezTo>
                  <a:pt x="21768" y="2071"/>
                  <a:pt x="21766" y="2080"/>
                  <a:pt x="21762" y="2089"/>
                </a:cubicBezTo>
                <a:cubicBezTo>
                  <a:pt x="21758" y="2098"/>
                  <a:pt x="21754" y="2106"/>
                  <a:pt x="21748" y="2114"/>
                </a:cubicBezTo>
                <a:cubicBezTo>
                  <a:pt x="21743" y="2122"/>
                  <a:pt x="21737" y="2129"/>
                  <a:pt x="21730" y="2136"/>
                </a:cubicBezTo>
                <a:cubicBezTo>
                  <a:pt x="21724" y="2143"/>
                  <a:pt x="21716" y="2149"/>
                  <a:pt x="21708" y="2154"/>
                </a:cubicBezTo>
                <a:cubicBezTo>
                  <a:pt x="21700" y="2159"/>
                  <a:pt x="21692" y="2164"/>
                  <a:pt x="21683" y="2168"/>
                </a:cubicBezTo>
                <a:cubicBezTo>
                  <a:pt x="21675" y="2171"/>
                  <a:pt x="21665" y="2174"/>
                  <a:pt x="21656" y="2176"/>
                </a:cubicBezTo>
                <a:cubicBezTo>
                  <a:pt x="21647" y="2178"/>
                  <a:pt x="21637" y="2179"/>
                  <a:pt x="21628" y="2179"/>
                </a:cubicBezTo>
                <a:lnTo>
                  <a:pt x="146" y="2179"/>
                </a:lnTo>
                <a:cubicBezTo>
                  <a:pt x="136" y="2179"/>
                  <a:pt x="127" y="2178"/>
                  <a:pt x="117" y="2176"/>
                </a:cubicBezTo>
                <a:cubicBezTo>
                  <a:pt x="108" y="2174"/>
                  <a:pt x="99" y="2171"/>
                  <a:pt x="90" y="2168"/>
                </a:cubicBezTo>
                <a:cubicBezTo>
                  <a:pt x="81" y="2164"/>
                  <a:pt x="73" y="2159"/>
                  <a:pt x="65" y="2154"/>
                </a:cubicBezTo>
                <a:cubicBezTo>
                  <a:pt x="57" y="2149"/>
                  <a:pt x="50" y="2143"/>
                  <a:pt x="43" y="2136"/>
                </a:cubicBezTo>
                <a:cubicBezTo>
                  <a:pt x="36" y="2129"/>
                  <a:pt x="30" y="2122"/>
                  <a:pt x="25" y="2114"/>
                </a:cubicBezTo>
                <a:cubicBezTo>
                  <a:pt x="20" y="2106"/>
                  <a:pt x="15" y="2098"/>
                  <a:pt x="12" y="2089"/>
                </a:cubicBezTo>
                <a:cubicBezTo>
                  <a:pt x="8" y="2080"/>
                  <a:pt x="5" y="2071"/>
                  <a:pt x="3" y="2062"/>
                </a:cubicBezTo>
                <a:cubicBezTo>
                  <a:pt x="1" y="2052"/>
                  <a:pt x="0" y="2043"/>
                  <a:pt x="0" y="2033"/>
                </a:cubicBez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lose/>
              </a:path>
            </a:pathLst>
          </a:custGeom>
          <a:noFill/>
          <a:ln w="12960">
            <a:solidFill>
              <a:srgbClr val="660066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3330360" y="3458520"/>
            <a:ext cx="31626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SpecAgent · PlanAgent · CodingAgent · SchemaTailor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4240440" y="4168800"/>
            <a:ext cx="11394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4. Data Layer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4752720" y="4700160"/>
            <a:ext cx="0" cy="235080"/>
          </a:xfrm>
          <a:prstGeom prst="line">
            <a:avLst/>
          </a:prstGeom>
          <a:ln w="1944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4694040" y="4829400"/>
            <a:ext cx="117720" cy="117720"/>
          </a:xfrm>
          <a:custGeom>
            <a:avLst/>
            <a:gdLst/>
            <a:ahLst/>
            <a:rect l="0" t="0" r="r" b="b"/>
            <a:pathLst>
              <a:path w="327" h="327">
                <a:moveTo>
                  <a:pt x="327" y="0"/>
                </a:moveTo>
                <a:lnTo>
                  <a:pt x="163" y="327"/>
                </a:lnTo>
                <a:lnTo>
                  <a:pt x="0" y="0"/>
                </a:lnTo>
                <a:lnTo>
                  <a:pt x="327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833760" y="488304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0"/>
                  <a:pt x="21656" y="2"/>
                </a:cubicBezTo>
                <a:cubicBezTo>
                  <a:pt x="21665" y="4"/>
                  <a:pt x="21675" y="7"/>
                  <a:pt x="21683" y="11"/>
                </a:cubicBezTo>
                <a:cubicBezTo>
                  <a:pt x="21692" y="14"/>
                  <a:pt x="21700" y="19"/>
                  <a:pt x="21708" y="24"/>
                </a:cubicBezTo>
                <a:cubicBezTo>
                  <a:pt x="21716" y="29"/>
                  <a:pt x="21724" y="35"/>
                  <a:pt x="21730" y="42"/>
                </a:cubicBezTo>
                <a:cubicBezTo>
                  <a:pt x="21737" y="49"/>
                  <a:pt x="21743" y="56"/>
                  <a:pt x="21748" y="64"/>
                </a:cubicBezTo>
                <a:cubicBezTo>
                  <a:pt x="21754" y="72"/>
                  <a:pt x="21758" y="80"/>
                  <a:pt x="21762" y="89"/>
                </a:cubicBezTo>
                <a:cubicBezTo>
                  <a:pt x="21766" y="98"/>
                  <a:pt x="21768" y="107"/>
                  <a:pt x="21770" y="116"/>
                </a:cubicBezTo>
                <a:cubicBezTo>
                  <a:pt x="21772" y="126"/>
                  <a:pt x="21773" y="135"/>
                  <a:pt x="21773" y="145"/>
                </a:cubicBezTo>
                <a:lnTo>
                  <a:pt x="21773" y="2033"/>
                </a:lnTo>
                <a:cubicBezTo>
                  <a:pt x="21773" y="2042"/>
                  <a:pt x="21772" y="2052"/>
                  <a:pt x="21770" y="2061"/>
                </a:cubicBezTo>
                <a:cubicBezTo>
                  <a:pt x="21768" y="2070"/>
                  <a:pt x="21766" y="2079"/>
                  <a:pt x="21762" y="2088"/>
                </a:cubicBezTo>
                <a:cubicBezTo>
                  <a:pt x="21758" y="2097"/>
                  <a:pt x="21754" y="2105"/>
                  <a:pt x="21748" y="2113"/>
                </a:cubicBezTo>
                <a:cubicBezTo>
                  <a:pt x="21743" y="2121"/>
                  <a:pt x="21737" y="2128"/>
                  <a:pt x="21730" y="2135"/>
                </a:cubicBezTo>
                <a:cubicBezTo>
                  <a:pt x="21724" y="2142"/>
                  <a:pt x="21716" y="2148"/>
                  <a:pt x="21708" y="2153"/>
                </a:cubicBezTo>
                <a:cubicBezTo>
                  <a:pt x="21700" y="2159"/>
                  <a:pt x="21692" y="2163"/>
                  <a:pt x="21683" y="2167"/>
                </a:cubicBezTo>
                <a:cubicBezTo>
                  <a:pt x="21675" y="2170"/>
                  <a:pt x="21665" y="2173"/>
                  <a:pt x="21656" y="2175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5"/>
                </a:cubicBezTo>
                <a:cubicBezTo>
                  <a:pt x="108" y="2173"/>
                  <a:pt x="99" y="2170"/>
                  <a:pt x="90" y="2167"/>
                </a:cubicBezTo>
                <a:cubicBezTo>
                  <a:pt x="81" y="2163"/>
                  <a:pt x="73" y="2159"/>
                  <a:pt x="65" y="2153"/>
                </a:cubicBezTo>
                <a:cubicBezTo>
                  <a:pt x="57" y="2148"/>
                  <a:pt x="50" y="2142"/>
                  <a:pt x="43" y="2135"/>
                </a:cubicBezTo>
                <a:cubicBezTo>
                  <a:pt x="36" y="2128"/>
                  <a:pt x="30" y="2121"/>
                  <a:pt x="25" y="2113"/>
                </a:cubicBezTo>
                <a:cubicBezTo>
                  <a:pt x="20" y="2105"/>
                  <a:pt x="15" y="2097"/>
                  <a:pt x="12" y="2088"/>
                </a:cubicBezTo>
                <a:cubicBezTo>
                  <a:pt x="8" y="2079"/>
                  <a:pt x="5" y="2070"/>
                  <a:pt x="3" y="2061"/>
                </a:cubicBezTo>
                <a:cubicBezTo>
                  <a:pt x="1" y="2052"/>
                  <a:pt x="0" y="2042"/>
                  <a:pt x="0" y="2033"/>
                </a:cubicBezTo>
                <a:lnTo>
                  <a:pt x="0" y="145"/>
                </a:lnTo>
                <a:cubicBezTo>
                  <a:pt x="0" y="135"/>
                  <a:pt x="1" y="126"/>
                  <a:pt x="3" y="116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0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833760" y="4883040"/>
            <a:ext cx="7838280" cy="784080"/>
          </a:xfrm>
          <a:custGeom>
            <a:avLst/>
            <a:gdLst/>
            <a:ahLst/>
            <a:rect l="0" t="0" r="r" b="b"/>
            <a:pathLst>
              <a:path w="21773" h="2178">
                <a:moveTo>
                  <a:pt x="146" y="0"/>
                </a:moveTo>
                <a:lnTo>
                  <a:pt x="21628" y="0"/>
                </a:lnTo>
                <a:cubicBezTo>
                  <a:pt x="21637" y="0"/>
                  <a:pt x="21647" y="0"/>
                  <a:pt x="21656" y="2"/>
                </a:cubicBezTo>
                <a:cubicBezTo>
                  <a:pt x="21665" y="4"/>
                  <a:pt x="21675" y="7"/>
                  <a:pt x="21683" y="11"/>
                </a:cubicBezTo>
                <a:cubicBezTo>
                  <a:pt x="21692" y="14"/>
                  <a:pt x="21700" y="19"/>
                  <a:pt x="21708" y="24"/>
                </a:cubicBezTo>
                <a:cubicBezTo>
                  <a:pt x="21716" y="29"/>
                  <a:pt x="21724" y="35"/>
                  <a:pt x="21730" y="42"/>
                </a:cubicBezTo>
                <a:cubicBezTo>
                  <a:pt x="21737" y="49"/>
                  <a:pt x="21743" y="56"/>
                  <a:pt x="21748" y="64"/>
                </a:cubicBezTo>
                <a:cubicBezTo>
                  <a:pt x="21754" y="72"/>
                  <a:pt x="21758" y="80"/>
                  <a:pt x="21762" y="89"/>
                </a:cubicBezTo>
                <a:cubicBezTo>
                  <a:pt x="21766" y="98"/>
                  <a:pt x="21768" y="107"/>
                  <a:pt x="21770" y="116"/>
                </a:cubicBezTo>
                <a:cubicBezTo>
                  <a:pt x="21772" y="126"/>
                  <a:pt x="21773" y="135"/>
                  <a:pt x="21773" y="145"/>
                </a:cubicBezTo>
                <a:lnTo>
                  <a:pt x="21773" y="2033"/>
                </a:lnTo>
                <a:cubicBezTo>
                  <a:pt x="21773" y="2042"/>
                  <a:pt x="21772" y="2052"/>
                  <a:pt x="21770" y="2061"/>
                </a:cubicBezTo>
                <a:cubicBezTo>
                  <a:pt x="21768" y="2070"/>
                  <a:pt x="21766" y="2079"/>
                  <a:pt x="21762" y="2088"/>
                </a:cubicBezTo>
                <a:cubicBezTo>
                  <a:pt x="21758" y="2097"/>
                  <a:pt x="21754" y="2105"/>
                  <a:pt x="21748" y="2113"/>
                </a:cubicBezTo>
                <a:cubicBezTo>
                  <a:pt x="21743" y="2121"/>
                  <a:pt x="21737" y="2128"/>
                  <a:pt x="21730" y="2135"/>
                </a:cubicBezTo>
                <a:cubicBezTo>
                  <a:pt x="21724" y="2142"/>
                  <a:pt x="21716" y="2148"/>
                  <a:pt x="21708" y="2153"/>
                </a:cubicBezTo>
                <a:cubicBezTo>
                  <a:pt x="21700" y="2159"/>
                  <a:pt x="21692" y="2163"/>
                  <a:pt x="21683" y="2167"/>
                </a:cubicBezTo>
                <a:cubicBezTo>
                  <a:pt x="21675" y="2170"/>
                  <a:pt x="21665" y="2173"/>
                  <a:pt x="21656" y="2175"/>
                </a:cubicBezTo>
                <a:cubicBezTo>
                  <a:pt x="21647" y="2177"/>
                  <a:pt x="21637" y="2178"/>
                  <a:pt x="21628" y="2178"/>
                </a:cubicBezTo>
                <a:lnTo>
                  <a:pt x="146" y="2178"/>
                </a:lnTo>
                <a:cubicBezTo>
                  <a:pt x="136" y="2178"/>
                  <a:pt x="127" y="2177"/>
                  <a:pt x="117" y="2175"/>
                </a:cubicBezTo>
                <a:cubicBezTo>
                  <a:pt x="108" y="2173"/>
                  <a:pt x="99" y="2170"/>
                  <a:pt x="90" y="2167"/>
                </a:cubicBezTo>
                <a:cubicBezTo>
                  <a:pt x="81" y="2163"/>
                  <a:pt x="73" y="2159"/>
                  <a:pt x="65" y="2153"/>
                </a:cubicBezTo>
                <a:cubicBezTo>
                  <a:pt x="57" y="2148"/>
                  <a:pt x="50" y="2142"/>
                  <a:pt x="43" y="2135"/>
                </a:cubicBezTo>
                <a:cubicBezTo>
                  <a:pt x="36" y="2128"/>
                  <a:pt x="30" y="2121"/>
                  <a:pt x="25" y="2113"/>
                </a:cubicBezTo>
                <a:cubicBezTo>
                  <a:pt x="20" y="2105"/>
                  <a:pt x="15" y="2097"/>
                  <a:pt x="12" y="2088"/>
                </a:cubicBezTo>
                <a:cubicBezTo>
                  <a:pt x="8" y="2079"/>
                  <a:pt x="5" y="2070"/>
                  <a:pt x="3" y="2061"/>
                </a:cubicBezTo>
                <a:cubicBezTo>
                  <a:pt x="1" y="2052"/>
                  <a:pt x="0" y="2042"/>
                  <a:pt x="0" y="2033"/>
                </a:cubicBezTo>
                <a:lnTo>
                  <a:pt x="0" y="145"/>
                </a:lnTo>
                <a:cubicBezTo>
                  <a:pt x="0" y="135"/>
                  <a:pt x="1" y="126"/>
                  <a:pt x="3" y="116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0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close/>
              </a:path>
            </a:pathLst>
          </a:custGeom>
          <a:noFill/>
          <a:ln w="12960">
            <a:solidFill>
              <a:srgbClr val="4A004A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3359880" y="4425120"/>
            <a:ext cx="30308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Knowledge Graph · Memory Pyramid · Artifact Store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3877560" y="5135400"/>
            <a:ext cx="19317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EFBBFF"/>
                </a:solidFill>
                <a:effectLst/>
                <a:uFillTx/>
                <a:latin typeface="SourceSansPro"/>
                <a:ea typeface="SourceSansPro"/>
              </a:rPr>
              <a:t>5. Infrastructure Layer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3407400" y="5391720"/>
            <a:ext cx="292932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0" u="none" strike="noStrike">
                <a:solidFill>
                  <a:srgbClr val="EFBBFF"/>
                </a:solidFill>
                <a:effectLst/>
                <a:uFillTx/>
                <a:latin typeface="SourceSansPro"/>
                <a:ea typeface="SourceSansPro"/>
              </a:rPr>
              <a:t>Provider Adapter · ToolRuntime · Budget Manager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3489840" y="5992560"/>
            <a:ext cx="26816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typing.Protocol interfaces between every layer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80720" y="2409480"/>
            <a:ext cx="9144360" cy="2115000"/>
          </a:xfrm>
          <a:custGeom>
            <a:avLst/>
            <a:gdLst/>
            <a:ahLst/>
            <a:rect l="0" t="0" r="r" b="b"/>
            <a:pathLst>
              <a:path w="25401" h="5875">
                <a:moveTo>
                  <a:pt x="0" y="0"/>
                </a:moveTo>
                <a:lnTo>
                  <a:pt x="25401" y="0"/>
                </a:lnTo>
                <a:lnTo>
                  <a:pt x="25401" y="5875"/>
                </a:lnTo>
                <a:lnTo>
                  <a:pt x="0" y="587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044000" y="3426840"/>
            <a:ext cx="69948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TECHNICAL ARCHITECTURE OVERVIEW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3952800" y="23461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03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3114360" y="3987720"/>
            <a:ext cx="3513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Stack, Layers, and Modularity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80720" y="2333520"/>
            <a:ext cx="2124360" cy="295560"/>
          </a:xfrm>
          <a:custGeom>
            <a:avLst/>
            <a:gdLst/>
            <a:ahLst/>
            <a:rect l="0" t="0" r="r" b="b"/>
            <a:pathLst>
              <a:path w="5901" h="821">
                <a:moveTo>
                  <a:pt x="0" y="0"/>
                </a:moveTo>
                <a:lnTo>
                  <a:pt x="5901" y="0"/>
                </a:lnTo>
                <a:lnTo>
                  <a:pt x="590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304720" y="2333520"/>
            <a:ext cx="7020360" cy="295560"/>
          </a:xfrm>
          <a:custGeom>
            <a:avLst/>
            <a:gdLst/>
            <a:ahLst/>
            <a:rect l="0" t="0" r="r" b="b"/>
            <a:pathLst>
              <a:path w="19501" h="821">
                <a:moveTo>
                  <a:pt x="0" y="0"/>
                </a:moveTo>
                <a:lnTo>
                  <a:pt x="19501" y="0"/>
                </a:lnTo>
                <a:lnTo>
                  <a:pt x="1950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80720" y="2914560"/>
            <a:ext cx="2124360" cy="276480"/>
          </a:xfrm>
          <a:custGeom>
            <a:avLst/>
            <a:gdLst/>
            <a:ahLst/>
            <a:rect l="0" t="0" r="r" b="b"/>
            <a:pathLst>
              <a:path w="5901" h="768">
                <a:moveTo>
                  <a:pt x="0" y="0"/>
                </a:moveTo>
                <a:lnTo>
                  <a:pt x="5901" y="0"/>
                </a:lnTo>
                <a:lnTo>
                  <a:pt x="590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2304720" y="2914560"/>
            <a:ext cx="7020360" cy="276480"/>
          </a:xfrm>
          <a:custGeom>
            <a:avLst/>
            <a:gdLst/>
            <a:ahLst/>
            <a:rect l="0" t="0" r="r" b="b"/>
            <a:pathLst>
              <a:path w="19501" h="768">
                <a:moveTo>
                  <a:pt x="0" y="0"/>
                </a:moveTo>
                <a:lnTo>
                  <a:pt x="19501" y="0"/>
                </a:lnTo>
                <a:lnTo>
                  <a:pt x="1950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80720" y="3476520"/>
            <a:ext cx="2124360" cy="276480"/>
          </a:xfrm>
          <a:custGeom>
            <a:avLst/>
            <a:gdLst/>
            <a:ahLst/>
            <a:rect l="0" t="0" r="r" b="b"/>
            <a:pathLst>
              <a:path w="5901" h="768">
                <a:moveTo>
                  <a:pt x="0" y="0"/>
                </a:moveTo>
                <a:lnTo>
                  <a:pt x="5901" y="0"/>
                </a:lnTo>
                <a:lnTo>
                  <a:pt x="590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2304720" y="3476520"/>
            <a:ext cx="7020360" cy="276480"/>
          </a:xfrm>
          <a:custGeom>
            <a:avLst/>
            <a:gdLst/>
            <a:ahLst/>
            <a:rect l="0" t="0" r="r" b="b"/>
            <a:pathLst>
              <a:path w="19501" h="768">
                <a:moveTo>
                  <a:pt x="0" y="0"/>
                </a:moveTo>
                <a:lnTo>
                  <a:pt x="19501" y="0"/>
                </a:lnTo>
                <a:lnTo>
                  <a:pt x="1950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80720" y="4038480"/>
            <a:ext cx="2124360" cy="276480"/>
          </a:xfrm>
          <a:custGeom>
            <a:avLst/>
            <a:gdLst/>
            <a:ahLst/>
            <a:rect l="0" t="0" r="r" b="b"/>
            <a:pathLst>
              <a:path w="5901" h="768">
                <a:moveTo>
                  <a:pt x="0" y="0"/>
                </a:moveTo>
                <a:lnTo>
                  <a:pt x="5901" y="0"/>
                </a:lnTo>
                <a:lnTo>
                  <a:pt x="590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2304720" y="4038480"/>
            <a:ext cx="7020360" cy="276480"/>
          </a:xfrm>
          <a:custGeom>
            <a:avLst/>
            <a:gdLst/>
            <a:ahLst/>
            <a:rect l="0" t="0" r="r" b="b"/>
            <a:pathLst>
              <a:path w="19501" h="768">
                <a:moveTo>
                  <a:pt x="0" y="0"/>
                </a:moveTo>
                <a:lnTo>
                  <a:pt x="19501" y="0"/>
                </a:lnTo>
                <a:lnTo>
                  <a:pt x="1950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80720" y="262872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304720" y="2628720"/>
            <a:ext cx="7020360" cy="9720"/>
          </a:xfrm>
          <a:custGeom>
            <a:avLst/>
            <a:gdLst/>
            <a:ahLst/>
            <a:rect l="0" t="0" r="r" b="b"/>
            <a:pathLst>
              <a:path w="19501" h="27">
                <a:moveTo>
                  <a:pt x="0" y="0"/>
                </a:moveTo>
                <a:lnTo>
                  <a:pt x="19501" y="0"/>
                </a:lnTo>
                <a:lnTo>
                  <a:pt x="195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80720" y="290484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2304720" y="2904840"/>
            <a:ext cx="7020360" cy="10080"/>
          </a:xfrm>
          <a:custGeom>
            <a:avLst/>
            <a:gdLst/>
            <a:ahLst/>
            <a:rect l="0" t="0" r="r" b="b"/>
            <a:pathLst>
              <a:path w="19501" h="28">
                <a:moveTo>
                  <a:pt x="0" y="0"/>
                </a:moveTo>
                <a:lnTo>
                  <a:pt x="19501" y="0"/>
                </a:lnTo>
                <a:lnTo>
                  <a:pt x="195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80720" y="319068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304720" y="3190680"/>
            <a:ext cx="7020360" cy="10080"/>
          </a:xfrm>
          <a:custGeom>
            <a:avLst/>
            <a:gdLst/>
            <a:ahLst/>
            <a:rect l="0" t="0" r="r" b="b"/>
            <a:pathLst>
              <a:path w="19501" h="28">
                <a:moveTo>
                  <a:pt x="0" y="0"/>
                </a:moveTo>
                <a:lnTo>
                  <a:pt x="19501" y="0"/>
                </a:lnTo>
                <a:lnTo>
                  <a:pt x="195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80720" y="346680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2304720" y="3466800"/>
            <a:ext cx="7020360" cy="10080"/>
          </a:xfrm>
          <a:custGeom>
            <a:avLst/>
            <a:gdLst/>
            <a:ahLst/>
            <a:rect l="0" t="0" r="r" b="b"/>
            <a:pathLst>
              <a:path w="19501" h="28">
                <a:moveTo>
                  <a:pt x="0" y="0"/>
                </a:moveTo>
                <a:lnTo>
                  <a:pt x="19501" y="0"/>
                </a:lnTo>
                <a:lnTo>
                  <a:pt x="195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80720" y="375264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2304720" y="3752640"/>
            <a:ext cx="7020360" cy="10080"/>
          </a:xfrm>
          <a:custGeom>
            <a:avLst/>
            <a:gdLst/>
            <a:ahLst/>
            <a:rect l="0" t="0" r="r" b="b"/>
            <a:pathLst>
              <a:path w="19501" h="28">
                <a:moveTo>
                  <a:pt x="0" y="0"/>
                </a:moveTo>
                <a:lnTo>
                  <a:pt x="19501" y="0"/>
                </a:lnTo>
                <a:lnTo>
                  <a:pt x="195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80720" y="402876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304720" y="4028760"/>
            <a:ext cx="7020360" cy="10080"/>
          </a:xfrm>
          <a:custGeom>
            <a:avLst/>
            <a:gdLst/>
            <a:ahLst/>
            <a:rect l="0" t="0" r="r" b="b"/>
            <a:pathLst>
              <a:path w="19501" h="28">
                <a:moveTo>
                  <a:pt x="0" y="0"/>
                </a:moveTo>
                <a:lnTo>
                  <a:pt x="19501" y="0"/>
                </a:lnTo>
                <a:lnTo>
                  <a:pt x="195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80720" y="431460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304720" y="4314600"/>
            <a:ext cx="7020360" cy="10080"/>
          </a:xfrm>
          <a:custGeom>
            <a:avLst/>
            <a:gdLst/>
            <a:ahLst/>
            <a:rect l="0" t="0" r="r" b="b"/>
            <a:pathLst>
              <a:path w="19501" h="28">
                <a:moveTo>
                  <a:pt x="0" y="0"/>
                </a:moveTo>
                <a:lnTo>
                  <a:pt x="19501" y="0"/>
                </a:lnTo>
                <a:lnTo>
                  <a:pt x="195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2760120" y="1779120"/>
            <a:ext cx="38178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TECHNOLOGY STACK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44800" y="2379240"/>
            <a:ext cx="427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Layer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2366640" y="2379240"/>
            <a:ext cx="898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Technology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244800" y="2665080"/>
            <a:ext cx="640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Runtime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3314520" y="2657160"/>
            <a:ext cx="228960" cy="200520"/>
          </a:xfrm>
          <a:custGeom>
            <a:avLst/>
            <a:gdLst/>
            <a:ahLst/>
            <a:rect l="0" t="0" r="r" b="b"/>
            <a:pathLst>
              <a:path w="636" h="557">
                <a:moveTo>
                  <a:pt x="0" y="47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56" y="0"/>
                </a:lnTo>
                <a:cubicBezTo>
                  <a:pt x="566" y="0"/>
                  <a:pt x="576" y="2"/>
                  <a:pt x="586" y="6"/>
                </a:cubicBezTo>
                <a:cubicBezTo>
                  <a:pt x="596" y="10"/>
                  <a:pt x="604" y="16"/>
                  <a:pt x="612" y="24"/>
                </a:cubicBezTo>
                <a:cubicBezTo>
                  <a:pt x="619" y="31"/>
                  <a:pt x="626" y="40"/>
                  <a:pt x="630" y="49"/>
                </a:cubicBezTo>
                <a:cubicBezTo>
                  <a:pt x="634" y="59"/>
                  <a:pt x="636" y="69"/>
                  <a:pt x="636" y="80"/>
                </a:cubicBezTo>
                <a:lnTo>
                  <a:pt x="636" y="478"/>
                </a:lnTo>
                <a:cubicBezTo>
                  <a:pt x="636" y="488"/>
                  <a:pt x="634" y="498"/>
                  <a:pt x="630" y="508"/>
                </a:cubicBezTo>
                <a:cubicBezTo>
                  <a:pt x="626" y="518"/>
                  <a:pt x="619" y="526"/>
                  <a:pt x="612" y="534"/>
                </a:cubicBezTo>
                <a:cubicBezTo>
                  <a:pt x="604" y="541"/>
                  <a:pt x="596" y="547"/>
                  <a:pt x="586" y="551"/>
                </a:cubicBezTo>
                <a:cubicBezTo>
                  <a:pt x="576" y="555"/>
                  <a:pt x="566" y="557"/>
                  <a:pt x="556" y="557"/>
                </a:cubicBezTo>
                <a:lnTo>
                  <a:pt x="79" y="557"/>
                </a:lnTo>
                <a:cubicBezTo>
                  <a:pt x="69" y="557"/>
                  <a:pt x="59" y="555"/>
                  <a:pt x="49" y="551"/>
                </a:cubicBezTo>
                <a:cubicBezTo>
                  <a:pt x="39" y="547"/>
                  <a:pt x="31" y="541"/>
                  <a:pt x="23" y="534"/>
                </a:cubicBezTo>
                <a:cubicBezTo>
                  <a:pt x="16" y="526"/>
                  <a:pt x="10" y="518"/>
                  <a:pt x="6" y="508"/>
                </a:cubicBezTo>
                <a:cubicBezTo>
                  <a:pt x="2" y="498"/>
                  <a:pt x="0" y="488"/>
                  <a:pt x="0" y="478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366640" y="2665080"/>
            <a:ext cx="10371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Python 3.11+,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344040" y="2683800"/>
            <a:ext cx="144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uv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3540960" y="2665080"/>
            <a:ext cx="1326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package manager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244800" y="2950920"/>
            <a:ext cx="1156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TUI Framework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366640" y="2950920"/>
            <a:ext cx="1752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Textual (rich terminal UI)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44800" y="3227040"/>
            <a:ext cx="11120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LLM Providers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366640" y="3227040"/>
            <a:ext cx="4083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DeepSeek, OpenAI, Ollama (OpenAI-compatible adapter)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244800" y="3512880"/>
            <a:ext cx="89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Persistence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366640" y="3512880"/>
            <a:ext cx="28558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SQLite (WAL mode, connection pooling)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244800" y="3789000"/>
            <a:ext cx="9522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AST Parsing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3286080" y="3790800"/>
            <a:ext cx="314640" cy="190800"/>
          </a:xfrm>
          <a:custGeom>
            <a:avLst/>
            <a:gdLst/>
            <a:ahLst/>
            <a:rect l="0" t="0" r="r" b="b"/>
            <a:pathLst>
              <a:path w="874" h="530">
                <a:moveTo>
                  <a:pt x="0" y="451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lnTo>
                  <a:pt x="794" y="0"/>
                </a:lnTo>
                <a:cubicBezTo>
                  <a:pt x="805" y="0"/>
                  <a:pt x="815" y="2"/>
                  <a:pt x="825" y="6"/>
                </a:cubicBezTo>
                <a:cubicBezTo>
                  <a:pt x="834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451"/>
                </a:lnTo>
                <a:cubicBezTo>
                  <a:pt x="874" y="461"/>
                  <a:pt x="872" y="471"/>
                  <a:pt x="868" y="481"/>
                </a:cubicBezTo>
                <a:cubicBezTo>
                  <a:pt x="864" y="491"/>
                  <a:pt x="858" y="499"/>
                  <a:pt x="851" y="507"/>
                </a:cubicBezTo>
                <a:cubicBezTo>
                  <a:pt x="843" y="514"/>
                  <a:pt x="834" y="520"/>
                  <a:pt x="825" y="524"/>
                </a:cubicBezTo>
                <a:cubicBezTo>
                  <a:pt x="815" y="528"/>
                  <a:pt x="805" y="530"/>
                  <a:pt x="794" y="530"/>
                </a:cubicBezTo>
                <a:lnTo>
                  <a:pt x="80" y="530"/>
                </a:lnTo>
                <a:cubicBezTo>
                  <a:pt x="69" y="530"/>
                  <a:pt x="59" y="528"/>
                  <a:pt x="50" y="524"/>
                </a:cubicBezTo>
                <a:cubicBezTo>
                  <a:pt x="40" y="520"/>
                  <a:pt x="30" y="514"/>
                  <a:pt x="23" y="507"/>
                </a:cubicBezTo>
                <a:cubicBezTo>
                  <a:pt x="15" y="499"/>
                  <a:pt x="10" y="491"/>
                  <a:pt x="6" y="481"/>
                </a:cubicBezTo>
                <a:cubicBezTo>
                  <a:pt x="2" y="471"/>
                  <a:pt x="0" y="461"/>
                  <a:pt x="0" y="45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366640" y="3789000"/>
            <a:ext cx="961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Python stdlib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3323520" y="3817440"/>
            <a:ext cx="1818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ast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361960" y="4066920"/>
            <a:ext cx="400320" cy="190800"/>
          </a:xfrm>
          <a:custGeom>
            <a:avLst/>
            <a:gdLst/>
            <a:ahLst/>
            <a:rect l="0" t="0" r="r" b="b"/>
            <a:pathLst>
              <a:path w="1112" h="530">
                <a:moveTo>
                  <a:pt x="0" y="451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33" y="0"/>
                </a:lnTo>
                <a:cubicBezTo>
                  <a:pt x="1044" y="0"/>
                  <a:pt x="1054" y="2"/>
                  <a:pt x="1063" y="6"/>
                </a:cubicBezTo>
                <a:cubicBezTo>
                  <a:pt x="1073" y="10"/>
                  <a:pt x="1082" y="16"/>
                  <a:pt x="1089" y="23"/>
                </a:cubicBezTo>
                <a:cubicBezTo>
                  <a:pt x="1097" y="31"/>
                  <a:pt x="1102" y="39"/>
                  <a:pt x="1106" y="49"/>
                </a:cubicBezTo>
                <a:cubicBezTo>
                  <a:pt x="1110" y="59"/>
                  <a:pt x="1112" y="69"/>
                  <a:pt x="1112" y="81"/>
                </a:cubicBezTo>
                <a:lnTo>
                  <a:pt x="1112" y="451"/>
                </a:lnTo>
                <a:cubicBezTo>
                  <a:pt x="1112" y="461"/>
                  <a:pt x="1110" y="472"/>
                  <a:pt x="1106" y="481"/>
                </a:cubicBezTo>
                <a:cubicBezTo>
                  <a:pt x="1102" y="491"/>
                  <a:pt x="1097" y="500"/>
                  <a:pt x="1089" y="507"/>
                </a:cubicBezTo>
                <a:cubicBezTo>
                  <a:pt x="1082" y="515"/>
                  <a:pt x="1073" y="520"/>
                  <a:pt x="1063" y="524"/>
                </a:cubicBezTo>
                <a:cubicBezTo>
                  <a:pt x="1054" y="528"/>
                  <a:pt x="1044" y="530"/>
                  <a:pt x="1033" y="530"/>
                </a:cubicBezTo>
                <a:lnTo>
                  <a:pt x="80" y="530"/>
                </a:lnTo>
                <a:cubicBezTo>
                  <a:pt x="69" y="530"/>
                  <a:pt x="59" y="528"/>
                  <a:pt x="49" y="524"/>
                </a:cubicBezTo>
                <a:cubicBezTo>
                  <a:pt x="39" y="520"/>
                  <a:pt x="31" y="515"/>
                  <a:pt x="23" y="507"/>
                </a:cubicBezTo>
                <a:cubicBezTo>
                  <a:pt x="16" y="500"/>
                  <a:pt x="10" y="491"/>
                  <a:pt x="6" y="481"/>
                </a:cubicBezTo>
                <a:cubicBezTo>
                  <a:pt x="2" y="472"/>
                  <a:pt x="0" y="461"/>
                  <a:pt x="0" y="45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244800" y="4074840"/>
            <a:ext cx="11390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Static Analysis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2400840" y="4093560"/>
            <a:ext cx="19656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ruff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3514680" y="4066920"/>
            <a:ext cx="390600" cy="190800"/>
          </a:xfrm>
          <a:custGeom>
            <a:avLst/>
            <a:gdLst/>
            <a:ahLst/>
            <a:rect l="0" t="0" r="r" b="b"/>
            <a:pathLst>
              <a:path w="1085" h="530">
                <a:moveTo>
                  <a:pt x="0" y="451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006" y="0"/>
                </a:lnTo>
                <a:cubicBezTo>
                  <a:pt x="1017" y="0"/>
                  <a:pt x="1027" y="2"/>
                  <a:pt x="1036" y="6"/>
                </a:cubicBezTo>
                <a:cubicBezTo>
                  <a:pt x="1046" y="10"/>
                  <a:pt x="1055" y="16"/>
                  <a:pt x="1062" y="23"/>
                </a:cubicBezTo>
                <a:cubicBezTo>
                  <a:pt x="1070" y="31"/>
                  <a:pt x="1075" y="39"/>
                  <a:pt x="1079" y="49"/>
                </a:cubicBezTo>
                <a:cubicBezTo>
                  <a:pt x="1083" y="59"/>
                  <a:pt x="1085" y="69"/>
                  <a:pt x="1085" y="81"/>
                </a:cubicBezTo>
                <a:lnTo>
                  <a:pt x="1085" y="451"/>
                </a:lnTo>
                <a:cubicBezTo>
                  <a:pt x="1085" y="461"/>
                  <a:pt x="1083" y="472"/>
                  <a:pt x="1079" y="481"/>
                </a:cubicBezTo>
                <a:cubicBezTo>
                  <a:pt x="1075" y="491"/>
                  <a:pt x="1070" y="500"/>
                  <a:pt x="1062" y="507"/>
                </a:cubicBezTo>
                <a:cubicBezTo>
                  <a:pt x="1055" y="515"/>
                  <a:pt x="1046" y="520"/>
                  <a:pt x="1036" y="524"/>
                </a:cubicBezTo>
                <a:cubicBezTo>
                  <a:pt x="1027" y="528"/>
                  <a:pt x="1017" y="530"/>
                  <a:pt x="1006" y="530"/>
                </a:cubicBezTo>
                <a:lnTo>
                  <a:pt x="79" y="530"/>
                </a:lnTo>
                <a:cubicBezTo>
                  <a:pt x="68" y="530"/>
                  <a:pt x="58" y="528"/>
                  <a:pt x="49" y="524"/>
                </a:cubicBezTo>
                <a:cubicBezTo>
                  <a:pt x="39" y="520"/>
                  <a:pt x="30" y="515"/>
                  <a:pt x="23" y="507"/>
                </a:cubicBezTo>
                <a:cubicBezTo>
                  <a:pt x="15" y="500"/>
                  <a:pt x="10" y="491"/>
                  <a:pt x="6" y="481"/>
                </a:cubicBezTo>
                <a:cubicBezTo>
                  <a:pt x="2" y="472"/>
                  <a:pt x="0" y="461"/>
                  <a:pt x="0" y="45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760840" y="4074840"/>
            <a:ext cx="7833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for linting,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547080" y="4093560"/>
            <a:ext cx="3247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mypy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3907440" y="4074840"/>
            <a:ext cx="12549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for type checking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361960" y="4352760"/>
            <a:ext cx="562320" cy="190800"/>
          </a:xfrm>
          <a:custGeom>
            <a:avLst/>
            <a:gdLst/>
            <a:ahLst/>
            <a:rect l="0" t="0" r="r" b="b"/>
            <a:pathLst>
              <a:path w="1562" h="530">
                <a:moveTo>
                  <a:pt x="0" y="451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483" y="0"/>
                </a:lnTo>
                <a:cubicBezTo>
                  <a:pt x="1493" y="0"/>
                  <a:pt x="1503" y="2"/>
                  <a:pt x="1513" y="6"/>
                </a:cubicBezTo>
                <a:cubicBezTo>
                  <a:pt x="1523" y="10"/>
                  <a:pt x="1532" y="16"/>
                  <a:pt x="1539" y="23"/>
                </a:cubicBezTo>
                <a:cubicBezTo>
                  <a:pt x="1546" y="31"/>
                  <a:pt x="1552" y="39"/>
                  <a:pt x="1556" y="49"/>
                </a:cubicBezTo>
                <a:cubicBezTo>
                  <a:pt x="1560" y="59"/>
                  <a:pt x="1562" y="69"/>
                  <a:pt x="1562" y="79"/>
                </a:cubicBezTo>
                <a:lnTo>
                  <a:pt x="1562" y="451"/>
                </a:lnTo>
                <a:cubicBezTo>
                  <a:pt x="1562" y="461"/>
                  <a:pt x="1560" y="471"/>
                  <a:pt x="1556" y="481"/>
                </a:cubicBezTo>
                <a:cubicBezTo>
                  <a:pt x="1552" y="491"/>
                  <a:pt x="1546" y="499"/>
                  <a:pt x="1539" y="507"/>
                </a:cubicBezTo>
                <a:cubicBezTo>
                  <a:pt x="1532" y="514"/>
                  <a:pt x="1523" y="520"/>
                  <a:pt x="1513" y="524"/>
                </a:cubicBezTo>
                <a:cubicBezTo>
                  <a:pt x="1503" y="528"/>
                  <a:pt x="1493" y="530"/>
                  <a:pt x="1483" y="530"/>
                </a:cubicBezTo>
                <a:lnTo>
                  <a:pt x="80" y="530"/>
                </a:lnTo>
                <a:cubicBezTo>
                  <a:pt x="69" y="530"/>
                  <a:pt x="59" y="528"/>
                  <a:pt x="49" y="524"/>
                </a:cubicBezTo>
                <a:cubicBezTo>
                  <a:pt x="39" y="520"/>
                  <a:pt x="31" y="514"/>
                  <a:pt x="23" y="507"/>
                </a:cubicBezTo>
                <a:cubicBezTo>
                  <a:pt x="16" y="499"/>
                  <a:pt x="10" y="491"/>
                  <a:pt x="6" y="481"/>
                </a:cubicBezTo>
                <a:cubicBezTo>
                  <a:pt x="2" y="471"/>
                  <a:pt x="0" y="461"/>
                  <a:pt x="0" y="45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44800" y="4350960"/>
            <a:ext cx="569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Testing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400840" y="4379400"/>
            <a:ext cx="3625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pytest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816640" y="4791600"/>
            <a:ext cx="4106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POC stack — deliberately minimal, no premature infrastructure.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902880" y="1288800"/>
            <a:ext cx="7700400" cy="782280"/>
          </a:xfrm>
          <a:custGeom>
            <a:avLst/>
            <a:gdLst/>
            <a:ahLst/>
            <a:rect l="0" t="0" r="r" b="b"/>
            <a:pathLst>
              <a:path w="21390" h="2173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3"/>
                  <a:pt x="21307" y="10"/>
                </a:cubicBezTo>
                <a:cubicBezTo>
                  <a:pt x="21324" y="17"/>
                  <a:pt x="21338" y="26"/>
                  <a:pt x="21351" y="39"/>
                </a:cubicBezTo>
                <a:cubicBezTo>
                  <a:pt x="21363" y="51"/>
                  <a:pt x="21373" y="66"/>
                  <a:pt x="21379" y="82"/>
                </a:cubicBezTo>
                <a:cubicBezTo>
                  <a:pt x="21386" y="99"/>
                  <a:pt x="21390" y="116"/>
                  <a:pt x="21390" y="133"/>
                </a:cubicBezTo>
                <a:lnTo>
                  <a:pt x="21390" y="2039"/>
                </a:lnTo>
                <a:cubicBezTo>
                  <a:pt x="21390" y="2057"/>
                  <a:pt x="21386" y="2074"/>
                  <a:pt x="21379" y="2091"/>
                </a:cubicBezTo>
                <a:cubicBezTo>
                  <a:pt x="21373" y="2107"/>
                  <a:pt x="21363" y="2121"/>
                  <a:pt x="21351" y="2134"/>
                </a:cubicBezTo>
                <a:cubicBezTo>
                  <a:pt x="21338" y="2146"/>
                  <a:pt x="21324" y="2156"/>
                  <a:pt x="21307" y="2163"/>
                </a:cubicBezTo>
                <a:cubicBezTo>
                  <a:pt x="21291" y="2170"/>
                  <a:pt x="21274" y="2173"/>
                  <a:pt x="21256" y="2173"/>
                </a:cubicBezTo>
                <a:lnTo>
                  <a:pt x="133" y="2173"/>
                </a:lnTo>
                <a:cubicBezTo>
                  <a:pt x="116" y="2173"/>
                  <a:pt x="99" y="2170"/>
                  <a:pt x="82" y="2163"/>
                </a:cubicBezTo>
                <a:cubicBezTo>
                  <a:pt x="66" y="2156"/>
                  <a:pt x="51" y="2146"/>
                  <a:pt x="39" y="2134"/>
                </a:cubicBezTo>
                <a:cubicBezTo>
                  <a:pt x="26" y="2121"/>
                  <a:pt x="17" y="2107"/>
                  <a:pt x="10" y="2091"/>
                </a:cubicBezTo>
                <a:cubicBezTo>
                  <a:pt x="3" y="2074"/>
                  <a:pt x="0" y="2057"/>
                  <a:pt x="0" y="2039"/>
                </a:cubicBezTo>
                <a:lnTo>
                  <a:pt x="0" y="133"/>
                </a:ln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9" y="3"/>
                  <a:pt x="116" y="0"/>
                  <a:pt x="133" y="0"/>
                </a:cubicBezTo>
                <a:close/>
              </a:path>
            </a:pathLst>
          </a:custGeom>
          <a:solidFill>
            <a:srgbClr val="EFBB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902880" y="1288800"/>
            <a:ext cx="7700400" cy="782280"/>
          </a:xfrm>
          <a:custGeom>
            <a:avLst/>
            <a:gdLst/>
            <a:ahLst/>
            <a:rect l="0" t="0" r="r" b="b"/>
            <a:pathLst>
              <a:path w="21390" h="2173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3"/>
                  <a:pt x="21307" y="10"/>
                </a:cubicBezTo>
                <a:cubicBezTo>
                  <a:pt x="21324" y="17"/>
                  <a:pt x="21338" y="26"/>
                  <a:pt x="21351" y="39"/>
                </a:cubicBezTo>
                <a:cubicBezTo>
                  <a:pt x="21363" y="51"/>
                  <a:pt x="21373" y="66"/>
                  <a:pt x="21379" y="82"/>
                </a:cubicBezTo>
                <a:cubicBezTo>
                  <a:pt x="21386" y="99"/>
                  <a:pt x="21390" y="116"/>
                  <a:pt x="21390" y="133"/>
                </a:cubicBezTo>
                <a:lnTo>
                  <a:pt x="21390" y="2039"/>
                </a:lnTo>
                <a:cubicBezTo>
                  <a:pt x="21390" y="2057"/>
                  <a:pt x="21386" y="2074"/>
                  <a:pt x="21379" y="2091"/>
                </a:cubicBezTo>
                <a:cubicBezTo>
                  <a:pt x="21373" y="2107"/>
                  <a:pt x="21363" y="2121"/>
                  <a:pt x="21351" y="2134"/>
                </a:cubicBezTo>
                <a:cubicBezTo>
                  <a:pt x="21338" y="2146"/>
                  <a:pt x="21324" y="2156"/>
                  <a:pt x="21307" y="2163"/>
                </a:cubicBezTo>
                <a:cubicBezTo>
                  <a:pt x="21291" y="2170"/>
                  <a:pt x="21274" y="2173"/>
                  <a:pt x="21256" y="2173"/>
                </a:cubicBezTo>
                <a:lnTo>
                  <a:pt x="133" y="2173"/>
                </a:lnTo>
                <a:cubicBezTo>
                  <a:pt x="116" y="2173"/>
                  <a:pt x="99" y="2170"/>
                  <a:pt x="82" y="2163"/>
                </a:cubicBezTo>
                <a:cubicBezTo>
                  <a:pt x="66" y="2156"/>
                  <a:pt x="51" y="2146"/>
                  <a:pt x="39" y="2134"/>
                </a:cubicBezTo>
                <a:cubicBezTo>
                  <a:pt x="26" y="2121"/>
                  <a:pt x="17" y="2107"/>
                  <a:pt x="10" y="2091"/>
                </a:cubicBezTo>
                <a:cubicBezTo>
                  <a:pt x="3" y="2074"/>
                  <a:pt x="0" y="2057"/>
                  <a:pt x="0" y="2039"/>
                </a:cubicBezTo>
                <a:lnTo>
                  <a:pt x="0" y="133"/>
                </a:ln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9" y="3"/>
                  <a:pt x="116" y="0"/>
                  <a:pt x="133" y="0"/>
                </a:cubicBezTo>
                <a:close/>
              </a:path>
            </a:pathLst>
          </a:custGeom>
          <a:noFill/>
          <a:ln w="18000">
            <a:solidFill>
              <a:srgbClr val="BE29EC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824120" y="674280"/>
            <a:ext cx="53964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5-LAYER MODULAR MONOLITH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058840" y="1447920"/>
            <a:ext cx="121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3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1. UI &amp; UX Layer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405800" y="1721160"/>
            <a:ext cx="2694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Textual TUI · Spec Wizard · Canvas · Diﬀ Screens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902880" y="2166840"/>
            <a:ext cx="7700400" cy="782640"/>
          </a:xfrm>
          <a:custGeom>
            <a:avLst/>
            <a:gdLst/>
            <a:ahLst/>
            <a:rect l="0" t="0" r="r" b="b"/>
            <a:pathLst>
              <a:path w="21390" h="2174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4"/>
                  <a:pt x="21307" y="11"/>
                </a:cubicBezTo>
                <a:cubicBezTo>
                  <a:pt x="21324" y="17"/>
                  <a:pt x="21338" y="27"/>
                  <a:pt x="21351" y="40"/>
                </a:cubicBezTo>
                <a:cubicBezTo>
                  <a:pt x="21363" y="52"/>
                  <a:pt x="21373" y="67"/>
                  <a:pt x="21379" y="83"/>
                </a:cubicBezTo>
                <a:cubicBezTo>
                  <a:pt x="21386" y="99"/>
                  <a:pt x="21390" y="116"/>
                  <a:pt x="21390" y="134"/>
                </a:cubicBezTo>
                <a:lnTo>
                  <a:pt x="21390" y="2040"/>
                </a:lnTo>
                <a:cubicBezTo>
                  <a:pt x="21390" y="2058"/>
                  <a:pt x="21386" y="2075"/>
                  <a:pt x="21379" y="2091"/>
                </a:cubicBezTo>
                <a:cubicBezTo>
                  <a:pt x="21373" y="2108"/>
                  <a:pt x="21363" y="2122"/>
                  <a:pt x="21351" y="2135"/>
                </a:cubicBezTo>
                <a:cubicBezTo>
                  <a:pt x="21338" y="2147"/>
                  <a:pt x="21324" y="2157"/>
                  <a:pt x="21307" y="2164"/>
                </a:cubicBezTo>
                <a:cubicBezTo>
                  <a:pt x="21291" y="2170"/>
                  <a:pt x="21274" y="2174"/>
                  <a:pt x="21256" y="2174"/>
                </a:cubicBezTo>
                <a:lnTo>
                  <a:pt x="133" y="2174"/>
                </a:lnTo>
                <a:cubicBezTo>
                  <a:pt x="116" y="2174"/>
                  <a:pt x="99" y="2170"/>
                  <a:pt x="82" y="2164"/>
                </a:cubicBezTo>
                <a:cubicBezTo>
                  <a:pt x="66" y="2157"/>
                  <a:pt x="51" y="2147"/>
                  <a:pt x="39" y="2135"/>
                </a:cubicBezTo>
                <a:cubicBezTo>
                  <a:pt x="26" y="2122"/>
                  <a:pt x="17" y="2108"/>
                  <a:pt x="10" y="2091"/>
                </a:cubicBezTo>
                <a:cubicBezTo>
                  <a:pt x="3" y="2075"/>
                  <a:pt x="0" y="2058"/>
                  <a:pt x="0" y="2040"/>
                </a:cubicBezTo>
                <a:lnTo>
                  <a:pt x="0" y="134"/>
                </a:ln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7"/>
                  <a:pt x="66" y="17"/>
                  <a:pt x="82" y="11"/>
                </a:cubicBezTo>
                <a:cubicBezTo>
                  <a:pt x="99" y="4"/>
                  <a:pt x="116" y="0"/>
                  <a:pt x="133" y="0"/>
                </a:cubicBezTo>
                <a:close/>
              </a:path>
            </a:pathLst>
          </a:custGeom>
          <a:solidFill>
            <a:srgbClr val="D89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902880" y="2166840"/>
            <a:ext cx="7700400" cy="782640"/>
          </a:xfrm>
          <a:custGeom>
            <a:avLst/>
            <a:gdLst/>
            <a:ahLst/>
            <a:rect l="0" t="0" r="r" b="b"/>
            <a:pathLst>
              <a:path w="21390" h="2174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4"/>
                  <a:pt x="21307" y="11"/>
                </a:cubicBezTo>
                <a:cubicBezTo>
                  <a:pt x="21324" y="17"/>
                  <a:pt x="21338" y="27"/>
                  <a:pt x="21351" y="40"/>
                </a:cubicBezTo>
                <a:cubicBezTo>
                  <a:pt x="21363" y="52"/>
                  <a:pt x="21373" y="67"/>
                  <a:pt x="21379" y="83"/>
                </a:cubicBezTo>
                <a:cubicBezTo>
                  <a:pt x="21386" y="99"/>
                  <a:pt x="21390" y="116"/>
                  <a:pt x="21390" y="134"/>
                </a:cubicBezTo>
                <a:lnTo>
                  <a:pt x="21390" y="2040"/>
                </a:lnTo>
                <a:cubicBezTo>
                  <a:pt x="21390" y="2058"/>
                  <a:pt x="21386" y="2075"/>
                  <a:pt x="21379" y="2091"/>
                </a:cubicBezTo>
                <a:cubicBezTo>
                  <a:pt x="21373" y="2108"/>
                  <a:pt x="21363" y="2122"/>
                  <a:pt x="21351" y="2135"/>
                </a:cubicBezTo>
                <a:cubicBezTo>
                  <a:pt x="21338" y="2147"/>
                  <a:pt x="21324" y="2157"/>
                  <a:pt x="21307" y="2164"/>
                </a:cubicBezTo>
                <a:cubicBezTo>
                  <a:pt x="21291" y="2170"/>
                  <a:pt x="21274" y="2174"/>
                  <a:pt x="21256" y="2174"/>
                </a:cubicBezTo>
                <a:lnTo>
                  <a:pt x="133" y="2174"/>
                </a:lnTo>
                <a:cubicBezTo>
                  <a:pt x="116" y="2174"/>
                  <a:pt x="99" y="2170"/>
                  <a:pt x="82" y="2164"/>
                </a:cubicBezTo>
                <a:cubicBezTo>
                  <a:pt x="66" y="2157"/>
                  <a:pt x="51" y="2147"/>
                  <a:pt x="39" y="2135"/>
                </a:cubicBezTo>
                <a:cubicBezTo>
                  <a:pt x="26" y="2122"/>
                  <a:pt x="17" y="2108"/>
                  <a:pt x="10" y="2091"/>
                </a:cubicBezTo>
                <a:cubicBezTo>
                  <a:pt x="3" y="2075"/>
                  <a:pt x="0" y="2058"/>
                  <a:pt x="0" y="2040"/>
                </a:cubicBezTo>
                <a:lnTo>
                  <a:pt x="0" y="134"/>
                </a:ln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7"/>
                  <a:pt x="66" y="17"/>
                  <a:pt x="82" y="11"/>
                </a:cubicBezTo>
                <a:cubicBezTo>
                  <a:pt x="99" y="4"/>
                  <a:pt x="116" y="0"/>
                  <a:pt x="133" y="0"/>
                </a:cubicBezTo>
                <a:close/>
              </a:path>
            </a:pathLst>
          </a:custGeom>
          <a:noFill/>
          <a:ln w="18000">
            <a:solidFill>
              <a:srgbClr val="BE29EC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5752800" y="1600920"/>
            <a:ext cx="930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Presentation only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912680" y="2326320"/>
            <a:ext cx="1492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2. Middleware Layer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312920" y="2599560"/>
            <a:ext cx="2764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SessionController · ApprovalGateway · AuditLogger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902880" y="3045240"/>
            <a:ext cx="7700400" cy="782280"/>
          </a:xfrm>
          <a:custGeom>
            <a:avLst/>
            <a:gdLst/>
            <a:ahLst/>
            <a:rect l="0" t="0" r="r" b="b"/>
            <a:pathLst>
              <a:path w="21390" h="2173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3"/>
                  <a:pt x="21307" y="10"/>
                </a:cubicBezTo>
                <a:cubicBezTo>
                  <a:pt x="21324" y="17"/>
                  <a:pt x="21338" y="27"/>
                  <a:pt x="21351" y="39"/>
                </a:cubicBezTo>
                <a:cubicBezTo>
                  <a:pt x="21363" y="52"/>
                  <a:pt x="21373" y="66"/>
                  <a:pt x="21379" y="83"/>
                </a:cubicBezTo>
                <a:cubicBezTo>
                  <a:pt x="21386" y="99"/>
                  <a:pt x="21390" y="116"/>
                  <a:pt x="21390" y="134"/>
                </a:cubicBezTo>
                <a:lnTo>
                  <a:pt x="21390" y="2040"/>
                </a:lnTo>
                <a:cubicBezTo>
                  <a:pt x="21390" y="2057"/>
                  <a:pt x="21386" y="2074"/>
                  <a:pt x="21379" y="2091"/>
                </a:cubicBezTo>
                <a:cubicBezTo>
                  <a:pt x="21373" y="2107"/>
                  <a:pt x="21363" y="2122"/>
                  <a:pt x="21351" y="2134"/>
                </a:cubicBezTo>
                <a:cubicBezTo>
                  <a:pt x="21338" y="2147"/>
                  <a:pt x="21324" y="2156"/>
                  <a:pt x="21307" y="2163"/>
                </a:cubicBezTo>
                <a:cubicBezTo>
                  <a:pt x="21291" y="2170"/>
                  <a:pt x="21274" y="2173"/>
                  <a:pt x="21256" y="2173"/>
                </a:cubicBezTo>
                <a:lnTo>
                  <a:pt x="133" y="2173"/>
                </a:lnTo>
                <a:cubicBezTo>
                  <a:pt x="116" y="2173"/>
                  <a:pt x="99" y="2170"/>
                  <a:pt x="82" y="2163"/>
                </a:cubicBezTo>
                <a:cubicBezTo>
                  <a:pt x="66" y="2156"/>
                  <a:pt x="51" y="2147"/>
                  <a:pt x="39" y="2134"/>
                </a:cubicBezTo>
                <a:cubicBezTo>
                  <a:pt x="26" y="2122"/>
                  <a:pt x="17" y="2107"/>
                  <a:pt x="10" y="2091"/>
                </a:cubicBezTo>
                <a:cubicBezTo>
                  <a:pt x="3" y="2074"/>
                  <a:pt x="0" y="2057"/>
                  <a:pt x="0" y="2040"/>
                </a:cubicBezTo>
                <a:lnTo>
                  <a:pt x="0" y="134"/>
                </a:ln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6" y="17"/>
                  <a:pt x="82" y="10"/>
                </a:cubicBezTo>
                <a:cubicBezTo>
                  <a:pt x="99" y="3"/>
                  <a:pt x="116" y="0"/>
                  <a:pt x="133" y="0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902880" y="3045240"/>
            <a:ext cx="7700400" cy="782280"/>
          </a:xfrm>
          <a:custGeom>
            <a:avLst/>
            <a:gdLst/>
            <a:ahLst/>
            <a:rect l="0" t="0" r="r" b="b"/>
            <a:pathLst>
              <a:path w="21390" h="2173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3"/>
                  <a:pt x="21307" y="10"/>
                </a:cubicBezTo>
                <a:cubicBezTo>
                  <a:pt x="21324" y="17"/>
                  <a:pt x="21338" y="27"/>
                  <a:pt x="21351" y="39"/>
                </a:cubicBezTo>
                <a:cubicBezTo>
                  <a:pt x="21363" y="52"/>
                  <a:pt x="21373" y="66"/>
                  <a:pt x="21379" y="83"/>
                </a:cubicBezTo>
                <a:cubicBezTo>
                  <a:pt x="21386" y="99"/>
                  <a:pt x="21390" y="116"/>
                  <a:pt x="21390" y="134"/>
                </a:cubicBezTo>
                <a:lnTo>
                  <a:pt x="21390" y="2040"/>
                </a:lnTo>
                <a:cubicBezTo>
                  <a:pt x="21390" y="2057"/>
                  <a:pt x="21386" y="2074"/>
                  <a:pt x="21379" y="2091"/>
                </a:cubicBezTo>
                <a:cubicBezTo>
                  <a:pt x="21373" y="2107"/>
                  <a:pt x="21363" y="2122"/>
                  <a:pt x="21351" y="2134"/>
                </a:cubicBezTo>
                <a:cubicBezTo>
                  <a:pt x="21338" y="2147"/>
                  <a:pt x="21324" y="2156"/>
                  <a:pt x="21307" y="2163"/>
                </a:cubicBezTo>
                <a:cubicBezTo>
                  <a:pt x="21291" y="2170"/>
                  <a:pt x="21274" y="2173"/>
                  <a:pt x="21256" y="2173"/>
                </a:cubicBezTo>
                <a:lnTo>
                  <a:pt x="133" y="2173"/>
                </a:lnTo>
                <a:cubicBezTo>
                  <a:pt x="116" y="2173"/>
                  <a:pt x="99" y="2170"/>
                  <a:pt x="82" y="2163"/>
                </a:cubicBezTo>
                <a:cubicBezTo>
                  <a:pt x="66" y="2156"/>
                  <a:pt x="51" y="2147"/>
                  <a:pt x="39" y="2134"/>
                </a:cubicBezTo>
                <a:cubicBezTo>
                  <a:pt x="26" y="2122"/>
                  <a:pt x="17" y="2107"/>
                  <a:pt x="10" y="2091"/>
                </a:cubicBezTo>
                <a:cubicBezTo>
                  <a:pt x="3" y="2074"/>
                  <a:pt x="0" y="2057"/>
                  <a:pt x="0" y="2040"/>
                </a:cubicBezTo>
                <a:lnTo>
                  <a:pt x="0" y="134"/>
                </a:ln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6" y="17"/>
                  <a:pt x="82" y="10"/>
                </a:cubicBezTo>
                <a:cubicBezTo>
                  <a:pt x="99" y="3"/>
                  <a:pt x="116" y="0"/>
                  <a:pt x="133" y="0"/>
                </a:cubicBezTo>
                <a:close/>
              </a:path>
            </a:pathLst>
          </a:custGeom>
          <a:noFill/>
          <a:ln w="18000">
            <a:solidFill>
              <a:srgbClr val="660066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5492160" y="2479320"/>
            <a:ext cx="1519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Orchestration &amp; safety gates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2128680" y="3204720"/>
            <a:ext cx="10562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3. Logic Layer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276560" y="3477960"/>
            <a:ext cx="2905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SpecAgent · PlanAgent · CodingAgent · SchemaTailor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902880" y="3923640"/>
            <a:ext cx="7700400" cy="782280"/>
          </a:xfrm>
          <a:custGeom>
            <a:avLst/>
            <a:gdLst/>
            <a:ahLst/>
            <a:rect l="0" t="0" r="r" b="b"/>
            <a:pathLst>
              <a:path w="21390" h="2173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3"/>
                  <a:pt x="21307" y="10"/>
                </a:cubicBezTo>
                <a:cubicBezTo>
                  <a:pt x="21324" y="17"/>
                  <a:pt x="21338" y="26"/>
                  <a:pt x="21351" y="39"/>
                </a:cubicBezTo>
                <a:cubicBezTo>
                  <a:pt x="21363" y="51"/>
                  <a:pt x="21373" y="66"/>
                  <a:pt x="21379" y="82"/>
                </a:cubicBezTo>
                <a:cubicBezTo>
                  <a:pt x="21386" y="99"/>
                  <a:pt x="21390" y="116"/>
                  <a:pt x="21390" y="133"/>
                </a:cubicBezTo>
                <a:lnTo>
                  <a:pt x="21390" y="2039"/>
                </a:lnTo>
                <a:cubicBezTo>
                  <a:pt x="21390" y="2057"/>
                  <a:pt x="21386" y="2074"/>
                  <a:pt x="21379" y="2091"/>
                </a:cubicBezTo>
                <a:cubicBezTo>
                  <a:pt x="21373" y="2107"/>
                  <a:pt x="21363" y="2121"/>
                  <a:pt x="21351" y="2134"/>
                </a:cubicBezTo>
                <a:cubicBezTo>
                  <a:pt x="21338" y="2146"/>
                  <a:pt x="21324" y="2156"/>
                  <a:pt x="21307" y="2163"/>
                </a:cubicBezTo>
                <a:cubicBezTo>
                  <a:pt x="21291" y="2170"/>
                  <a:pt x="21274" y="2173"/>
                  <a:pt x="21256" y="2173"/>
                </a:cubicBezTo>
                <a:lnTo>
                  <a:pt x="133" y="2173"/>
                </a:lnTo>
                <a:cubicBezTo>
                  <a:pt x="116" y="2173"/>
                  <a:pt x="99" y="2170"/>
                  <a:pt x="82" y="2163"/>
                </a:cubicBezTo>
                <a:cubicBezTo>
                  <a:pt x="66" y="2156"/>
                  <a:pt x="51" y="2146"/>
                  <a:pt x="39" y="2134"/>
                </a:cubicBezTo>
                <a:cubicBezTo>
                  <a:pt x="26" y="2121"/>
                  <a:pt x="17" y="2107"/>
                  <a:pt x="10" y="2091"/>
                </a:cubicBezTo>
                <a:cubicBezTo>
                  <a:pt x="3" y="2074"/>
                  <a:pt x="0" y="2057"/>
                  <a:pt x="0" y="2039"/>
                </a:cubicBezTo>
                <a:lnTo>
                  <a:pt x="0" y="133"/>
                </a:ln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9" y="3"/>
                  <a:pt x="116" y="0"/>
                  <a:pt x="133" y="0"/>
                </a:cubicBezTo>
                <a:close/>
              </a:path>
            </a:pathLst>
          </a:custGeom>
          <a:solidFill>
            <a:srgbClr val="8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902880" y="3923640"/>
            <a:ext cx="7700400" cy="782280"/>
          </a:xfrm>
          <a:custGeom>
            <a:avLst/>
            <a:gdLst/>
            <a:ahLst/>
            <a:rect l="0" t="0" r="r" b="b"/>
            <a:pathLst>
              <a:path w="21390" h="2173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3"/>
                  <a:pt x="21307" y="10"/>
                </a:cubicBezTo>
                <a:cubicBezTo>
                  <a:pt x="21324" y="17"/>
                  <a:pt x="21338" y="26"/>
                  <a:pt x="21351" y="39"/>
                </a:cubicBezTo>
                <a:cubicBezTo>
                  <a:pt x="21363" y="51"/>
                  <a:pt x="21373" y="66"/>
                  <a:pt x="21379" y="82"/>
                </a:cubicBezTo>
                <a:cubicBezTo>
                  <a:pt x="21386" y="99"/>
                  <a:pt x="21390" y="116"/>
                  <a:pt x="21390" y="133"/>
                </a:cubicBezTo>
                <a:lnTo>
                  <a:pt x="21390" y="2039"/>
                </a:lnTo>
                <a:cubicBezTo>
                  <a:pt x="21390" y="2057"/>
                  <a:pt x="21386" y="2074"/>
                  <a:pt x="21379" y="2091"/>
                </a:cubicBezTo>
                <a:cubicBezTo>
                  <a:pt x="21373" y="2107"/>
                  <a:pt x="21363" y="2121"/>
                  <a:pt x="21351" y="2134"/>
                </a:cubicBezTo>
                <a:cubicBezTo>
                  <a:pt x="21338" y="2146"/>
                  <a:pt x="21324" y="2156"/>
                  <a:pt x="21307" y="2163"/>
                </a:cubicBezTo>
                <a:cubicBezTo>
                  <a:pt x="21291" y="2170"/>
                  <a:pt x="21274" y="2173"/>
                  <a:pt x="21256" y="2173"/>
                </a:cubicBezTo>
                <a:lnTo>
                  <a:pt x="133" y="2173"/>
                </a:lnTo>
                <a:cubicBezTo>
                  <a:pt x="116" y="2173"/>
                  <a:pt x="99" y="2170"/>
                  <a:pt x="82" y="2163"/>
                </a:cubicBezTo>
                <a:cubicBezTo>
                  <a:pt x="66" y="2156"/>
                  <a:pt x="51" y="2146"/>
                  <a:pt x="39" y="2134"/>
                </a:cubicBezTo>
                <a:cubicBezTo>
                  <a:pt x="26" y="2121"/>
                  <a:pt x="17" y="2107"/>
                  <a:pt x="10" y="2091"/>
                </a:cubicBezTo>
                <a:cubicBezTo>
                  <a:pt x="3" y="2074"/>
                  <a:pt x="0" y="2057"/>
                  <a:pt x="0" y="2039"/>
                </a:cubicBezTo>
                <a:lnTo>
                  <a:pt x="0" y="133"/>
                </a:ln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9" y="3"/>
                  <a:pt x="116" y="0"/>
                  <a:pt x="133" y="0"/>
                </a:cubicBezTo>
                <a:close/>
              </a:path>
            </a:pathLst>
          </a:custGeom>
          <a:noFill/>
          <a:ln w="18000">
            <a:solidFill>
              <a:srgbClr val="4A004A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5573520" y="3357720"/>
            <a:ext cx="1355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Three agents + heuristics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149200" y="4083120"/>
            <a:ext cx="978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4. Data Layer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303560" y="4356000"/>
            <a:ext cx="278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Knowledge Graph · Memory Pyramid · Artifact Store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902880" y="4801680"/>
            <a:ext cx="7700400" cy="782640"/>
          </a:xfrm>
          <a:custGeom>
            <a:avLst/>
            <a:gdLst/>
            <a:ahLst/>
            <a:rect l="0" t="0" r="r" b="b"/>
            <a:pathLst>
              <a:path w="21390" h="2174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4"/>
                  <a:pt x="21307" y="11"/>
                </a:cubicBezTo>
                <a:cubicBezTo>
                  <a:pt x="21324" y="17"/>
                  <a:pt x="21338" y="27"/>
                  <a:pt x="21351" y="40"/>
                </a:cubicBezTo>
                <a:cubicBezTo>
                  <a:pt x="21363" y="52"/>
                  <a:pt x="21373" y="67"/>
                  <a:pt x="21379" y="83"/>
                </a:cubicBezTo>
                <a:cubicBezTo>
                  <a:pt x="21386" y="99"/>
                  <a:pt x="21390" y="116"/>
                  <a:pt x="21390" y="134"/>
                </a:cubicBezTo>
                <a:lnTo>
                  <a:pt x="21390" y="2040"/>
                </a:lnTo>
                <a:cubicBezTo>
                  <a:pt x="21390" y="2058"/>
                  <a:pt x="21386" y="2075"/>
                  <a:pt x="21379" y="2091"/>
                </a:cubicBezTo>
                <a:cubicBezTo>
                  <a:pt x="21373" y="2108"/>
                  <a:pt x="21363" y="2122"/>
                  <a:pt x="21351" y="2135"/>
                </a:cubicBezTo>
                <a:cubicBezTo>
                  <a:pt x="21338" y="2147"/>
                  <a:pt x="21324" y="2157"/>
                  <a:pt x="21307" y="2164"/>
                </a:cubicBezTo>
                <a:cubicBezTo>
                  <a:pt x="21291" y="2170"/>
                  <a:pt x="21274" y="2174"/>
                  <a:pt x="21256" y="2174"/>
                </a:cubicBezTo>
                <a:lnTo>
                  <a:pt x="133" y="2174"/>
                </a:lnTo>
                <a:cubicBezTo>
                  <a:pt x="116" y="2174"/>
                  <a:pt x="99" y="2170"/>
                  <a:pt x="82" y="2164"/>
                </a:cubicBezTo>
                <a:cubicBezTo>
                  <a:pt x="66" y="2157"/>
                  <a:pt x="51" y="2147"/>
                  <a:pt x="39" y="2135"/>
                </a:cubicBezTo>
                <a:cubicBezTo>
                  <a:pt x="26" y="2122"/>
                  <a:pt x="17" y="2108"/>
                  <a:pt x="10" y="2091"/>
                </a:cubicBezTo>
                <a:cubicBezTo>
                  <a:pt x="3" y="2075"/>
                  <a:pt x="0" y="2058"/>
                  <a:pt x="0" y="2040"/>
                </a:cubicBezTo>
                <a:lnTo>
                  <a:pt x="0" y="134"/>
                </a:ln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7"/>
                  <a:pt x="66" y="17"/>
                  <a:pt x="82" y="11"/>
                </a:cubicBezTo>
                <a:cubicBezTo>
                  <a:pt x="99" y="4"/>
                  <a:pt x="116" y="0"/>
                  <a:pt x="133" y="0"/>
                </a:cubicBez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902880" y="4801680"/>
            <a:ext cx="7700400" cy="782640"/>
          </a:xfrm>
          <a:custGeom>
            <a:avLst/>
            <a:gdLst/>
            <a:ahLst/>
            <a:rect l="0" t="0" r="r" b="b"/>
            <a:pathLst>
              <a:path w="21390" h="2174">
                <a:moveTo>
                  <a:pt x="133" y="0"/>
                </a:moveTo>
                <a:lnTo>
                  <a:pt x="21256" y="0"/>
                </a:lnTo>
                <a:cubicBezTo>
                  <a:pt x="21274" y="0"/>
                  <a:pt x="21291" y="4"/>
                  <a:pt x="21307" y="11"/>
                </a:cubicBezTo>
                <a:cubicBezTo>
                  <a:pt x="21324" y="17"/>
                  <a:pt x="21338" y="27"/>
                  <a:pt x="21351" y="40"/>
                </a:cubicBezTo>
                <a:cubicBezTo>
                  <a:pt x="21363" y="52"/>
                  <a:pt x="21373" y="67"/>
                  <a:pt x="21379" y="83"/>
                </a:cubicBezTo>
                <a:cubicBezTo>
                  <a:pt x="21386" y="99"/>
                  <a:pt x="21390" y="116"/>
                  <a:pt x="21390" y="134"/>
                </a:cubicBezTo>
                <a:lnTo>
                  <a:pt x="21390" y="2040"/>
                </a:lnTo>
                <a:cubicBezTo>
                  <a:pt x="21390" y="2058"/>
                  <a:pt x="21386" y="2075"/>
                  <a:pt x="21379" y="2091"/>
                </a:cubicBezTo>
                <a:cubicBezTo>
                  <a:pt x="21373" y="2108"/>
                  <a:pt x="21363" y="2122"/>
                  <a:pt x="21351" y="2135"/>
                </a:cubicBezTo>
                <a:cubicBezTo>
                  <a:pt x="21338" y="2147"/>
                  <a:pt x="21324" y="2157"/>
                  <a:pt x="21307" y="2164"/>
                </a:cubicBezTo>
                <a:cubicBezTo>
                  <a:pt x="21291" y="2170"/>
                  <a:pt x="21274" y="2174"/>
                  <a:pt x="21256" y="2174"/>
                </a:cubicBezTo>
                <a:lnTo>
                  <a:pt x="133" y="2174"/>
                </a:lnTo>
                <a:cubicBezTo>
                  <a:pt x="116" y="2174"/>
                  <a:pt x="99" y="2170"/>
                  <a:pt x="82" y="2164"/>
                </a:cubicBezTo>
                <a:cubicBezTo>
                  <a:pt x="66" y="2157"/>
                  <a:pt x="51" y="2147"/>
                  <a:pt x="39" y="2135"/>
                </a:cubicBezTo>
                <a:cubicBezTo>
                  <a:pt x="26" y="2122"/>
                  <a:pt x="17" y="2108"/>
                  <a:pt x="10" y="2091"/>
                </a:cubicBezTo>
                <a:cubicBezTo>
                  <a:pt x="3" y="2075"/>
                  <a:pt x="0" y="2058"/>
                  <a:pt x="0" y="2040"/>
                </a:cubicBezTo>
                <a:lnTo>
                  <a:pt x="0" y="134"/>
                </a:ln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7"/>
                  <a:pt x="66" y="17"/>
                  <a:pt x="82" y="11"/>
                </a:cubicBezTo>
                <a:cubicBezTo>
                  <a:pt x="99" y="4"/>
                  <a:pt x="116" y="0"/>
                  <a:pt x="133" y="0"/>
                </a:cubicBezTo>
                <a:close/>
              </a:path>
            </a:pathLst>
          </a:custGeom>
          <a:noFill/>
          <a:ln w="18000">
            <a:solidFill>
              <a:srgbClr val="4A004A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5381280" y="4235760"/>
            <a:ext cx="1737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Queryable repo + tiered memory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838520" y="4961160"/>
            <a:ext cx="1658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30" b="1" u="none" strike="noStrike">
                <a:solidFill>
                  <a:srgbClr val="EFBBFF"/>
                </a:solidFill>
                <a:effectLst/>
                <a:uFillTx/>
                <a:latin typeface="SourceSansPro"/>
                <a:ea typeface="SourceSansPro"/>
              </a:rPr>
              <a:t>5. Infrastructure Layer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347840" y="5234400"/>
            <a:ext cx="269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EFBBFF"/>
                </a:solidFill>
                <a:effectLst/>
                <a:uFillTx/>
                <a:latin typeface="SourceSansPro"/>
                <a:ea typeface="SourceSansPro"/>
              </a:rPr>
              <a:t>Provider Adapter · ToolRuntime · Budget Manager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243760" y="5114160"/>
            <a:ext cx="2128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EFBBFF"/>
                </a:solidFill>
                <a:effectLst/>
                <a:uFillTx/>
                <a:latin typeface="SourceSansPro"/>
                <a:ea typeface="SourceSansPro"/>
              </a:rPr>
              <a:t>LLM access + safe exec + context limits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2874240" y="5653800"/>
            <a:ext cx="4003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Protocol interfaces between every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2617560" y="93240"/>
            <a:ext cx="39974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SYSTEM MODULE MAP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023920" y="3484800"/>
            <a:ext cx="798840" cy="282240"/>
          </a:xfrm>
          <a:custGeom>
            <a:avLst/>
            <a:gdLst/>
            <a:ahLst/>
            <a:rect l="0" t="0" r="r" b="b"/>
            <a:pathLst>
              <a:path w="2219" h="784">
                <a:moveTo>
                  <a:pt x="0" y="0"/>
                </a:moveTo>
                <a:lnTo>
                  <a:pt x="2219" y="0"/>
                </a:lnTo>
                <a:lnTo>
                  <a:pt x="2219" y="784"/>
                </a:lnTo>
                <a:lnTo>
                  <a:pt x="0" y="784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023920" y="3484800"/>
            <a:ext cx="798840" cy="282240"/>
          </a:xfrm>
          <a:custGeom>
            <a:avLst/>
            <a:gdLst/>
            <a:ahLst/>
            <a:rect l="0" t="0" r="r" b="b"/>
            <a:pathLst>
              <a:path w="2219" h="784">
                <a:moveTo>
                  <a:pt x="0" y="0"/>
                </a:moveTo>
                <a:lnTo>
                  <a:pt x="2219" y="0"/>
                </a:lnTo>
                <a:lnTo>
                  <a:pt x="2219" y="784"/>
                </a:lnTo>
                <a:lnTo>
                  <a:pt x="0" y="78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338200" y="698400"/>
            <a:ext cx="5181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Each numbered flow corresponds to the </a:t>
            </a:r>
            <a:r>
              <a:rPr lang="en-US" sz="10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15-step execution protocol</a:t>
            </a: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between modules.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881080" y="3484800"/>
            <a:ext cx="1375920" cy="685080"/>
          </a:xfrm>
          <a:custGeom>
            <a:avLst/>
            <a:gdLst/>
            <a:ahLst/>
            <a:rect l="0" t="0" r="r" b="b"/>
            <a:pathLst>
              <a:path w="3822" h="1903">
                <a:moveTo>
                  <a:pt x="0" y="0"/>
                </a:moveTo>
                <a:lnTo>
                  <a:pt x="3822" y="0"/>
                </a:lnTo>
                <a:lnTo>
                  <a:pt x="3822" y="1903"/>
                </a:lnTo>
                <a:lnTo>
                  <a:pt x="0" y="1903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881080" y="3484800"/>
            <a:ext cx="1375920" cy="685080"/>
          </a:xfrm>
          <a:custGeom>
            <a:avLst/>
            <a:gdLst/>
            <a:ahLst/>
            <a:rect l="0" t="0" r="r" b="b"/>
            <a:pathLst>
              <a:path w="3822" h="1903">
                <a:moveTo>
                  <a:pt x="0" y="0"/>
                </a:moveTo>
                <a:lnTo>
                  <a:pt x="3822" y="0"/>
                </a:lnTo>
                <a:lnTo>
                  <a:pt x="3822" y="1903"/>
                </a:lnTo>
                <a:lnTo>
                  <a:pt x="0" y="1903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2269080" y="3488040"/>
            <a:ext cx="2617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Providers Module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4243680" y="4767120"/>
            <a:ext cx="3175560" cy="612000"/>
          </a:xfrm>
          <a:custGeom>
            <a:avLst/>
            <a:gdLst/>
            <a:ahLst/>
            <a:rect l="0" t="0" r="r" b="b"/>
            <a:pathLst>
              <a:path w="8821" h="1700">
                <a:moveTo>
                  <a:pt x="0" y="0"/>
                </a:moveTo>
                <a:lnTo>
                  <a:pt x="8821" y="0"/>
                </a:lnTo>
                <a:lnTo>
                  <a:pt x="8821" y="1700"/>
                </a:lnTo>
                <a:lnTo>
                  <a:pt x="0" y="1700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4243680" y="4767120"/>
            <a:ext cx="3175560" cy="612000"/>
          </a:xfrm>
          <a:custGeom>
            <a:avLst/>
            <a:gdLst/>
            <a:ahLst/>
            <a:rect l="0" t="0" r="r" b="b"/>
            <a:pathLst>
              <a:path w="8821" h="1700">
                <a:moveTo>
                  <a:pt x="0" y="0"/>
                </a:moveTo>
                <a:lnTo>
                  <a:pt x="8821" y="0"/>
                </a:lnTo>
                <a:lnTo>
                  <a:pt x="8821" y="1700"/>
                </a:lnTo>
                <a:lnTo>
                  <a:pt x="0" y="1700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318120" y="3488040"/>
            <a:ext cx="4201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Execution &amp; Safety Modules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445800" y="3484800"/>
            <a:ext cx="1036080" cy="1088280"/>
          </a:xfrm>
          <a:custGeom>
            <a:avLst/>
            <a:gdLst/>
            <a:ahLst/>
            <a:rect l="0" t="0" r="r" b="b"/>
            <a:pathLst>
              <a:path w="2878" h="3023">
                <a:moveTo>
                  <a:pt x="0" y="0"/>
                </a:moveTo>
                <a:lnTo>
                  <a:pt x="2878" y="0"/>
                </a:lnTo>
                <a:lnTo>
                  <a:pt x="2878" y="3023"/>
                </a:lnTo>
                <a:lnTo>
                  <a:pt x="0" y="3023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6445800" y="3484800"/>
            <a:ext cx="1036080" cy="1088280"/>
          </a:xfrm>
          <a:custGeom>
            <a:avLst/>
            <a:gdLst/>
            <a:ahLst/>
            <a:rect l="0" t="0" r="r" b="b"/>
            <a:pathLst>
              <a:path w="2878" h="3023">
                <a:moveTo>
                  <a:pt x="0" y="0"/>
                </a:moveTo>
                <a:lnTo>
                  <a:pt x="2878" y="0"/>
                </a:lnTo>
                <a:lnTo>
                  <a:pt x="2878" y="3023"/>
                </a:lnTo>
                <a:lnTo>
                  <a:pt x="0" y="3023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5532480" y="4770360"/>
            <a:ext cx="5187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Knowledge &amp; Persistence Modules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023920" y="2018160"/>
            <a:ext cx="3153960" cy="1272600"/>
          </a:xfrm>
          <a:custGeom>
            <a:avLst/>
            <a:gdLst/>
            <a:ahLst/>
            <a:rect l="0" t="0" r="r" b="b"/>
            <a:pathLst>
              <a:path w="8761" h="3535">
                <a:moveTo>
                  <a:pt x="0" y="0"/>
                </a:moveTo>
                <a:lnTo>
                  <a:pt x="8761" y="0"/>
                </a:lnTo>
                <a:lnTo>
                  <a:pt x="8761" y="3535"/>
                </a:lnTo>
                <a:lnTo>
                  <a:pt x="0" y="3535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023920" y="2018160"/>
            <a:ext cx="3153960" cy="1272600"/>
          </a:xfrm>
          <a:custGeom>
            <a:avLst/>
            <a:gdLst/>
            <a:ahLst/>
            <a:rect l="0" t="0" r="r" b="b"/>
            <a:pathLst>
              <a:path w="8761" h="3535">
                <a:moveTo>
                  <a:pt x="0" y="0"/>
                </a:moveTo>
                <a:lnTo>
                  <a:pt x="8761" y="0"/>
                </a:lnTo>
                <a:lnTo>
                  <a:pt x="8761" y="3535"/>
                </a:lnTo>
                <a:lnTo>
                  <a:pt x="0" y="3535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6703560" y="3488040"/>
            <a:ext cx="4406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Context Engineering Modules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5235840" y="918360"/>
            <a:ext cx="785160" cy="3251520"/>
          </a:xfrm>
          <a:custGeom>
            <a:avLst/>
            <a:gdLst/>
            <a:ahLst/>
            <a:rect l="0" t="0" r="r" b="b"/>
            <a:pathLst>
              <a:path w="2181" h="9032">
                <a:moveTo>
                  <a:pt x="0" y="0"/>
                </a:moveTo>
                <a:lnTo>
                  <a:pt x="2181" y="0"/>
                </a:lnTo>
                <a:lnTo>
                  <a:pt x="2181" y="9032"/>
                </a:lnTo>
                <a:lnTo>
                  <a:pt x="0" y="9032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5235840" y="918360"/>
            <a:ext cx="785160" cy="3251520"/>
          </a:xfrm>
          <a:custGeom>
            <a:avLst/>
            <a:gdLst/>
            <a:ahLst/>
            <a:rect l="0" t="0" r="r" b="b"/>
            <a:pathLst>
              <a:path w="2181" h="9032">
                <a:moveTo>
                  <a:pt x="0" y="0"/>
                </a:moveTo>
                <a:lnTo>
                  <a:pt x="2181" y="0"/>
                </a:lnTo>
                <a:lnTo>
                  <a:pt x="2181" y="9032"/>
                </a:lnTo>
                <a:lnTo>
                  <a:pt x="0" y="9032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3485160" y="2021400"/>
            <a:ext cx="2077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Agent Module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4641480" y="1475640"/>
            <a:ext cx="996840" cy="652680"/>
          </a:xfrm>
          <a:custGeom>
            <a:avLst/>
            <a:gdLst/>
            <a:ahLst/>
            <a:rect l="0" t="0" r="r" b="b"/>
            <a:pathLst>
              <a:path fill="none" w="2769" h="1813">
                <a:moveTo>
                  <a:pt x="2769" y="0"/>
                </a:moveTo>
                <a:lnTo>
                  <a:pt x="2769" y="206"/>
                </a:lnTo>
                <a:cubicBezTo>
                  <a:pt x="2769" y="413"/>
                  <a:pt x="2769" y="826"/>
                  <a:pt x="2769" y="1077"/>
                </a:cubicBezTo>
                <a:cubicBezTo>
                  <a:pt x="2769" y="1329"/>
                  <a:pt x="2769" y="1418"/>
                  <a:pt x="2306" y="1514"/>
                </a:cubicBezTo>
                <a:cubicBezTo>
                  <a:pt x="1845" y="1610"/>
                  <a:pt x="923" y="1712"/>
                  <a:pt x="461" y="1763"/>
                </a:cubicBezTo>
                <a:lnTo>
                  <a:pt x="0" y="1813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4629960" y="2115360"/>
            <a:ext cx="24840" cy="23400"/>
          </a:xfrm>
          <a:custGeom>
            <a:avLst/>
            <a:gdLst/>
            <a:ahLst/>
            <a:rect l="0" t="0" r="r" b="b"/>
            <a:pathLst>
              <a:path w="69" h="65">
                <a:moveTo>
                  <a:pt x="0" y="39"/>
                </a:moveTo>
                <a:lnTo>
                  <a:pt x="62" y="0"/>
                </a:lnTo>
                <a:lnTo>
                  <a:pt x="69" y="65"/>
                </a:lnTo>
                <a:lnTo>
                  <a:pt x="0" y="39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4629600" y="2115360"/>
            <a:ext cx="25200" cy="23760"/>
          </a:xfrm>
          <a:custGeom>
            <a:avLst/>
            <a:gdLst/>
            <a:ahLst/>
            <a:rect l="0" t="0" r="r" b="b"/>
            <a:pathLst>
              <a:path w="70" h="66">
                <a:moveTo>
                  <a:pt x="70" y="65"/>
                </a:moveTo>
                <a:lnTo>
                  <a:pt x="62" y="66"/>
                </a:lnTo>
                <a:lnTo>
                  <a:pt x="56" y="64"/>
                </a:lnTo>
                <a:lnTo>
                  <a:pt x="50" y="61"/>
                </a:lnTo>
                <a:lnTo>
                  <a:pt x="44" y="59"/>
                </a:lnTo>
                <a:lnTo>
                  <a:pt x="38" y="57"/>
                </a:lnTo>
                <a:lnTo>
                  <a:pt x="32" y="55"/>
                </a:lnTo>
                <a:lnTo>
                  <a:pt x="25" y="52"/>
                </a:lnTo>
                <a:lnTo>
                  <a:pt x="19" y="50"/>
                </a:lnTo>
                <a:lnTo>
                  <a:pt x="13" y="48"/>
                </a:lnTo>
                <a:lnTo>
                  <a:pt x="7" y="46"/>
                </a:lnTo>
                <a:lnTo>
                  <a:pt x="1" y="44"/>
                </a:lnTo>
                <a:lnTo>
                  <a:pt x="0" y="36"/>
                </a:lnTo>
                <a:lnTo>
                  <a:pt x="3" y="34"/>
                </a:lnTo>
                <a:lnTo>
                  <a:pt x="9" y="31"/>
                </a:lnTo>
                <a:lnTo>
                  <a:pt x="14" y="27"/>
                </a:lnTo>
                <a:lnTo>
                  <a:pt x="18" y="33"/>
                </a:lnTo>
                <a:lnTo>
                  <a:pt x="12" y="36"/>
                </a:lnTo>
                <a:lnTo>
                  <a:pt x="8" y="39"/>
                </a:lnTo>
                <a:lnTo>
                  <a:pt x="9" y="40"/>
                </a:lnTo>
                <a:lnTo>
                  <a:pt x="15" y="42"/>
                </a:lnTo>
                <a:lnTo>
                  <a:pt x="21" y="44"/>
                </a:lnTo>
                <a:lnTo>
                  <a:pt x="28" y="46"/>
                </a:lnTo>
                <a:lnTo>
                  <a:pt x="34" y="49"/>
                </a:lnTo>
                <a:lnTo>
                  <a:pt x="40" y="51"/>
                </a:lnTo>
                <a:lnTo>
                  <a:pt x="46" y="53"/>
                </a:lnTo>
                <a:lnTo>
                  <a:pt x="53" y="55"/>
                </a:lnTo>
                <a:lnTo>
                  <a:pt x="59" y="58"/>
                </a:lnTo>
                <a:lnTo>
                  <a:pt x="65" y="60"/>
                </a:lnTo>
                <a:lnTo>
                  <a:pt x="66" y="60"/>
                </a:lnTo>
                <a:lnTo>
                  <a:pt x="65" y="57"/>
                </a:lnTo>
                <a:lnTo>
                  <a:pt x="65" y="50"/>
                </a:lnTo>
                <a:lnTo>
                  <a:pt x="64" y="44"/>
                </a:lnTo>
                <a:lnTo>
                  <a:pt x="63" y="37"/>
                </a:lnTo>
                <a:lnTo>
                  <a:pt x="63" y="31"/>
                </a:lnTo>
                <a:lnTo>
                  <a:pt x="62" y="24"/>
                </a:lnTo>
                <a:lnTo>
                  <a:pt x="61" y="18"/>
                </a:lnTo>
                <a:lnTo>
                  <a:pt x="61" y="12"/>
                </a:lnTo>
                <a:lnTo>
                  <a:pt x="60" y="5"/>
                </a:lnTo>
                <a:lnTo>
                  <a:pt x="57" y="8"/>
                </a:lnTo>
                <a:lnTo>
                  <a:pt x="51" y="12"/>
                </a:lnTo>
                <a:lnTo>
                  <a:pt x="51" y="10"/>
                </a:lnTo>
                <a:lnTo>
                  <a:pt x="51" y="12"/>
                </a:lnTo>
                <a:lnTo>
                  <a:pt x="46" y="15"/>
                </a:lnTo>
                <a:lnTo>
                  <a:pt x="41" y="19"/>
                </a:lnTo>
                <a:lnTo>
                  <a:pt x="39" y="16"/>
                </a:lnTo>
                <a:lnTo>
                  <a:pt x="41" y="19"/>
                </a:lnTo>
                <a:lnTo>
                  <a:pt x="35" y="22"/>
                </a:lnTo>
                <a:lnTo>
                  <a:pt x="30" y="26"/>
                </a:lnTo>
                <a:lnTo>
                  <a:pt x="23" y="29"/>
                </a:lnTo>
                <a:lnTo>
                  <a:pt x="20" y="24"/>
                </a:lnTo>
                <a:lnTo>
                  <a:pt x="25" y="20"/>
                </a:lnTo>
                <a:lnTo>
                  <a:pt x="32" y="17"/>
                </a:lnTo>
                <a:lnTo>
                  <a:pt x="37" y="13"/>
                </a:lnTo>
                <a:lnTo>
                  <a:pt x="42" y="10"/>
                </a:lnTo>
                <a:lnTo>
                  <a:pt x="43" y="11"/>
                </a:lnTo>
                <a:lnTo>
                  <a:pt x="42" y="10"/>
                </a:lnTo>
                <a:lnTo>
                  <a:pt x="48" y="5"/>
                </a:lnTo>
                <a:lnTo>
                  <a:pt x="53" y="2"/>
                </a:lnTo>
                <a:lnTo>
                  <a:pt x="55" y="0"/>
                </a:lnTo>
                <a:lnTo>
                  <a:pt x="63" y="0"/>
                </a:lnTo>
                <a:lnTo>
                  <a:pt x="70" y="65"/>
                </a:lnTo>
                <a:moveTo>
                  <a:pt x="14" y="27"/>
                </a:moveTo>
                <a:lnTo>
                  <a:pt x="20" y="24"/>
                </a:lnTo>
                <a:lnTo>
                  <a:pt x="23" y="29"/>
                </a:lnTo>
                <a:lnTo>
                  <a:pt x="18" y="33"/>
                </a:lnTo>
                <a:lnTo>
                  <a:pt x="14" y="27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4358880" y="2227320"/>
            <a:ext cx="0" cy="182520"/>
          </a:xfrm>
          <a:custGeom>
            <a:avLst/>
            <a:gdLst/>
            <a:ahLst/>
            <a:rect l="0" t="0" r="r" b="b"/>
            <a:pathLst>
              <a:path fill="none" w="0" h="507">
                <a:moveTo>
                  <a:pt x="0" y="0"/>
                </a:moveTo>
                <a:lnTo>
                  <a:pt x="0" y="44"/>
                </a:lnTo>
                <a:cubicBezTo>
                  <a:pt x="0" y="89"/>
                  <a:pt x="0" y="179"/>
                  <a:pt x="0" y="264"/>
                </a:cubicBezTo>
                <a:cubicBezTo>
                  <a:pt x="0" y="348"/>
                  <a:pt x="0" y="428"/>
                  <a:pt x="0" y="467"/>
                </a:cubicBezTo>
                <a:lnTo>
                  <a:pt x="0" y="507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4347360" y="239796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2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4347360" y="239796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3"/>
                </a:moveTo>
                <a:lnTo>
                  <a:pt x="60" y="19"/>
                </a:lnTo>
                <a:lnTo>
                  <a:pt x="57" y="25"/>
                </a:lnTo>
                <a:lnTo>
                  <a:pt x="54" y="32"/>
                </a:lnTo>
                <a:lnTo>
                  <a:pt x="50" y="37"/>
                </a:lnTo>
                <a:lnTo>
                  <a:pt x="47" y="43"/>
                </a:lnTo>
                <a:lnTo>
                  <a:pt x="45" y="49"/>
                </a:lnTo>
                <a:lnTo>
                  <a:pt x="42" y="55"/>
                </a:lnTo>
                <a:lnTo>
                  <a:pt x="39" y="61"/>
                </a:lnTo>
                <a:lnTo>
                  <a:pt x="36" y="66"/>
                </a:lnTo>
                <a:lnTo>
                  <a:pt x="29" y="66"/>
                </a:lnTo>
                <a:lnTo>
                  <a:pt x="27" y="63"/>
                </a:lnTo>
                <a:lnTo>
                  <a:pt x="24" y="57"/>
                </a:lnTo>
                <a:lnTo>
                  <a:pt x="21" y="51"/>
                </a:lnTo>
                <a:lnTo>
                  <a:pt x="27" y="48"/>
                </a:lnTo>
                <a:lnTo>
                  <a:pt x="30" y="54"/>
                </a:lnTo>
                <a:lnTo>
                  <a:pt x="32" y="59"/>
                </a:lnTo>
                <a:lnTo>
                  <a:pt x="33" y="58"/>
                </a:lnTo>
                <a:lnTo>
                  <a:pt x="36" y="52"/>
                </a:lnTo>
                <a:lnTo>
                  <a:pt x="39" y="46"/>
                </a:lnTo>
                <a:lnTo>
                  <a:pt x="42" y="40"/>
                </a:lnTo>
                <a:lnTo>
                  <a:pt x="45" y="35"/>
                </a:lnTo>
                <a:lnTo>
                  <a:pt x="47" y="29"/>
                </a:lnTo>
                <a:lnTo>
                  <a:pt x="50" y="22"/>
                </a:lnTo>
                <a:lnTo>
                  <a:pt x="54" y="16"/>
                </a:lnTo>
                <a:lnTo>
                  <a:pt x="57" y="10"/>
                </a:lnTo>
                <a:lnTo>
                  <a:pt x="60" y="5"/>
                </a:lnTo>
                <a:lnTo>
                  <a:pt x="61" y="3"/>
                </a:lnTo>
                <a:lnTo>
                  <a:pt x="57" y="3"/>
                </a:lnTo>
                <a:lnTo>
                  <a:pt x="50" y="3"/>
                </a:lnTo>
                <a:lnTo>
                  <a:pt x="43" y="3"/>
                </a:lnTo>
                <a:lnTo>
                  <a:pt x="37" y="3"/>
                </a:lnTo>
                <a:lnTo>
                  <a:pt x="30" y="3"/>
                </a:lnTo>
                <a:lnTo>
                  <a:pt x="24" y="3"/>
                </a:lnTo>
                <a:lnTo>
                  <a:pt x="17" y="3"/>
                </a:lnTo>
                <a:lnTo>
                  <a:pt x="11" y="3"/>
                </a:lnTo>
                <a:lnTo>
                  <a:pt x="5" y="3"/>
                </a:lnTo>
                <a:lnTo>
                  <a:pt x="7" y="7"/>
                </a:lnTo>
                <a:lnTo>
                  <a:pt x="10" y="12"/>
                </a:lnTo>
                <a:lnTo>
                  <a:pt x="8" y="13"/>
                </a:lnTo>
                <a:lnTo>
                  <a:pt x="10" y="12"/>
                </a:lnTo>
                <a:lnTo>
                  <a:pt x="13" y="18"/>
                </a:lnTo>
                <a:lnTo>
                  <a:pt x="16" y="24"/>
                </a:lnTo>
                <a:lnTo>
                  <a:pt x="13" y="26"/>
                </a:lnTo>
                <a:lnTo>
                  <a:pt x="16" y="24"/>
                </a:lnTo>
                <a:lnTo>
                  <a:pt x="18" y="31"/>
                </a:lnTo>
                <a:lnTo>
                  <a:pt x="21" y="37"/>
                </a:lnTo>
                <a:lnTo>
                  <a:pt x="24" y="42"/>
                </a:lnTo>
                <a:lnTo>
                  <a:pt x="18" y="45"/>
                </a:lnTo>
                <a:lnTo>
                  <a:pt x="16" y="40"/>
                </a:lnTo>
                <a:lnTo>
                  <a:pt x="13" y="34"/>
                </a:lnTo>
                <a:lnTo>
                  <a:pt x="10" y="28"/>
                </a:lnTo>
                <a:lnTo>
                  <a:pt x="7" y="21"/>
                </a:lnTo>
                <a:lnTo>
                  <a:pt x="8" y="20"/>
                </a:lnTo>
                <a:lnTo>
                  <a:pt x="7" y="21"/>
                </a:lnTo>
                <a:lnTo>
                  <a:pt x="4" y="15"/>
                </a:lnTo>
                <a:lnTo>
                  <a:pt x="1" y="10"/>
                </a:lnTo>
                <a:lnTo>
                  <a:pt x="0" y="7"/>
                </a:lnTo>
                <a:lnTo>
                  <a:pt x="0" y="0"/>
                </a:lnTo>
                <a:lnTo>
                  <a:pt x="66" y="0"/>
                </a:lnTo>
                <a:lnTo>
                  <a:pt x="66" y="7"/>
                </a:lnTo>
                <a:lnTo>
                  <a:pt x="63" y="13"/>
                </a:lnTo>
                <a:moveTo>
                  <a:pt x="21" y="51"/>
                </a:moveTo>
                <a:lnTo>
                  <a:pt x="18" y="45"/>
                </a:lnTo>
                <a:lnTo>
                  <a:pt x="24" y="42"/>
                </a:lnTo>
                <a:lnTo>
                  <a:pt x="27" y="48"/>
                </a:lnTo>
                <a:lnTo>
                  <a:pt x="21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4514040" y="2556000"/>
            <a:ext cx="224640" cy="184320"/>
          </a:xfrm>
          <a:custGeom>
            <a:avLst/>
            <a:gdLst/>
            <a:ahLst/>
            <a:rect l="0" t="0" r="r" b="b"/>
            <a:pathLst>
              <a:path w="624" h="512">
                <a:moveTo>
                  <a:pt x="3" y="0"/>
                </a:moveTo>
                <a:lnTo>
                  <a:pt x="18" y="6"/>
                </a:lnTo>
                <a:lnTo>
                  <a:pt x="15" y="14"/>
                </a:lnTo>
                <a:lnTo>
                  <a:pt x="0" y="7"/>
                </a:lnTo>
                <a:lnTo>
                  <a:pt x="3" y="0"/>
                </a:lnTo>
                <a:moveTo>
                  <a:pt x="33" y="13"/>
                </a:moveTo>
                <a:lnTo>
                  <a:pt x="48" y="19"/>
                </a:lnTo>
                <a:lnTo>
                  <a:pt x="44" y="27"/>
                </a:lnTo>
                <a:lnTo>
                  <a:pt x="30" y="20"/>
                </a:lnTo>
                <a:lnTo>
                  <a:pt x="33" y="13"/>
                </a:lnTo>
                <a:moveTo>
                  <a:pt x="63" y="26"/>
                </a:moveTo>
                <a:lnTo>
                  <a:pt x="77" y="32"/>
                </a:lnTo>
                <a:lnTo>
                  <a:pt x="74" y="40"/>
                </a:lnTo>
                <a:lnTo>
                  <a:pt x="59" y="33"/>
                </a:lnTo>
                <a:lnTo>
                  <a:pt x="63" y="26"/>
                </a:lnTo>
                <a:moveTo>
                  <a:pt x="92" y="39"/>
                </a:moveTo>
                <a:lnTo>
                  <a:pt x="106" y="45"/>
                </a:lnTo>
                <a:lnTo>
                  <a:pt x="107" y="45"/>
                </a:lnTo>
                <a:lnTo>
                  <a:pt x="104" y="53"/>
                </a:lnTo>
                <a:lnTo>
                  <a:pt x="103" y="52"/>
                </a:lnTo>
                <a:lnTo>
                  <a:pt x="89" y="46"/>
                </a:lnTo>
                <a:lnTo>
                  <a:pt x="92" y="39"/>
                </a:lnTo>
                <a:moveTo>
                  <a:pt x="121" y="51"/>
                </a:moveTo>
                <a:lnTo>
                  <a:pt x="136" y="58"/>
                </a:lnTo>
                <a:lnTo>
                  <a:pt x="133" y="65"/>
                </a:lnTo>
                <a:lnTo>
                  <a:pt x="118" y="59"/>
                </a:lnTo>
                <a:lnTo>
                  <a:pt x="121" y="51"/>
                </a:lnTo>
                <a:moveTo>
                  <a:pt x="152" y="65"/>
                </a:moveTo>
                <a:lnTo>
                  <a:pt x="166" y="71"/>
                </a:lnTo>
                <a:lnTo>
                  <a:pt x="163" y="78"/>
                </a:lnTo>
                <a:lnTo>
                  <a:pt x="148" y="72"/>
                </a:lnTo>
                <a:lnTo>
                  <a:pt x="152" y="65"/>
                </a:lnTo>
                <a:moveTo>
                  <a:pt x="181" y="78"/>
                </a:moveTo>
                <a:lnTo>
                  <a:pt x="196" y="85"/>
                </a:lnTo>
                <a:lnTo>
                  <a:pt x="193" y="92"/>
                </a:lnTo>
                <a:lnTo>
                  <a:pt x="177" y="85"/>
                </a:lnTo>
                <a:lnTo>
                  <a:pt x="181" y="78"/>
                </a:lnTo>
                <a:moveTo>
                  <a:pt x="210" y="91"/>
                </a:moveTo>
                <a:lnTo>
                  <a:pt x="225" y="98"/>
                </a:lnTo>
                <a:lnTo>
                  <a:pt x="221" y="105"/>
                </a:lnTo>
                <a:lnTo>
                  <a:pt x="207" y="98"/>
                </a:lnTo>
                <a:lnTo>
                  <a:pt x="210" y="91"/>
                </a:lnTo>
                <a:moveTo>
                  <a:pt x="240" y="104"/>
                </a:moveTo>
                <a:lnTo>
                  <a:pt x="255" y="111"/>
                </a:lnTo>
                <a:lnTo>
                  <a:pt x="251" y="119"/>
                </a:lnTo>
                <a:lnTo>
                  <a:pt x="237" y="112"/>
                </a:lnTo>
                <a:lnTo>
                  <a:pt x="240" y="104"/>
                </a:lnTo>
                <a:moveTo>
                  <a:pt x="270" y="118"/>
                </a:moveTo>
                <a:lnTo>
                  <a:pt x="285" y="125"/>
                </a:lnTo>
                <a:lnTo>
                  <a:pt x="281" y="133"/>
                </a:lnTo>
                <a:lnTo>
                  <a:pt x="266" y="126"/>
                </a:lnTo>
                <a:lnTo>
                  <a:pt x="270" y="118"/>
                </a:lnTo>
                <a:moveTo>
                  <a:pt x="300" y="133"/>
                </a:moveTo>
                <a:lnTo>
                  <a:pt x="315" y="140"/>
                </a:lnTo>
                <a:lnTo>
                  <a:pt x="311" y="148"/>
                </a:lnTo>
                <a:lnTo>
                  <a:pt x="296" y="140"/>
                </a:lnTo>
                <a:lnTo>
                  <a:pt x="300" y="133"/>
                </a:lnTo>
                <a:moveTo>
                  <a:pt x="329" y="148"/>
                </a:moveTo>
                <a:lnTo>
                  <a:pt x="333" y="150"/>
                </a:lnTo>
                <a:lnTo>
                  <a:pt x="344" y="155"/>
                </a:lnTo>
                <a:lnTo>
                  <a:pt x="340" y="163"/>
                </a:lnTo>
                <a:lnTo>
                  <a:pt x="329" y="157"/>
                </a:lnTo>
                <a:lnTo>
                  <a:pt x="326" y="155"/>
                </a:lnTo>
                <a:lnTo>
                  <a:pt x="329" y="148"/>
                </a:lnTo>
                <a:moveTo>
                  <a:pt x="359" y="163"/>
                </a:moveTo>
                <a:lnTo>
                  <a:pt x="373" y="171"/>
                </a:lnTo>
                <a:lnTo>
                  <a:pt x="369" y="178"/>
                </a:lnTo>
                <a:lnTo>
                  <a:pt x="355" y="170"/>
                </a:lnTo>
                <a:lnTo>
                  <a:pt x="359" y="163"/>
                </a:lnTo>
                <a:moveTo>
                  <a:pt x="387" y="179"/>
                </a:moveTo>
                <a:lnTo>
                  <a:pt x="401" y="186"/>
                </a:lnTo>
                <a:lnTo>
                  <a:pt x="398" y="193"/>
                </a:lnTo>
                <a:lnTo>
                  <a:pt x="383" y="186"/>
                </a:lnTo>
                <a:lnTo>
                  <a:pt x="387" y="179"/>
                </a:lnTo>
                <a:moveTo>
                  <a:pt x="415" y="194"/>
                </a:moveTo>
                <a:lnTo>
                  <a:pt x="429" y="202"/>
                </a:lnTo>
                <a:lnTo>
                  <a:pt x="425" y="209"/>
                </a:lnTo>
                <a:lnTo>
                  <a:pt x="411" y="201"/>
                </a:lnTo>
                <a:lnTo>
                  <a:pt x="415" y="194"/>
                </a:lnTo>
                <a:moveTo>
                  <a:pt x="443" y="211"/>
                </a:moveTo>
                <a:cubicBezTo>
                  <a:pt x="448" y="214"/>
                  <a:pt x="453" y="217"/>
                  <a:pt x="457" y="220"/>
                </a:cubicBezTo>
                <a:lnTo>
                  <a:pt x="453" y="227"/>
                </a:lnTo>
                <a:cubicBezTo>
                  <a:pt x="448" y="224"/>
                  <a:pt x="444" y="221"/>
                  <a:pt x="439" y="218"/>
                </a:cubicBezTo>
                <a:lnTo>
                  <a:pt x="443" y="211"/>
                </a:lnTo>
                <a:moveTo>
                  <a:pt x="471" y="229"/>
                </a:moveTo>
                <a:cubicBezTo>
                  <a:pt x="475" y="232"/>
                  <a:pt x="480" y="235"/>
                  <a:pt x="484" y="238"/>
                </a:cubicBezTo>
                <a:lnTo>
                  <a:pt x="480" y="245"/>
                </a:lnTo>
                <a:cubicBezTo>
                  <a:pt x="475" y="241"/>
                  <a:pt x="471" y="238"/>
                  <a:pt x="466" y="235"/>
                </a:cubicBezTo>
                <a:lnTo>
                  <a:pt x="471" y="229"/>
                </a:lnTo>
                <a:moveTo>
                  <a:pt x="498" y="248"/>
                </a:moveTo>
                <a:cubicBezTo>
                  <a:pt x="502" y="251"/>
                  <a:pt x="507" y="254"/>
                  <a:pt x="511" y="257"/>
                </a:cubicBezTo>
                <a:lnTo>
                  <a:pt x="506" y="264"/>
                </a:lnTo>
                <a:cubicBezTo>
                  <a:pt x="502" y="261"/>
                  <a:pt x="498" y="257"/>
                  <a:pt x="493" y="254"/>
                </a:cubicBezTo>
                <a:lnTo>
                  <a:pt x="498" y="248"/>
                </a:lnTo>
                <a:moveTo>
                  <a:pt x="523" y="267"/>
                </a:moveTo>
                <a:cubicBezTo>
                  <a:pt x="528" y="271"/>
                  <a:pt x="532" y="275"/>
                  <a:pt x="536" y="279"/>
                </a:cubicBezTo>
                <a:lnTo>
                  <a:pt x="531" y="285"/>
                </a:lnTo>
                <a:cubicBezTo>
                  <a:pt x="527" y="281"/>
                  <a:pt x="522" y="277"/>
                  <a:pt x="518" y="274"/>
                </a:cubicBezTo>
                <a:lnTo>
                  <a:pt x="523" y="267"/>
                </a:lnTo>
                <a:moveTo>
                  <a:pt x="548" y="290"/>
                </a:moveTo>
                <a:cubicBezTo>
                  <a:pt x="552" y="294"/>
                  <a:pt x="555" y="298"/>
                  <a:pt x="559" y="302"/>
                </a:cubicBezTo>
                <a:lnTo>
                  <a:pt x="553" y="308"/>
                </a:lnTo>
                <a:cubicBezTo>
                  <a:pt x="550" y="304"/>
                  <a:pt x="546" y="300"/>
                  <a:pt x="542" y="296"/>
                </a:cubicBezTo>
                <a:lnTo>
                  <a:pt x="548" y="290"/>
                </a:lnTo>
                <a:moveTo>
                  <a:pt x="570" y="315"/>
                </a:moveTo>
                <a:cubicBezTo>
                  <a:pt x="573" y="319"/>
                  <a:pt x="577" y="323"/>
                  <a:pt x="580" y="328"/>
                </a:cubicBezTo>
                <a:lnTo>
                  <a:pt x="573" y="332"/>
                </a:lnTo>
                <a:cubicBezTo>
                  <a:pt x="570" y="328"/>
                  <a:pt x="567" y="324"/>
                  <a:pt x="564" y="320"/>
                </a:cubicBezTo>
                <a:lnTo>
                  <a:pt x="570" y="315"/>
                </a:lnTo>
                <a:moveTo>
                  <a:pt x="589" y="342"/>
                </a:moveTo>
                <a:cubicBezTo>
                  <a:pt x="592" y="346"/>
                  <a:pt x="595" y="351"/>
                  <a:pt x="598" y="355"/>
                </a:cubicBezTo>
                <a:lnTo>
                  <a:pt x="590" y="359"/>
                </a:lnTo>
                <a:cubicBezTo>
                  <a:pt x="588" y="355"/>
                  <a:pt x="585" y="350"/>
                  <a:pt x="582" y="346"/>
                </a:cubicBezTo>
                <a:lnTo>
                  <a:pt x="589" y="342"/>
                </a:lnTo>
                <a:moveTo>
                  <a:pt x="605" y="371"/>
                </a:moveTo>
                <a:cubicBezTo>
                  <a:pt x="607" y="375"/>
                  <a:pt x="609" y="380"/>
                  <a:pt x="611" y="385"/>
                </a:cubicBezTo>
                <a:lnTo>
                  <a:pt x="604" y="388"/>
                </a:lnTo>
                <a:cubicBezTo>
                  <a:pt x="602" y="383"/>
                  <a:pt x="600" y="379"/>
                  <a:pt x="598" y="374"/>
                </a:cubicBezTo>
                <a:lnTo>
                  <a:pt x="605" y="371"/>
                </a:lnTo>
                <a:moveTo>
                  <a:pt x="617" y="403"/>
                </a:moveTo>
                <a:cubicBezTo>
                  <a:pt x="618" y="408"/>
                  <a:pt x="619" y="413"/>
                  <a:pt x="620" y="419"/>
                </a:cubicBezTo>
                <a:lnTo>
                  <a:pt x="612" y="420"/>
                </a:lnTo>
                <a:cubicBezTo>
                  <a:pt x="611" y="415"/>
                  <a:pt x="610" y="410"/>
                  <a:pt x="609" y="405"/>
                </a:cubicBezTo>
                <a:lnTo>
                  <a:pt x="617" y="403"/>
                </a:lnTo>
                <a:moveTo>
                  <a:pt x="623" y="434"/>
                </a:moveTo>
                <a:cubicBezTo>
                  <a:pt x="623" y="440"/>
                  <a:pt x="624" y="446"/>
                  <a:pt x="624" y="452"/>
                </a:cubicBezTo>
                <a:lnTo>
                  <a:pt x="616" y="452"/>
                </a:lnTo>
                <a:cubicBezTo>
                  <a:pt x="616" y="446"/>
                  <a:pt x="615" y="440"/>
                  <a:pt x="615" y="435"/>
                </a:cubicBezTo>
                <a:lnTo>
                  <a:pt x="623" y="434"/>
                </a:lnTo>
                <a:moveTo>
                  <a:pt x="624" y="467"/>
                </a:moveTo>
                <a:lnTo>
                  <a:pt x="624" y="472"/>
                </a:lnTo>
                <a:lnTo>
                  <a:pt x="624" y="483"/>
                </a:lnTo>
                <a:lnTo>
                  <a:pt x="616" y="483"/>
                </a:lnTo>
                <a:lnTo>
                  <a:pt x="616" y="472"/>
                </a:lnTo>
                <a:lnTo>
                  <a:pt x="616" y="467"/>
                </a:lnTo>
                <a:lnTo>
                  <a:pt x="624" y="467"/>
                </a:lnTo>
                <a:moveTo>
                  <a:pt x="624" y="499"/>
                </a:moveTo>
                <a:lnTo>
                  <a:pt x="624" y="512"/>
                </a:lnTo>
                <a:lnTo>
                  <a:pt x="616" y="512"/>
                </a:lnTo>
                <a:lnTo>
                  <a:pt x="616" y="499"/>
                </a:lnTo>
                <a:lnTo>
                  <a:pt x="624" y="499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4725360" y="272808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3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4725360" y="272808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4"/>
                </a:moveTo>
                <a:lnTo>
                  <a:pt x="60" y="20"/>
                </a:lnTo>
                <a:lnTo>
                  <a:pt x="57" y="26"/>
                </a:lnTo>
                <a:lnTo>
                  <a:pt x="54" y="32"/>
                </a:lnTo>
                <a:lnTo>
                  <a:pt x="51" y="37"/>
                </a:lnTo>
                <a:lnTo>
                  <a:pt x="48" y="43"/>
                </a:lnTo>
                <a:lnTo>
                  <a:pt x="46" y="49"/>
                </a:lnTo>
                <a:lnTo>
                  <a:pt x="43" y="55"/>
                </a:lnTo>
                <a:lnTo>
                  <a:pt x="40" y="61"/>
                </a:lnTo>
                <a:lnTo>
                  <a:pt x="37" y="66"/>
                </a:lnTo>
                <a:lnTo>
                  <a:pt x="30" y="66"/>
                </a:lnTo>
                <a:lnTo>
                  <a:pt x="28" y="63"/>
                </a:lnTo>
                <a:lnTo>
                  <a:pt x="24" y="57"/>
                </a:lnTo>
                <a:lnTo>
                  <a:pt x="21" y="51"/>
                </a:lnTo>
                <a:lnTo>
                  <a:pt x="28" y="48"/>
                </a:lnTo>
                <a:lnTo>
                  <a:pt x="31" y="54"/>
                </a:lnTo>
                <a:lnTo>
                  <a:pt x="33" y="59"/>
                </a:lnTo>
                <a:lnTo>
                  <a:pt x="34" y="58"/>
                </a:lnTo>
                <a:lnTo>
                  <a:pt x="37" y="52"/>
                </a:lnTo>
                <a:lnTo>
                  <a:pt x="40" y="46"/>
                </a:lnTo>
                <a:lnTo>
                  <a:pt x="43" y="40"/>
                </a:lnTo>
                <a:lnTo>
                  <a:pt x="46" y="34"/>
                </a:lnTo>
                <a:lnTo>
                  <a:pt x="48" y="29"/>
                </a:lnTo>
                <a:lnTo>
                  <a:pt x="51" y="23"/>
                </a:lnTo>
                <a:lnTo>
                  <a:pt x="54" y="17"/>
                </a:lnTo>
                <a:lnTo>
                  <a:pt x="57" y="11"/>
                </a:lnTo>
                <a:lnTo>
                  <a:pt x="60" y="4"/>
                </a:lnTo>
                <a:lnTo>
                  <a:pt x="61" y="3"/>
                </a:lnTo>
                <a:lnTo>
                  <a:pt x="57" y="3"/>
                </a:lnTo>
                <a:lnTo>
                  <a:pt x="51" y="3"/>
                </a:lnTo>
                <a:lnTo>
                  <a:pt x="44" y="3"/>
                </a:lnTo>
                <a:lnTo>
                  <a:pt x="38" y="3"/>
                </a:lnTo>
                <a:lnTo>
                  <a:pt x="31" y="3"/>
                </a:lnTo>
                <a:lnTo>
                  <a:pt x="24" y="3"/>
                </a:lnTo>
                <a:lnTo>
                  <a:pt x="17" y="3"/>
                </a:lnTo>
                <a:lnTo>
                  <a:pt x="11" y="3"/>
                </a:lnTo>
                <a:lnTo>
                  <a:pt x="5" y="3"/>
                </a:lnTo>
                <a:lnTo>
                  <a:pt x="7" y="8"/>
                </a:lnTo>
                <a:lnTo>
                  <a:pt x="10" y="13"/>
                </a:lnTo>
                <a:lnTo>
                  <a:pt x="8" y="14"/>
                </a:lnTo>
                <a:lnTo>
                  <a:pt x="10" y="13"/>
                </a:lnTo>
                <a:lnTo>
                  <a:pt x="13" y="19"/>
                </a:lnTo>
                <a:lnTo>
                  <a:pt x="15" y="25"/>
                </a:lnTo>
                <a:lnTo>
                  <a:pt x="13" y="26"/>
                </a:lnTo>
                <a:lnTo>
                  <a:pt x="15" y="25"/>
                </a:lnTo>
                <a:lnTo>
                  <a:pt x="18" y="31"/>
                </a:lnTo>
                <a:lnTo>
                  <a:pt x="21" y="37"/>
                </a:lnTo>
                <a:lnTo>
                  <a:pt x="24" y="42"/>
                </a:lnTo>
                <a:lnTo>
                  <a:pt x="18" y="45"/>
                </a:lnTo>
                <a:lnTo>
                  <a:pt x="15" y="39"/>
                </a:lnTo>
                <a:lnTo>
                  <a:pt x="13" y="34"/>
                </a:lnTo>
                <a:lnTo>
                  <a:pt x="10" y="28"/>
                </a:lnTo>
                <a:lnTo>
                  <a:pt x="7" y="22"/>
                </a:lnTo>
                <a:lnTo>
                  <a:pt x="8" y="21"/>
                </a:lnTo>
                <a:lnTo>
                  <a:pt x="7" y="22"/>
                </a:lnTo>
                <a:lnTo>
                  <a:pt x="4" y="16"/>
                </a:lnTo>
                <a:lnTo>
                  <a:pt x="1" y="10"/>
                </a:lnTo>
                <a:lnTo>
                  <a:pt x="0" y="8"/>
                </a:lnTo>
                <a:lnTo>
                  <a:pt x="0" y="0"/>
                </a:lnTo>
                <a:lnTo>
                  <a:pt x="66" y="0"/>
                </a:lnTo>
                <a:lnTo>
                  <a:pt x="66" y="8"/>
                </a:lnTo>
                <a:lnTo>
                  <a:pt x="63" y="14"/>
                </a:lnTo>
                <a:moveTo>
                  <a:pt x="21" y="51"/>
                </a:moveTo>
                <a:lnTo>
                  <a:pt x="18" y="45"/>
                </a:lnTo>
                <a:lnTo>
                  <a:pt x="24" y="42"/>
                </a:lnTo>
                <a:lnTo>
                  <a:pt x="28" y="48"/>
                </a:lnTo>
                <a:lnTo>
                  <a:pt x="21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4005720" y="2557080"/>
            <a:ext cx="208080" cy="183240"/>
          </a:xfrm>
          <a:custGeom>
            <a:avLst/>
            <a:gdLst/>
            <a:ahLst/>
            <a:rect l="0" t="0" r="r" b="b"/>
            <a:pathLst>
              <a:path fill="none" w="578" h="509">
                <a:moveTo>
                  <a:pt x="578" y="0"/>
                </a:moveTo>
                <a:lnTo>
                  <a:pt x="482" y="45"/>
                </a:lnTo>
                <a:cubicBezTo>
                  <a:pt x="386" y="90"/>
                  <a:pt x="193" y="180"/>
                  <a:pt x="96" y="266"/>
                </a:cubicBezTo>
                <a:cubicBezTo>
                  <a:pt x="0" y="350"/>
                  <a:pt x="0" y="429"/>
                  <a:pt x="0" y="469"/>
                </a:cubicBezTo>
                <a:lnTo>
                  <a:pt x="0" y="509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993840" y="272808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4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3993840" y="272808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4"/>
                </a:moveTo>
                <a:lnTo>
                  <a:pt x="60" y="20"/>
                </a:lnTo>
                <a:lnTo>
                  <a:pt x="57" y="26"/>
                </a:lnTo>
                <a:lnTo>
                  <a:pt x="54" y="32"/>
                </a:lnTo>
                <a:lnTo>
                  <a:pt x="52" y="37"/>
                </a:lnTo>
                <a:lnTo>
                  <a:pt x="49" y="43"/>
                </a:lnTo>
                <a:lnTo>
                  <a:pt x="46" y="49"/>
                </a:lnTo>
                <a:lnTo>
                  <a:pt x="43" y="55"/>
                </a:lnTo>
                <a:lnTo>
                  <a:pt x="40" y="61"/>
                </a:lnTo>
                <a:lnTo>
                  <a:pt x="37" y="66"/>
                </a:lnTo>
                <a:lnTo>
                  <a:pt x="30" y="66"/>
                </a:lnTo>
                <a:lnTo>
                  <a:pt x="28" y="63"/>
                </a:lnTo>
                <a:lnTo>
                  <a:pt x="25" y="57"/>
                </a:lnTo>
                <a:lnTo>
                  <a:pt x="23" y="51"/>
                </a:lnTo>
                <a:lnTo>
                  <a:pt x="28" y="48"/>
                </a:lnTo>
                <a:lnTo>
                  <a:pt x="31" y="54"/>
                </a:lnTo>
                <a:lnTo>
                  <a:pt x="34" y="59"/>
                </a:lnTo>
                <a:lnTo>
                  <a:pt x="34" y="58"/>
                </a:lnTo>
                <a:lnTo>
                  <a:pt x="37" y="52"/>
                </a:lnTo>
                <a:lnTo>
                  <a:pt x="40" y="46"/>
                </a:lnTo>
                <a:lnTo>
                  <a:pt x="43" y="40"/>
                </a:lnTo>
                <a:lnTo>
                  <a:pt x="46" y="34"/>
                </a:lnTo>
                <a:lnTo>
                  <a:pt x="49" y="29"/>
                </a:lnTo>
                <a:lnTo>
                  <a:pt x="52" y="23"/>
                </a:lnTo>
                <a:lnTo>
                  <a:pt x="54" y="17"/>
                </a:lnTo>
                <a:lnTo>
                  <a:pt x="57" y="11"/>
                </a:lnTo>
                <a:lnTo>
                  <a:pt x="60" y="4"/>
                </a:lnTo>
                <a:lnTo>
                  <a:pt x="61" y="3"/>
                </a:lnTo>
                <a:lnTo>
                  <a:pt x="57" y="3"/>
                </a:lnTo>
                <a:lnTo>
                  <a:pt x="51" y="3"/>
                </a:lnTo>
                <a:lnTo>
                  <a:pt x="44" y="3"/>
                </a:lnTo>
                <a:lnTo>
                  <a:pt x="38" y="3"/>
                </a:lnTo>
                <a:lnTo>
                  <a:pt x="31" y="3"/>
                </a:lnTo>
                <a:lnTo>
                  <a:pt x="25" y="3"/>
                </a:lnTo>
                <a:lnTo>
                  <a:pt x="18" y="3"/>
                </a:lnTo>
                <a:lnTo>
                  <a:pt x="12" y="3"/>
                </a:lnTo>
                <a:lnTo>
                  <a:pt x="5" y="3"/>
                </a:lnTo>
                <a:lnTo>
                  <a:pt x="7" y="8"/>
                </a:lnTo>
                <a:lnTo>
                  <a:pt x="11" y="13"/>
                </a:lnTo>
                <a:lnTo>
                  <a:pt x="8" y="14"/>
                </a:lnTo>
                <a:lnTo>
                  <a:pt x="11" y="13"/>
                </a:lnTo>
                <a:lnTo>
                  <a:pt x="14" y="19"/>
                </a:lnTo>
                <a:lnTo>
                  <a:pt x="17" y="25"/>
                </a:lnTo>
                <a:lnTo>
                  <a:pt x="14" y="26"/>
                </a:lnTo>
                <a:lnTo>
                  <a:pt x="17" y="25"/>
                </a:lnTo>
                <a:lnTo>
                  <a:pt x="20" y="31"/>
                </a:lnTo>
                <a:lnTo>
                  <a:pt x="23" y="37"/>
                </a:lnTo>
                <a:lnTo>
                  <a:pt x="25" y="42"/>
                </a:lnTo>
                <a:lnTo>
                  <a:pt x="20" y="45"/>
                </a:lnTo>
                <a:lnTo>
                  <a:pt x="17" y="39"/>
                </a:lnTo>
                <a:lnTo>
                  <a:pt x="14" y="34"/>
                </a:lnTo>
                <a:lnTo>
                  <a:pt x="11" y="28"/>
                </a:lnTo>
                <a:lnTo>
                  <a:pt x="7" y="22"/>
                </a:lnTo>
                <a:lnTo>
                  <a:pt x="8" y="21"/>
                </a:lnTo>
                <a:lnTo>
                  <a:pt x="7" y="22"/>
                </a:lnTo>
                <a:lnTo>
                  <a:pt x="4" y="16"/>
                </a:lnTo>
                <a:lnTo>
                  <a:pt x="1" y="10"/>
                </a:lnTo>
                <a:lnTo>
                  <a:pt x="0" y="8"/>
                </a:lnTo>
                <a:lnTo>
                  <a:pt x="0" y="0"/>
                </a:lnTo>
                <a:lnTo>
                  <a:pt x="66" y="0"/>
                </a:lnTo>
                <a:lnTo>
                  <a:pt x="66" y="8"/>
                </a:lnTo>
                <a:lnTo>
                  <a:pt x="63" y="14"/>
                </a:lnTo>
                <a:moveTo>
                  <a:pt x="23" y="51"/>
                </a:moveTo>
                <a:lnTo>
                  <a:pt x="20" y="45"/>
                </a:lnTo>
                <a:lnTo>
                  <a:pt x="25" y="42"/>
                </a:lnTo>
                <a:lnTo>
                  <a:pt x="28" y="48"/>
                </a:lnTo>
                <a:lnTo>
                  <a:pt x="23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4005720" y="2887200"/>
            <a:ext cx="0" cy="182520"/>
          </a:xfrm>
          <a:custGeom>
            <a:avLst/>
            <a:gdLst/>
            <a:ahLst/>
            <a:rect l="0" t="0" r="r" b="b"/>
            <a:pathLst>
              <a:path fill="none" w="0" h="507">
                <a:moveTo>
                  <a:pt x="0" y="0"/>
                </a:moveTo>
                <a:lnTo>
                  <a:pt x="0" y="45"/>
                </a:lnTo>
                <a:cubicBezTo>
                  <a:pt x="0" y="90"/>
                  <a:pt x="0" y="180"/>
                  <a:pt x="0" y="265"/>
                </a:cubicBezTo>
                <a:cubicBezTo>
                  <a:pt x="0" y="349"/>
                  <a:pt x="0" y="428"/>
                  <a:pt x="0" y="468"/>
                </a:cubicBezTo>
                <a:lnTo>
                  <a:pt x="0" y="507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993840" y="305820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4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993840" y="305820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3"/>
                </a:moveTo>
                <a:lnTo>
                  <a:pt x="60" y="19"/>
                </a:lnTo>
                <a:lnTo>
                  <a:pt x="57" y="25"/>
                </a:lnTo>
                <a:lnTo>
                  <a:pt x="54" y="30"/>
                </a:lnTo>
                <a:lnTo>
                  <a:pt x="52" y="36"/>
                </a:lnTo>
                <a:lnTo>
                  <a:pt x="49" y="42"/>
                </a:lnTo>
                <a:lnTo>
                  <a:pt x="46" y="48"/>
                </a:lnTo>
                <a:lnTo>
                  <a:pt x="43" y="55"/>
                </a:lnTo>
                <a:lnTo>
                  <a:pt x="40" y="60"/>
                </a:lnTo>
                <a:lnTo>
                  <a:pt x="37" y="66"/>
                </a:lnTo>
                <a:lnTo>
                  <a:pt x="30" y="66"/>
                </a:lnTo>
                <a:lnTo>
                  <a:pt x="28" y="63"/>
                </a:lnTo>
                <a:lnTo>
                  <a:pt x="25" y="57"/>
                </a:lnTo>
                <a:lnTo>
                  <a:pt x="23" y="51"/>
                </a:lnTo>
                <a:lnTo>
                  <a:pt x="28" y="47"/>
                </a:lnTo>
                <a:lnTo>
                  <a:pt x="31" y="54"/>
                </a:lnTo>
                <a:lnTo>
                  <a:pt x="34" y="59"/>
                </a:lnTo>
                <a:lnTo>
                  <a:pt x="34" y="58"/>
                </a:lnTo>
                <a:lnTo>
                  <a:pt x="37" y="52"/>
                </a:lnTo>
                <a:lnTo>
                  <a:pt x="40" y="45"/>
                </a:lnTo>
                <a:lnTo>
                  <a:pt x="43" y="39"/>
                </a:lnTo>
                <a:lnTo>
                  <a:pt x="46" y="33"/>
                </a:lnTo>
                <a:lnTo>
                  <a:pt x="49" y="28"/>
                </a:lnTo>
                <a:lnTo>
                  <a:pt x="52" y="22"/>
                </a:lnTo>
                <a:lnTo>
                  <a:pt x="54" y="16"/>
                </a:lnTo>
                <a:lnTo>
                  <a:pt x="57" y="10"/>
                </a:lnTo>
                <a:lnTo>
                  <a:pt x="60" y="4"/>
                </a:lnTo>
                <a:lnTo>
                  <a:pt x="61" y="3"/>
                </a:lnTo>
                <a:lnTo>
                  <a:pt x="57" y="3"/>
                </a:lnTo>
                <a:lnTo>
                  <a:pt x="51" y="3"/>
                </a:lnTo>
                <a:lnTo>
                  <a:pt x="44" y="3"/>
                </a:lnTo>
                <a:lnTo>
                  <a:pt x="38" y="3"/>
                </a:lnTo>
                <a:lnTo>
                  <a:pt x="31" y="3"/>
                </a:lnTo>
                <a:lnTo>
                  <a:pt x="25" y="3"/>
                </a:lnTo>
                <a:lnTo>
                  <a:pt x="18" y="3"/>
                </a:lnTo>
                <a:lnTo>
                  <a:pt x="12" y="3"/>
                </a:lnTo>
                <a:lnTo>
                  <a:pt x="5" y="3"/>
                </a:lnTo>
                <a:lnTo>
                  <a:pt x="7" y="6"/>
                </a:lnTo>
                <a:lnTo>
                  <a:pt x="11" y="12"/>
                </a:lnTo>
                <a:lnTo>
                  <a:pt x="8" y="13"/>
                </a:lnTo>
                <a:lnTo>
                  <a:pt x="11" y="12"/>
                </a:lnTo>
                <a:lnTo>
                  <a:pt x="14" y="18"/>
                </a:lnTo>
                <a:lnTo>
                  <a:pt x="17" y="24"/>
                </a:lnTo>
                <a:lnTo>
                  <a:pt x="14" y="25"/>
                </a:lnTo>
                <a:lnTo>
                  <a:pt x="17" y="24"/>
                </a:lnTo>
                <a:lnTo>
                  <a:pt x="20" y="30"/>
                </a:lnTo>
                <a:lnTo>
                  <a:pt x="23" y="35"/>
                </a:lnTo>
                <a:lnTo>
                  <a:pt x="25" y="41"/>
                </a:lnTo>
                <a:lnTo>
                  <a:pt x="20" y="44"/>
                </a:lnTo>
                <a:lnTo>
                  <a:pt x="17" y="38"/>
                </a:lnTo>
                <a:lnTo>
                  <a:pt x="14" y="33"/>
                </a:lnTo>
                <a:lnTo>
                  <a:pt x="11" y="27"/>
                </a:lnTo>
                <a:lnTo>
                  <a:pt x="7" y="21"/>
                </a:lnTo>
                <a:lnTo>
                  <a:pt x="8" y="20"/>
                </a:lnTo>
                <a:lnTo>
                  <a:pt x="7" y="21"/>
                </a:lnTo>
                <a:lnTo>
                  <a:pt x="4" y="15"/>
                </a:lnTo>
                <a:lnTo>
                  <a:pt x="1" y="9"/>
                </a:lnTo>
                <a:lnTo>
                  <a:pt x="0" y="7"/>
                </a:lnTo>
                <a:lnTo>
                  <a:pt x="0" y="0"/>
                </a:lnTo>
                <a:lnTo>
                  <a:pt x="66" y="0"/>
                </a:lnTo>
                <a:lnTo>
                  <a:pt x="66" y="7"/>
                </a:lnTo>
                <a:lnTo>
                  <a:pt x="63" y="13"/>
                </a:lnTo>
                <a:moveTo>
                  <a:pt x="23" y="51"/>
                </a:moveTo>
                <a:lnTo>
                  <a:pt x="20" y="44"/>
                </a:lnTo>
                <a:lnTo>
                  <a:pt x="25" y="41"/>
                </a:lnTo>
                <a:lnTo>
                  <a:pt x="28" y="47"/>
                </a:lnTo>
                <a:lnTo>
                  <a:pt x="23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4208760" y="3194280"/>
            <a:ext cx="2929320" cy="352080"/>
          </a:xfrm>
          <a:custGeom>
            <a:avLst/>
            <a:gdLst/>
            <a:ahLst/>
            <a:rect l="0" t="0" r="r" b="b"/>
            <a:pathLst>
              <a:path fill="none" w="8137" h="978">
                <a:moveTo>
                  <a:pt x="0" y="0"/>
                </a:moveTo>
                <a:lnTo>
                  <a:pt x="202" y="45"/>
                </a:lnTo>
                <a:cubicBezTo>
                  <a:pt x="404" y="89"/>
                  <a:pt x="808" y="178"/>
                  <a:pt x="2164" y="267"/>
                </a:cubicBezTo>
                <a:cubicBezTo>
                  <a:pt x="3520" y="357"/>
                  <a:pt x="5828" y="448"/>
                  <a:pt x="6982" y="538"/>
                </a:cubicBezTo>
                <a:cubicBezTo>
                  <a:pt x="8137" y="628"/>
                  <a:pt x="8137" y="718"/>
                  <a:pt x="8137" y="791"/>
                </a:cubicBezTo>
                <a:cubicBezTo>
                  <a:pt x="8137" y="864"/>
                  <a:pt x="8137" y="921"/>
                  <a:pt x="8137" y="950"/>
                </a:cubicBezTo>
                <a:lnTo>
                  <a:pt x="8137" y="978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7125840" y="353412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4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7125840" y="353412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5"/>
                </a:moveTo>
                <a:lnTo>
                  <a:pt x="60" y="20"/>
                </a:lnTo>
                <a:lnTo>
                  <a:pt x="57" y="26"/>
                </a:lnTo>
                <a:lnTo>
                  <a:pt x="54" y="32"/>
                </a:lnTo>
                <a:lnTo>
                  <a:pt x="52" y="38"/>
                </a:lnTo>
                <a:lnTo>
                  <a:pt x="49" y="44"/>
                </a:lnTo>
                <a:lnTo>
                  <a:pt x="46" y="49"/>
                </a:lnTo>
                <a:lnTo>
                  <a:pt x="43" y="55"/>
                </a:lnTo>
                <a:lnTo>
                  <a:pt x="40" y="61"/>
                </a:lnTo>
                <a:lnTo>
                  <a:pt x="37" y="66"/>
                </a:lnTo>
                <a:lnTo>
                  <a:pt x="30" y="66"/>
                </a:lnTo>
                <a:lnTo>
                  <a:pt x="28" y="63"/>
                </a:lnTo>
                <a:lnTo>
                  <a:pt x="25" y="57"/>
                </a:lnTo>
                <a:lnTo>
                  <a:pt x="23" y="51"/>
                </a:lnTo>
                <a:lnTo>
                  <a:pt x="28" y="49"/>
                </a:lnTo>
                <a:lnTo>
                  <a:pt x="31" y="54"/>
                </a:lnTo>
                <a:lnTo>
                  <a:pt x="34" y="59"/>
                </a:lnTo>
                <a:lnTo>
                  <a:pt x="34" y="58"/>
                </a:lnTo>
                <a:lnTo>
                  <a:pt x="37" y="52"/>
                </a:lnTo>
                <a:lnTo>
                  <a:pt x="40" y="46"/>
                </a:lnTo>
                <a:lnTo>
                  <a:pt x="43" y="41"/>
                </a:lnTo>
                <a:lnTo>
                  <a:pt x="46" y="35"/>
                </a:lnTo>
                <a:lnTo>
                  <a:pt x="49" y="29"/>
                </a:lnTo>
                <a:lnTo>
                  <a:pt x="52" y="23"/>
                </a:lnTo>
                <a:lnTo>
                  <a:pt x="54" y="17"/>
                </a:lnTo>
                <a:lnTo>
                  <a:pt x="57" y="12"/>
                </a:lnTo>
                <a:lnTo>
                  <a:pt x="60" y="5"/>
                </a:lnTo>
                <a:lnTo>
                  <a:pt x="61" y="4"/>
                </a:lnTo>
                <a:lnTo>
                  <a:pt x="57" y="4"/>
                </a:lnTo>
                <a:lnTo>
                  <a:pt x="51" y="4"/>
                </a:lnTo>
                <a:lnTo>
                  <a:pt x="44" y="4"/>
                </a:lnTo>
                <a:lnTo>
                  <a:pt x="38" y="4"/>
                </a:lnTo>
                <a:lnTo>
                  <a:pt x="31" y="4"/>
                </a:lnTo>
                <a:lnTo>
                  <a:pt x="25" y="4"/>
                </a:lnTo>
                <a:lnTo>
                  <a:pt x="18" y="4"/>
                </a:lnTo>
                <a:lnTo>
                  <a:pt x="11" y="4"/>
                </a:lnTo>
                <a:lnTo>
                  <a:pt x="5" y="4"/>
                </a:lnTo>
                <a:lnTo>
                  <a:pt x="7" y="8"/>
                </a:lnTo>
                <a:lnTo>
                  <a:pt x="10" y="14"/>
                </a:lnTo>
                <a:lnTo>
                  <a:pt x="8" y="14"/>
                </a:lnTo>
                <a:lnTo>
                  <a:pt x="10" y="14"/>
                </a:lnTo>
                <a:lnTo>
                  <a:pt x="13" y="20"/>
                </a:lnTo>
                <a:lnTo>
                  <a:pt x="17" y="25"/>
                </a:lnTo>
                <a:lnTo>
                  <a:pt x="13" y="27"/>
                </a:lnTo>
                <a:lnTo>
                  <a:pt x="17" y="25"/>
                </a:lnTo>
                <a:lnTo>
                  <a:pt x="20" y="31"/>
                </a:lnTo>
                <a:lnTo>
                  <a:pt x="23" y="37"/>
                </a:lnTo>
                <a:lnTo>
                  <a:pt x="25" y="43"/>
                </a:lnTo>
                <a:lnTo>
                  <a:pt x="20" y="46"/>
                </a:lnTo>
                <a:lnTo>
                  <a:pt x="17" y="40"/>
                </a:lnTo>
                <a:lnTo>
                  <a:pt x="13" y="34"/>
                </a:lnTo>
                <a:lnTo>
                  <a:pt x="10" y="28"/>
                </a:lnTo>
                <a:lnTo>
                  <a:pt x="7" y="22"/>
                </a:lnTo>
                <a:lnTo>
                  <a:pt x="8" y="22"/>
                </a:lnTo>
                <a:lnTo>
                  <a:pt x="7" y="22"/>
                </a:lnTo>
                <a:lnTo>
                  <a:pt x="4" y="17"/>
                </a:lnTo>
                <a:lnTo>
                  <a:pt x="1" y="11"/>
                </a:lnTo>
                <a:lnTo>
                  <a:pt x="0" y="9"/>
                </a:lnTo>
                <a:lnTo>
                  <a:pt x="0" y="0"/>
                </a:lnTo>
                <a:lnTo>
                  <a:pt x="66" y="0"/>
                </a:lnTo>
                <a:lnTo>
                  <a:pt x="66" y="9"/>
                </a:lnTo>
                <a:lnTo>
                  <a:pt x="63" y="15"/>
                </a:lnTo>
                <a:moveTo>
                  <a:pt x="23" y="51"/>
                </a:moveTo>
                <a:lnTo>
                  <a:pt x="20" y="46"/>
                </a:lnTo>
                <a:lnTo>
                  <a:pt x="25" y="43"/>
                </a:lnTo>
                <a:lnTo>
                  <a:pt x="28" y="49"/>
                </a:lnTo>
                <a:lnTo>
                  <a:pt x="23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7137720" y="3693600"/>
            <a:ext cx="0" cy="255600"/>
          </a:xfrm>
          <a:custGeom>
            <a:avLst/>
            <a:gdLst/>
            <a:ahLst/>
            <a:rect l="0" t="0" r="r" b="b"/>
            <a:pathLst>
              <a:path fill="none" w="0" h="710">
                <a:moveTo>
                  <a:pt x="0" y="0"/>
                </a:moveTo>
                <a:lnTo>
                  <a:pt x="0" y="34"/>
                </a:lnTo>
                <a:cubicBezTo>
                  <a:pt x="0" y="67"/>
                  <a:pt x="0" y="135"/>
                  <a:pt x="0" y="214"/>
                </a:cubicBezTo>
                <a:cubicBezTo>
                  <a:pt x="0" y="292"/>
                  <a:pt x="0" y="382"/>
                  <a:pt x="0" y="467"/>
                </a:cubicBezTo>
                <a:cubicBezTo>
                  <a:pt x="0" y="551"/>
                  <a:pt x="0" y="631"/>
                  <a:pt x="0" y="670"/>
                </a:cubicBezTo>
                <a:lnTo>
                  <a:pt x="0" y="710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7125840" y="393732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4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7125840" y="393732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3"/>
                </a:moveTo>
                <a:lnTo>
                  <a:pt x="60" y="19"/>
                </a:lnTo>
                <a:lnTo>
                  <a:pt x="57" y="25"/>
                </a:lnTo>
                <a:lnTo>
                  <a:pt x="54" y="31"/>
                </a:lnTo>
                <a:lnTo>
                  <a:pt x="52" y="36"/>
                </a:lnTo>
                <a:lnTo>
                  <a:pt x="49" y="43"/>
                </a:lnTo>
                <a:lnTo>
                  <a:pt x="46" y="49"/>
                </a:lnTo>
                <a:lnTo>
                  <a:pt x="43" y="55"/>
                </a:lnTo>
                <a:lnTo>
                  <a:pt x="40" y="61"/>
                </a:lnTo>
                <a:lnTo>
                  <a:pt x="37" y="66"/>
                </a:lnTo>
                <a:lnTo>
                  <a:pt x="30" y="66"/>
                </a:lnTo>
                <a:lnTo>
                  <a:pt x="28" y="63"/>
                </a:lnTo>
                <a:lnTo>
                  <a:pt x="25" y="57"/>
                </a:lnTo>
                <a:lnTo>
                  <a:pt x="23" y="51"/>
                </a:lnTo>
                <a:lnTo>
                  <a:pt x="28" y="48"/>
                </a:lnTo>
                <a:lnTo>
                  <a:pt x="31" y="54"/>
                </a:lnTo>
                <a:lnTo>
                  <a:pt x="34" y="59"/>
                </a:lnTo>
                <a:lnTo>
                  <a:pt x="34" y="58"/>
                </a:lnTo>
                <a:lnTo>
                  <a:pt x="37" y="52"/>
                </a:lnTo>
                <a:lnTo>
                  <a:pt x="40" y="46"/>
                </a:lnTo>
                <a:lnTo>
                  <a:pt x="43" y="40"/>
                </a:lnTo>
                <a:lnTo>
                  <a:pt x="46" y="34"/>
                </a:lnTo>
                <a:lnTo>
                  <a:pt x="49" y="28"/>
                </a:lnTo>
                <a:lnTo>
                  <a:pt x="52" y="22"/>
                </a:lnTo>
                <a:lnTo>
                  <a:pt x="54" y="16"/>
                </a:lnTo>
                <a:lnTo>
                  <a:pt x="57" y="10"/>
                </a:lnTo>
                <a:lnTo>
                  <a:pt x="60" y="5"/>
                </a:lnTo>
                <a:lnTo>
                  <a:pt x="61" y="3"/>
                </a:lnTo>
                <a:lnTo>
                  <a:pt x="57" y="3"/>
                </a:lnTo>
                <a:lnTo>
                  <a:pt x="51" y="3"/>
                </a:lnTo>
                <a:lnTo>
                  <a:pt x="44" y="3"/>
                </a:lnTo>
                <a:lnTo>
                  <a:pt x="38" y="3"/>
                </a:lnTo>
                <a:lnTo>
                  <a:pt x="31" y="3"/>
                </a:lnTo>
                <a:lnTo>
                  <a:pt x="25" y="3"/>
                </a:lnTo>
                <a:lnTo>
                  <a:pt x="18" y="3"/>
                </a:lnTo>
                <a:lnTo>
                  <a:pt x="11" y="3"/>
                </a:lnTo>
                <a:lnTo>
                  <a:pt x="5" y="3"/>
                </a:lnTo>
                <a:lnTo>
                  <a:pt x="7" y="7"/>
                </a:lnTo>
                <a:lnTo>
                  <a:pt x="10" y="12"/>
                </a:lnTo>
                <a:lnTo>
                  <a:pt x="8" y="13"/>
                </a:lnTo>
                <a:lnTo>
                  <a:pt x="10" y="12"/>
                </a:lnTo>
                <a:lnTo>
                  <a:pt x="13" y="18"/>
                </a:lnTo>
                <a:lnTo>
                  <a:pt x="17" y="24"/>
                </a:lnTo>
                <a:lnTo>
                  <a:pt x="13" y="26"/>
                </a:lnTo>
                <a:lnTo>
                  <a:pt x="17" y="24"/>
                </a:lnTo>
                <a:lnTo>
                  <a:pt x="20" y="30"/>
                </a:lnTo>
                <a:lnTo>
                  <a:pt x="23" y="36"/>
                </a:lnTo>
                <a:lnTo>
                  <a:pt x="25" y="42"/>
                </a:lnTo>
                <a:lnTo>
                  <a:pt x="20" y="45"/>
                </a:lnTo>
                <a:lnTo>
                  <a:pt x="17" y="40"/>
                </a:lnTo>
                <a:lnTo>
                  <a:pt x="13" y="33"/>
                </a:lnTo>
                <a:lnTo>
                  <a:pt x="10" y="27"/>
                </a:lnTo>
                <a:lnTo>
                  <a:pt x="7" y="21"/>
                </a:lnTo>
                <a:lnTo>
                  <a:pt x="8" y="20"/>
                </a:lnTo>
                <a:lnTo>
                  <a:pt x="7" y="21"/>
                </a:lnTo>
                <a:lnTo>
                  <a:pt x="4" y="15"/>
                </a:lnTo>
                <a:lnTo>
                  <a:pt x="1" y="10"/>
                </a:lnTo>
                <a:lnTo>
                  <a:pt x="0" y="7"/>
                </a:lnTo>
                <a:lnTo>
                  <a:pt x="0" y="0"/>
                </a:lnTo>
                <a:lnTo>
                  <a:pt x="66" y="0"/>
                </a:lnTo>
                <a:lnTo>
                  <a:pt x="66" y="7"/>
                </a:lnTo>
                <a:lnTo>
                  <a:pt x="63" y="13"/>
                </a:lnTo>
                <a:moveTo>
                  <a:pt x="23" y="51"/>
                </a:moveTo>
                <a:lnTo>
                  <a:pt x="20" y="45"/>
                </a:lnTo>
                <a:lnTo>
                  <a:pt x="25" y="42"/>
                </a:lnTo>
                <a:lnTo>
                  <a:pt x="28" y="48"/>
                </a:lnTo>
                <a:lnTo>
                  <a:pt x="23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7040880" y="4096440"/>
            <a:ext cx="97200" cy="259920"/>
          </a:xfrm>
          <a:custGeom>
            <a:avLst/>
            <a:gdLst/>
            <a:ahLst/>
            <a:rect l="0" t="0" r="r" b="b"/>
            <a:pathLst>
              <a:path fill="none" w="270" h="722">
                <a:moveTo>
                  <a:pt x="270" y="0"/>
                </a:moveTo>
                <a:lnTo>
                  <a:pt x="270" y="34"/>
                </a:lnTo>
                <a:cubicBezTo>
                  <a:pt x="270" y="68"/>
                  <a:pt x="270" y="136"/>
                  <a:pt x="270" y="214"/>
                </a:cubicBezTo>
                <a:cubicBezTo>
                  <a:pt x="270" y="293"/>
                  <a:pt x="270" y="383"/>
                  <a:pt x="225" y="469"/>
                </a:cubicBezTo>
                <a:cubicBezTo>
                  <a:pt x="180" y="557"/>
                  <a:pt x="90" y="639"/>
                  <a:pt x="45" y="681"/>
                </a:cubicBezTo>
                <a:lnTo>
                  <a:pt x="0" y="722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7032600" y="4339440"/>
            <a:ext cx="25200" cy="24840"/>
          </a:xfrm>
          <a:custGeom>
            <a:avLst/>
            <a:gdLst/>
            <a:ahLst/>
            <a:rect l="0" t="0" r="r" b="b"/>
            <a:pathLst>
              <a:path w="70" h="69">
                <a:moveTo>
                  <a:pt x="70" y="49"/>
                </a:moveTo>
                <a:lnTo>
                  <a:pt x="0" y="69"/>
                </a:lnTo>
                <a:lnTo>
                  <a:pt x="25" y="0"/>
                </a:lnTo>
                <a:lnTo>
                  <a:pt x="70" y="49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7031520" y="4339440"/>
            <a:ext cx="26280" cy="25920"/>
          </a:xfrm>
          <a:custGeom>
            <a:avLst/>
            <a:gdLst/>
            <a:ahLst/>
            <a:rect l="0" t="0" r="r" b="b"/>
            <a:pathLst>
              <a:path w="73" h="72">
                <a:moveTo>
                  <a:pt x="73" y="49"/>
                </a:moveTo>
                <a:lnTo>
                  <a:pt x="68" y="54"/>
                </a:lnTo>
                <a:lnTo>
                  <a:pt x="62" y="55"/>
                </a:lnTo>
                <a:lnTo>
                  <a:pt x="56" y="57"/>
                </a:lnTo>
                <a:lnTo>
                  <a:pt x="49" y="59"/>
                </a:lnTo>
                <a:lnTo>
                  <a:pt x="43" y="61"/>
                </a:lnTo>
                <a:lnTo>
                  <a:pt x="37" y="63"/>
                </a:lnTo>
                <a:lnTo>
                  <a:pt x="31" y="64"/>
                </a:lnTo>
                <a:lnTo>
                  <a:pt x="24" y="66"/>
                </a:lnTo>
                <a:lnTo>
                  <a:pt x="18" y="68"/>
                </a:lnTo>
                <a:lnTo>
                  <a:pt x="11" y="70"/>
                </a:lnTo>
                <a:lnTo>
                  <a:pt x="5" y="72"/>
                </a:lnTo>
                <a:lnTo>
                  <a:pt x="0" y="66"/>
                </a:lnTo>
                <a:lnTo>
                  <a:pt x="1" y="63"/>
                </a:lnTo>
                <a:lnTo>
                  <a:pt x="4" y="57"/>
                </a:lnTo>
                <a:lnTo>
                  <a:pt x="6" y="51"/>
                </a:lnTo>
                <a:lnTo>
                  <a:pt x="12" y="53"/>
                </a:lnTo>
                <a:lnTo>
                  <a:pt x="10" y="59"/>
                </a:lnTo>
                <a:lnTo>
                  <a:pt x="8" y="64"/>
                </a:lnTo>
                <a:lnTo>
                  <a:pt x="9" y="64"/>
                </a:lnTo>
                <a:lnTo>
                  <a:pt x="15" y="62"/>
                </a:lnTo>
                <a:lnTo>
                  <a:pt x="23" y="60"/>
                </a:lnTo>
                <a:lnTo>
                  <a:pt x="29" y="58"/>
                </a:lnTo>
                <a:lnTo>
                  <a:pt x="35" y="56"/>
                </a:lnTo>
                <a:lnTo>
                  <a:pt x="41" y="55"/>
                </a:lnTo>
                <a:lnTo>
                  <a:pt x="47" y="53"/>
                </a:lnTo>
                <a:lnTo>
                  <a:pt x="54" y="51"/>
                </a:lnTo>
                <a:lnTo>
                  <a:pt x="60" y="49"/>
                </a:lnTo>
                <a:lnTo>
                  <a:pt x="66" y="47"/>
                </a:lnTo>
                <a:lnTo>
                  <a:pt x="67" y="47"/>
                </a:lnTo>
                <a:lnTo>
                  <a:pt x="65" y="44"/>
                </a:lnTo>
                <a:lnTo>
                  <a:pt x="61" y="40"/>
                </a:lnTo>
                <a:lnTo>
                  <a:pt x="56" y="35"/>
                </a:lnTo>
                <a:lnTo>
                  <a:pt x="52" y="30"/>
                </a:lnTo>
                <a:lnTo>
                  <a:pt x="47" y="25"/>
                </a:lnTo>
                <a:lnTo>
                  <a:pt x="43" y="20"/>
                </a:lnTo>
                <a:lnTo>
                  <a:pt x="39" y="15"/>
                </a:lnTo>
                <a:lnTo>
                  <a:pt x="34" y="10"/>
                </a:lnTo>
                <a:lnTo>
                  <a:pt x="30" y="6"/>
                </a:lnTo>
                <a:lnTo>
                  <a:pt x="29" y="9"/>
                </a:lnTo>
                <a:lnTo>
                  <a:pt x="27" y="15"/>
                </a:lnTo>
                <a:lnTo>
                  <a:pt x="25" y="15"/>
                </a:lnTo>
                <a:lnTo>
                  <a:pt x="27" y="15"/>
                </a:lnTo>
                <a:lnTo>
                  <a:pt x="25" y="23"/>
                </a:lnTo>
                <a:lnTo>
                  <a:pt x="22" y="29"/>
                </a:lnTo>
                <a:lnTo>
                  <a:pt x="19" y="27"/>
                </a:lnTo>
                <a:lnTo>
                  <a:pt x="22" y="29"/>
                </a:lnTo>
                <a:lnTo>
                  <a:pt x="20" y="35"/>
                </a:lnTo>
                <a:lnTo>
                  <a:pt x="18" y="41"/>
                </a:lnTo>
                <a:lnTo>
                  <a:pt x="14" y="47"/>
                </a:lnTo>
                <a:lnTo>
                  <a:pt x="8" y="45"/>
                </a:lnTo>
                <a:lnTo>
                  <a:pt x="11" y="38"/>
                </a:lnTo>
                <a:lnTo>
                  <a:pt x="13" y="32"/>
                </a:lnTo>
                <a:lnTo>
                  <a:pt x="15" y="26"/>
                </a:lnTo>
                <a:lnTo>
                  <a:pt x="19" y="19"/>
                </a:lnTo>
                <a:lnTo>
                  <a:pt x="20" y="20"/>
                </a:lnTo>
                <a:lnTo>
                  <a:pt x="19" y="19"/>
                </a:lnTo>
                <a:lnTo>
                  <a:pt x="21" y="13"/>
                </a:lnTo>
                <a:lnTo>
                  <a:pt x="23" y="7"/>
                </a:lnTo>
                <a:lnTo>
                  <a:pt x="24" y="5"/>
                </a:lnTo>
                <a:lnTo>
                  <a:pt x="29" y="0"/>
                </a:lnTo>
                <a:lnTo>
                  <a:pt x="73" y="49"/>
                </a:lnTo>
                <a:moveTo>
                  <a:pt x="6" y="51"/>
                </a:moveTo>
                <a:lnTo>
                  <a:pt x="8" y="45"/>
                </a:lnTo>
                <a:lnTo>
                  <a:pt x="14" y="47"/>
                </a:lnTo>
                <a:lnTo>
                  <a:pt x="12" y="53"/>
                </a:lnTo>
                <a:lnTo>
                  <a:pt x="6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187600" y="4498560"/>
            <a:ext cx="1651680" cy="384840"/>
          </a:xfrm>
          <a:custGeom>
            <a:avLst/>
            <a:gdLst/>
            <a:ahLst/>
            <a:rect l="0" t="0" r="r" b="b"/>
            <a:pathLst>
              <a:path w="4588" h="1069">
                <a:moveTo>
                  <a:pt x="4588" y="7"/>
                </a:moveTo>
                <a:lnTo>
                  <a:pt x="4574" y="15"/>
                </a:lnTo>
                <a:lnTo>
                  <a:pt x="4570" y="8"/>
                </a:lnTo>
                <a:lnTo>
                  <a:pt x="4584" y="0"/>
                </a:lnTo>
                <a:lnTo>
                  <a:pt x="4588" y="7"/>
                </a:lnTo>
                <a:moveTo>
                  <a:pt x="4560" y="23"/>
                </a:moveTo>
                <a:lnTo>
                  <a:pt x="4546" y="31"/>
                </a:lnTo>
                <a:lnTo>
                  <a:pt x="4542" y="23"/>
                </a:lnTo>
                <a:lnTo>
                  <a:pt x="4556" y="16"/>
                </a:lnTo>
                <a:lnTo>
                  <a:pt x="4560" y="23"/>
                </a:lnTo>
                <a:moveTo>
                  <a:pt x="4531" y="38"/>
                </a:moveTo>
                <a:lnTo>
                  <a:pt x="4528" y="40"/>
                </a:lnTo>
                <a:lnTo>
                  <a:pt x="4518" y="46"/>
                </a:lnTo>
                <a:lnTo>
                  <a:pt x="4514" y="39"/>
                </a:lnTo>
                <a:lnTo>
                  <a:pt x="4524" y="33"/>
                </a:lnTo>
                <a:lnTo>
                  <a:pt x="4527" y="31"/>
                </a:lnTo>
                <a:lnTo>
                  <a:pt x="4531" y="38"/>
                </a:lnTo>
                <a:moveTo>
                  <a:pt x="4503" y="54"/>
                </a:moveTo>
                <a:lnTo>
                  <a:pt x="4490" y="62"/>
                </a:lnTo>
                <a:lnTo>
                  <a:pt x="4486" y="54"/>
                </a:lnTo>
                <a:lnTo>
                  <a:pt x="4499" y="47"/>
                </a:lnTo>
                <a:lnTo>
                  <a:pt x="4503" y="54"/>
                </a:lnTo>
                <a:moveTo>
                  <a:pt x="4475" y="69"/>
                </a:moveTo>
                <a:lnTo>
                  <a:pt x="4461" y="77"/>
                </a:lnTo>
                <a:lnTo>
                  <a:pt x="4457" y="69"/>
                </a:lnTo>
                <a:lnTo>
                  <a:pt x="4471" y="62"/>
                </a:lnTo>
                <a:lnTo>
                  <a:pt x="4475" y="69"/>
                </a:lnTo>
                <a:moveTo>
                  <a:pt x="4446" y="84"/>
                </a:moveTo>
                <a:lnTo>
                  <a:pt x="4431" y="91"/>
                </a:lnTo>
                <a:lnTo>
                  <a:pt x="4427" y="84"/>
                </a:lnTo>
                <a:lnTo>
                  <a:pt x="4443" y="77"/>
                </a:lnTo>
                <a:lnTo>
                  <a:pt x="4446" y="84"/>
                </a:lnTo>
                <a:moveTo>
                  <a:pt x="4417" y="98"/>
                </a:moveTo>
                <a:lnTo>
                  <a:pt x="4402" y="105"/>
                </a:lnTo>
                <a:lnTo>
                  <a:pt x="4399" y="97"/>
                </a:lnTo>
                <a:lnTo>
                  <a:pt x="4413" y="91"/>
                </a:lnTo>
                <a:lnTo>
                  <a:pt x="4417" y="98"/>
                </a:lnTo>
                <a:moveTo>
                  <a:pt x="4387" y="111"/>
                </a:moveTo>
                <a:lnTo>
                  <a:pt x="4372" y="118"/>
                </a:lnTo>
                <a:lnTo>
                  <a:pt x="4369" y="110"/>
                </a:lnTo>
                <a:lnTo>
                  <a:pt x="4383" y="104"/>
                </a:lnTo>
                <a:lnTo>
                  <a:pt x="4387" y="111"/>
                </a:lnTo>
                <a:moveTo>
                  <a:pt x="4357" y="124"/>
                </a:moveTo>
                <a:lnTo>
                  <a:pt x="4342" y="130"/>
                </a:lnTo>
                <a:lnTo>
                  <a:pt x="4339" y="123"/>
                </a:lnTo>
                <a:lnTo>
                  <a:pt x="4354" y="116"/>
                </a:lnTo>
                <a:lnTo>
                  <a:pt x="4357" y="124"/>
                </a:lnTo>
                <a:moveTo>
                  <a:pt x="4326" y="137"/>
                </a:moveTo>
                <a:lnTo>
                  <a:pt x="4312" y="142"/>
                </a:lnTo>
                <a:lnTo>
                  <a:pt x="4309" y="135"/>
                </a:lnTo>
                <a:lnTo>
                  <a:pt x="4323" y="129"/>
                </a:lnTo>
                <a:lnTo>
                  <a:pt x="4326" y="137"/>
                </a:lnTo>
                <a:moveTo>
                  <a:pt x="4297" y="148"/>
                </a:moveTo>
                <a:lnTo>
                  <a:pt x="4282" y="154"/>
                </a:lnTo>
                <a:lnTo>
                  <a:pt x="4279" y="146"/>
                </a:lnTo>
                <a:lnTo>
                  <a:pt x="4294" y="140"/>
                </a:lnTo>
                <a:lnTo>
                  <a:pt x="4297" y="148"/>
                </a:lnTo>
                <a:moveTo>
                  <a:pt x="4266" y="159"/>
                </a:moveTo>
                <a:lnTo>
                  <a:pt x="4250" y="165"/>
                </a:lnTo>
                <a:lnTo>
                  <a:pt x="4247" y="158"/>
                </a:lnTo>
                <a:lnTo>
                  <a:pt x="4263" y="152"/>
                </a:lnTo>
                <a:lnTo>
                  <a:pt x="4266" y="159"/>
                </a:lnTo>
                <a:moveTo>
                  <a:pt x="4236" y="170"/>
                </a:moveTo>
                <a:lnTo>
                  <a:pt x="4221" y="175"/>
                </a:lnTo>
                <a:lnTo>
                  <a:pt x="4218" y="168"/>
                </a:lnTo>
                <a:lnTo>
                  <a:pt x="4233" y="163"/>
                </a:lnTo>
                <a:lnTo>
                  <a:pt x="4236" y="170"/>
                </a:lnTo>
                <a:moveTo>
                  <a:pt x="4205" y="181"/>
                </a:moveTo>
                <a:lnTo>
                  <a:pt x="4190" y="186"/>
                </a:lnTo>
                <a:lnTo>
                  <a:pt x="4187" y="178"/>
                </a:lnTo>
                <a:lnTo>
                  <a:pt x="4203" y="173"/>
                </a:lnTo>
                <a:lnTo>
                  <a:pt x="4205" y="181"/>
                </a:lnTo>
                <a:moveTo>
                  <a:pt x="4173" y="191"/>
                </a:moveTo>
                <a:lnTo>
                  <a:pt x="4158" y="196"/>
                </a:lnTo>
                <a:lnTo>
                  <a:pt x="4156" y="188"/>
                </a:lnTo>
                <a:lnTo>
                  <a:pt x="4171" y="184"/>
                </a:lnTo>
                <a:lnTo>
                  <a:pt x="4173" y="191"/>
                </a:lnTo>
                <a:moveTo>
                  <a:pt x="4143" y="201"/>
                </a:moveTo>
                <a:lnTo>
                  <a:pt x="4128" y="206"/>
                </a:lnTo>
                <a:lnTo>
                  <a:pt x="4126" y="198"/>
                </a:lnTo>
                <a:lnTo>
                  <a:pt x="4141" y="193"/>
                </a:lnTo>
                <a:lnTo>
                  <a:pt x="4143" y="201"/>
                </a:lnTo>
                <a:moveTo>
                  <a:pt x="4113" y="210"/>
                </a:moveTo>
                <a:lnTo>
                  <a:pt x="4097" y="215"/>
                </a:lnTo>
                <a:lnTo>
                  <a:pt x="4094" y="207"/>
                </a:lnTo>
                <a:lnTo>
                  <a:pt x="4110" y="203"/>
                </a:lnTo>
                <a:lnTo>
                  <a:pt x="4113" y="210"/>
                </a:lnTo>
                <a:moveTo>
                  <a:pt x="4080" y="220"/>
                </a:moveTo>
                <a:lnTo>
                  <a:pt x="4076" y="221"/>
                </a:lnTo>
                <a:lnTo>
                  <a:pt x="4065" y="224"/>
                </a:lnTo>
                <a:lnTo>
                  <a:pt x="4063" y="217"/>
                </a:lnTo>
                <a:lnTo>
                  <a:pt x="4074" y="213"/>
                </a:lnTo>
                <a:lnTo>
                  <a:pt x="4078" y="212"/>
                </a:lnTo>
                <a:lnTo>
                  <a:pt x="4080" y="220"/>
                </a:lnTo>
                <a:moveTo>
                  <a:pt x="4050" y="229"/>
                </a:moveTo>
                <a:lnTo>
                  <a:pt x="4034" y="233"/>
                </a:lnTo>
                <a:lnTo>
                  <a:pt x="4032" y="225"/>
                </a:lnTo>
                <a:lnTo>
                  <a:pt x="4048" y="221"/>
                </a:lnTo>
                <a:lnTo>
                  <a:pt x="4050" y="229"/>
                </a:lnTo>
                <a:moveTo>
                  <a:pt x="4019" y="237"/>
                </a:moveTo>
                <a:lnTo>
                  <a:pt x="4003" y="242"/>
                </a:lnTo>
                <a:lnTo>
                  <a:pt x="4001" y="234"/>
                </a:lnTo>
                <a:lnTo>
                  <a:pt x="4017" y="230"/>
                </a:lnTo>
                <a:lnTo>
                  <a:pt x="4019" y="237"/>
                </a:lnTo>
                <a:moveTo>
                  <a:pt x="3987" y="246"/>
                </a:moveTo>
                <a:lnTo>
                  <a:pt x="3971" y="251"/>
                </a:lnTo>
                <a:lnTo>
                  <a:pt x="3968" y="243"/>
                </a:lnTo>
                <a:lnTo>
                  <a:pt x="3985" y="238"/>
                </a:lnTo>
                <a:lnTo>
                  <a:pt x="3987" y="246"/>
                </a:lnTo>
                <a:moveTo>
                  <a:pt x="3955" y="255"/>
                </a:moveTo>
                <a:lnTo>
                  <a:pt x="3940" y="259"/>
                </a:lnTo>
                <a:lnTo>
                  <a:pt x="3938" y="251"/>
                </a:lnTo>
                <a:lnTo>
                  <a:pt x="3953" y="247"/>
                </a:lnTo>
                <a:lnTo>
                  <a:pt x="3955" y="255"/>
                </a:lnTo>
                <a:moveTo>
                  <a:pt x="3924" y="263"/>
                </a:moveTo>
                <a:lnTo>
                  <a:pt x="3909" y="267"/>
                </a:lnTo>
                <a:lnTo>
                  <a:pt x="3907" y="259"/>
                </a:lnTo>
                <a:lnTo>
                  <a:pt x="3922" y="255"/>
                </a:lnTo>
                <a:lnTo>
                  <a:pt x="3924" y="263"/>
                </a:lnTo>
                <a:moveTo>
                  <a:pt x="3893" y="271"/>
                </a:moveTo>
                <a:lnTo>
                  <a:pt x="3877" y="275"/>
                </a:lnTo>
                <a:lnTo>
                  <a:pt x="3875" y="268"/>
                </a:lnTo>
                <a:lnTo>
                  <a:pt x="3891" y="263"/>
                </a:lnTo>
                <a:lnTo>
                  <a:pt x="3893" y="271"/>
                </a:lnTo>
                <a:moveTo>
                  <a:pt x="3861" y="280"/>
                </a:moveTo>
                <a:lnTo>
                  <a:pt x="3845" y="284"/>
                </a:lnTo>
                <a:lnTo>
                  <a:pt x="3843" y="276"/>
                </a:lnTo>
                <a:lnTo>
                  <a:pt x="3859" y="272"/>
                </a:lnTo>
                <a:lnTo>
                  <a:pt x="3861" y="280"/>
                </a:lnTo>
                <a:moveTo>
                  <a:pt x="3830" y="288"/>
                </a:moveTo>
                <a:lnTo>
                  <a:pt x="3814" y="292"/>
                </a:lnTo>
                <a:lnTo>
                  <a:pt x="3812" y="284"/>
                </a:lnTo>
                <a:lnTo>
                  <a:pt x="3828" y="280"/>
                </a:lnTo>
                <a:lnTo>
                  <a:pt x="3830" y="288"/>
                </a:lnTo>
                <a:moveTo>
                  <a:pt x="3798" y="296"/>
                </a:moveTo>
                <a:lnTo>
                  <a:pt x="3783" y="300"/>
                </a:lnTo>
                <a:lnTo>
                  <a:pt x="3781" y="292"/>
                </a:lnTo>
                <a:lnTo>
                  <a:pt x="3796" y="288"/>
                </a:lnTo>
                <a:lnTo>
                  <a:pt x="3798" y="296"/>
                </a:lnTo>
                <a:moveTo>
                  <a:pt x="3767" y="304"/>
                </a:moveTo>
                <a:lnTo>
                  <a:pt x="3751" y="308"/>
                </a:lnTo>
                <a:lnTo>
                  <a:pt x="3749" y="300"/>
                </a:lnTo>
                <a:lnTo>
                  <a:pt x="3765" y="296"/>
                </a:lnTo>
                <a:lnTo>
                  <a:pt x="3767" y="304"/>
                </a:lnTo>
                <a:moveTo>
                  <a:pt x="3736" y="312"/>
                </a:moveTo>
                <a:lnTo>
                  <a:pt x="3720" y="316"/>
                </a:lnTo>
                <a:lnTo>
                  <a:pt x="3718" y="308"/>
                </a:lnTo>
                <a:lnTo>
                  <a:pt x="3734" y="304"/>
                </a:lnTo>
                <a:lnTo>
                  <a:pt x="3736" y="312"/>
                </a:lnTo>
                <a:moveTo>
                  <a:pt x="3704" y="320"/>
                </a:moveTo>
                <a:lnTo>
                  <a:pt x="3688" y="324"/>
                </a:lnTo>
                <a:lnTo>
                  <a:pt x="3686" y="316"/>
                </a:lnTo>
                <a:lnTo>
                  <a:pt x="3702" y="312"/>
                </a:lnTo>
                <a:lnTo>
                  <a:pt x="3704" y="320"/>
                </a:lnTo>
                <a:moveTo>
                  <a:pt x="3672" y="328"/>
                </a:moveTo>
                <a:lnTo>
                  <a:pt x="3657" y="332"/>
                </a:lnTo>
                <a:lnTo>
                  <a:pt x="3654" y="324"/>
                </a:lnTo>
                <a:lnTo>
                  <a:pt x="3670" y="320"/>
                </a:lnTo>
                <a:lnTo>
                  <a:pt x="3672" y="328"/>
                </a:lnTo>
                <a:moveTo>
                  <a:pt x="3641" y="336"/>
                </a:moveTo>
                <a:lnTo>
                  <a:pt x="3625" y="341"/>
                </a:lnTo>
                <a:lnTo>
                  <a:pt x="3623" y="333"/>
                </a:lnTo>
                <a:lnTo>
                  <a:pt x="3639" y="329"/>
                </a:lnTo>
                <a:lnTo>
                  <a:pt x="3641" y="336"/>
                </a:lnTo>
                <a:moveTo>
                  <a:pt x="3609" y="345"/>
                </a:moveTo>
                <a:lnTo>
                  <a:pt x="3593" y="349"/>
                </a:lnTo>
                <a:lnTo>
                  <a:pt x="3591" y="341"/>
                </a:lnTo>
                <a:lnTo>
                  <a:pt x="3607" y="337"/>
                </a:lnTo>
                <a:lnTo>
                  <a:pt x="3609" y="345"/>
                </a:lnTo>
                <a:moveTo>
                  <a:pt x="3577" y="353"/>
                </a:moveTo>
                <a:lnTo>
                  <a:pt x="3562" y="357"/>
                </a:lnTo>
                <a:lnTo>
                  <a:pt x="3560" y="349"/>
                </a:lnTo>
                <a:lnTo>
                  <a:pt x="3575" y="345"/>
                </a:lnTo>
                <a:lnTo>
                  <a:pt x="3577" y="353"/>
                </a:lnTo>
                <a:moveTo>
                  <a:pt x="3546" y="362"/>
                </a:moveTo>
                <a:lnTo>
                  <a:pt x="3530" y="366"/>
                </a:lnTo>
                <a:lnTo>
                  <a:pt x="3528" y="358"/>
                </a:lnTo>
                <a:lnTo>
                  <a:pt x="3544" y="354"/>
                </a:lnTo>
                <a:lnTo>
                  <a:pt x="3546" y="362"/>
                </a:lnTo>
                <a:moveTo>
                  <a:pt x="3515" y="370"/>
                </a:moveTo>
                <a:lnTo>
                  <a:pt x="3499" y="374"/>
                </a:lnTo>
                <a:lnTo>
                  <a:pt x="3497" y="366"/>
                </a:lnTo>
                <a:lnTo>
                  <a:pt x="3513" y="362"/>
                </a:lnTo>
                <a:lnTo>
                  <a:pt x="3515" y="370"/>
                </a:lnTo>
                <a:moveTo>
                  <a:pt x="3484" y="379"/>
                </a:moveTo>
                <a:lnTo>
                  <a:pt x="3468" y="383"/>
                </a:lnTo>
                <a:lnTo>
                  <a:pt x="3466" y="375"/>
                </a:lnTo>
                <a:lnTo>
                  <a:pt x="3482" y="371"/>
                </a:lnTo>
                <a:lnTo>
                  <a:pt x="3484" y="379"/>
                </a:lnTo>
                <a:moveTo>
                  <a:pt x="3452" y="388"/>
                </a:moveTo>
                <a:lnTo>
                  <a:pt x="3436" y="392"/>
                </a:lnTo>
                <a:lnTo>
                  <a:pt x="3434" y="384"/>
                </a:lnTo>
                <a:lnTo>
                  <a:pt x="3450" y="380"/>
                </a:lnTo>
                <a:lnTo>
                  <a:pt x="3452" y="388"/>
                </a:lnTo>
                <a:moveTo>
                  <a:pt x="3420" y="397"/>
                </a:moveTo>
                <a:lnTo>
                  <a:pt x="3405" y="401"/>
                </a:lnTo>
                <a:lnTo>
                  <a:pt x="3403" y="393"/>
                </a:lnTo>
                <a:lnTo>
                  <a:pt x="3418" y="389"/>
                </a:lnTo>
                <a:lnTo>
                  <a:pt x="3420" y="397"/>
                </a:lnTo>
                <a:moveTo>
                  <a:pt x="3390" y="406"/>
                </a:moveTo>
                <a:lnTo>
                  <a:pt x="3375" y="410"/>
                </a:lnTo>
                <a:lnTo>
                  <a:pt x="3372" y="402"/>
                </a:lnTo>
                <a:lnTo>
                  <a:pt x="3387" y="398"/>
                </a:lnTo>
                <a:lnTo>
                  <a:pt x="3390" y="406"/>
                </a:lnTo>
                <a:moveTo>
                  <a:pt x="3359" y="415"/>
                </a:moveTo>
                <a:lnTo>
                  <a:pt x="3343" y="420"/>
                </a:lnTo>
                <a:lnTo>
                  <a:pt x="3340" y="412"/>
                </a:lnTo>
                <a:lnTo>
                  <a:pt x="3357" y="407"/>
                </a:lnTo>
                <a:lnTo>
                  <a:pt x="3359" y="415"/>
                </a:lnTo>
                <a:moveTo>
                  <a:pt x="3327" y="425"/>
                </a:moveTo>
                <a:lnTo>
                  <a:pt x="3312" y="430"/>
                </a:lnTo>
                <a:lnTo>
                  <a:pt x="3309" y="422"/>
                </a:lnTo>
                <a:lnTo>
                  <a:pt x="3325" y="417"/>
                </a:lnTo>
                <a:lnTo>
                  <a:pt x="3327" y="425"/>
                </a:lnTo>
                <a:moveTo>
                  <a:pt x="3296" y="435"/>
                </a:moveTo>
                <a:lnTo>
                  <a:pt x="3281" y="440"/>
                </a:lnTo>
                <a:lnTo>
                  <a:pt x="3279" y="432"/>
                </a:lnTo>
                <a:lnTo>
                  <a:pt x="3294" y="427"/>
                </a:lnTo>
                <a:lnTo>
                  <a:pt x="3296" y="435"/>
                </a:lnTo>
                <a:moveTo>
                  <a:pt x="3267" y="445"/>
                </a:moveTo>
                <a:lnTo>
                  <a:pt x="3251" y="451"/>
                </a:lnTo>
                <a:lnTo>
                  <a:pt x="3248" y="443"/>
                </a:lnTo>
                <a:lnTo>
                  <a:pt x="3264" y="437"/>
                </a:lnTo>
                <a:lnTo>
                  <a:pt x="3267" y="445"/>
                </a:lnTo>
                <a:moveTo>
                  <a:pt x="3235" y="456"/>
                </a:moveTo>
                <a:lnTo>
                  <a:pt x="3219" y="462"/>
                </a:lnTo>
                <a:lnTo>
                  <a:pt x="3217" y="455"/>
                </a:lnTo>
                <a:lnTo>
                  <a:pt x="3232" y="449"/>
                </a:lnTo>
                <a:lnTo>
                  <a:pt x="3235" y="456"/>
                </a:lnTo>
                <a:moveTo>
                  <a:pt x="3204" y="468"/>
                </a:moveTo>
                <a:lnTo>
                  <a:pt x="3190" y="474"/>
                </a:lnTo>
                <a:lnTo>
                  <a:pt x="3187" y="466"/>
                </a:lnTo>
                <a:lnTo>
                  <a:pt x="3201" y="460"/>
                </a:lnTo>
                <a:lnTo>
                  <a:pt x="3204" y="468"/>
                </a:lnTo>
                <a:moveTo>
                  <a:pt x="3176" y="480"/>
                </a:moveTo>
                <a:cubicBezTo>
                  <a:pt x="3171" y="482"/>
                  <a:pt x="3166" y="484"/>
                  <a:pt x="3160" y="487"/>
                </a:cubicBezTo>
                <a:lnTo>
                  <a:pt x="3157" y="479"/>
                </a:lnTo>
                <a:cubicBezTo>
                  <a:pt x="3162" y="477"/>
                  <a:pt x="3168" y="474"/>
                  <a:pt x="3173" y="472"/>
                </a:cubicBezTo>
                <a:lnTo>
                  <a:pt x="3176" y="480"/>
                </a:lnTo>
                <a:moveTo>
                  <a:pt x="3145" y="494"/>
                </a:moveTo>
                <a:cubicBezTo>
                  <a:pt x="3140" y="496"/>
                  <a:pt x="3136" y="498"/>
                  <a:pt x="3131" y="501"/>
                </a:cubicBezTo>
                <a:lnTo>
                  <a:pt x="3127" y="493"/>
                </a:lnTo>
                <a:cubicBezTo>
                  <a:pt x="3132" y="491"/>
                  <a:pt x="3137" y="489"/>
                  <a:pt x="3142" y="486"/>
                </a:cubicBezTo>
                <a:lnTo>
                  <a:pt x="3145" y="494"/>
                </a:lnTo>
                <a:moveTo>
                  <a:pt x="3117" y="508"/>
                </a:moveTo>
                <a:cubicBezTo>
                  <a:pt x="3113" y="510"/>
                  <a:pt x="3108" y="512"/>
                  <a:pt x="3103" y="515"/>
                </a:cubicBezTo>
                <a:lnTo>
                  <a:pt x="3100" y="508"/>
                </a:lnTo>
                <a:cubicBezTo>
                  <a:pt x="3104" y="505"/>
                  <a:pt x="3109" y="503"/>
                  <a:pt x="3113" y="500"/>
                </a:cubicBezTo>
                <a:lnTo>
                  <a:pt x="3117" y="508"/>
                </a:lnTo>
                <a:moveTo>
                  <a:pt x="3089" y="523"/>
                </a:moveTo>
                <a:lnTo>
                  <a:pt x="3075" y="531"/>
                </a:lnTo>
                <a:lnTo>
                  <a:pt x="3071" y="524"/>
                </a:lnTo>
                <a:lnTo>
                  <a:pt x="3085" y="516"/>
                </a:lnTo>
                <a:lnTo>
                  <a:pt x="3089" y="523"/>
                </a:lnTo>
                <a:moveTo>
                  <a:pt x="3061" y="539"/>
                </a:moveTo>
                <a:lnTo>
                  <a:pt x="3047" y="547"/>
                </a:lnTo>
                <a:lnTo>
                  <a:pt x="3043" y="540"/>
                </a:lnTo>
                <a:lnTo>
                  <a:pt x="3057" y="532"/>
                </a:lnTo>
                <a:lnTo>
                  <a:pt x="3061" y="539"/>
                </a:lnTo>
                <a:moveTo>
                  <a:pt x="3034" y="555"/>
                </a:moveTo>
                <a:lnTo>
                  <a:pt x="3027" y="559"/>
                </a:lnTo>
                <a:lnTo>
                  <a:pt x="3020" y="564"/>
                </a:lnTo>
                <a:lnTo>
                  <a:pt x="3016" y="557"/>
                </a:lnTo>
                <a:lnTo>
                  <a:pt x="3023" y="553"/>
                </a:lnTo>
                <a:lnTo>
                  <a:pt x="3029" y="549"/>
                </a:lnTo>
                <a:lnTo>
                  <a:pt x="3034" y="555"/>
                </a:lnTo>
                <a:moveTo>
                  <a:pt x="3006" y="572"/>
                </a:moveTo>
                <a:lnTo>
                  <a:pt x="2992" y="581"/>
                </a:lnTo>
                <a:lnTo>
                  <a:pt x="2988" y="574"/>
                </a:lnTo>
                <a:lnTo>
                  <a:pt x="3002" y="565"/>
                </a:lnTo>
                <a:lnTo>
                  <a:pt x="3006" y="572"/>
                </a:lnTo>
                <a:moveTo>
                  <a:pt x="2979" y="589"/>
                </a:moveTo>
                <a:lnTo>
                  <a:pt x="2965" y="597"/>
                </a:lnTo>
                <a:lnTo>
                  <a:pt x="2961" y="590"/>
                </a:lnTo>
                <a:lnTo>
                  <a:pt x="2975" y="582"/>
                </a:lnTo>
                <a:lnTo>
                  <a:pt x="2979" y="589"/>
                </a:lnTo>
                <a:moveTo>
                  <a:pt x="2951" y="605"/>
                </a:moveTo>
                <a:cubicBezTo>
                  <a:pt x="2946" y="608"/>
                  <a:pt x="2941" y="610"/>
                  <a:pt x="2936" y="613"/>
                </a:cubicBezTo>
                <a:lnTo>
                  <a:pt x="2932" y="606"/>
                </a:lnTo>
                <a:cubicBezTo>
                  <a:pt x="2937" y="603"/>
                  <a:pt x="2942" y="600"/>
                  <a:pt x="2947" y="598"/>
                </a:cubicBezTo>
                <a:lnTo>
                  <a:pt x="2951" y="605"/>
                </a:lnTo>
                <a:moveTo>
                  <a:pt x="2922" y="620"/>
                </a:moveTo>
                <a:lnTo>
                  <a:pt x="2908" y="627"/>
                </a:lnTo>
                <a:lnTo>
                  <a:pt x="2904" y="620"/>
                </a:lnTo>
                <a:lnTo>
                  <a:pt x="2918" y="613"/>
                </a:lnTo>
                <a:lnTo>
                  <a:pt x="2922" y="620"/>
                </a:lnTo>
                <a:moveTo>
                  <a:pt x="2893" y="634"/>
                </a:moveTo>
                <a:cubicBezTo>
                  <a:pt x="2888" y="636"/>
                  <a:pt x="2883" y="639"/>
                  <a:pt x="2878" y="641"/>
                </a:cubicBezTo>
                <a:lnTo>
                  <a:pt x="2875" y="633"/>
                </a:lnTo>
                <a:cubicBezTo>
                  <a:pt x="2880" y="631"/>
                  <a:pt x="2885" y="629"/>
                  <a:pt x="2890" y="627"/>
                </a:cubicBezTo>
                <a:lnTo>
                  <a:pt x="2893" y="634"/>
                </a:lnTo>
                <a:moveTo>
                  <a:pt x="2862" y="648"/>
                </a:moveTo>
                <a:lnTo>
                  <a:pt x="2847" y="654"/>
                </a:lnTo>
                <a:lnTo>
                  <a:pt x="2844" y="647"/>
                </a:lnTo>
                <a:lnTo>
                  <a:pt x="2859" y="640"/>
                </a:lnTo>
                <a:lnTo>
                  <a:pt x="2862" y="648"/>
                </a:lnTo>
                <a:moveTo>
                  <a:pt x="2832" y="660"/>
                </a:moveTo>
                <a:lnTo>
                  <a:pt x="2817" y="666"/>
                </a:lnTo>
                <a:lnTo>
                  <a:pt x="2814" y="658"/>
                </a:lnTo>
                <a:lnTo>
                  <a:pt x="2829" y="652"/>
                </a:lnTo>
                <a:lnTo>
                  <a:pt x="2832" y="660"/>
                </a:lnTo>
                <a:moveTo>
                  <a:pt x="2802" y="671"/>
                </a:moveTo>
                <a:lnTo>
                  <a:pt x="2787" y="677"/>
                </a:lnTo>
                <a:lnTo>
                  <a:pt x="2784" y="669"/>
                </a:lnTo>
                <a:lnTo>
                  <a:pt x="2799" y="664"/>
                </a:lnTo>
                <a:lnTo>
                  <a:pt x="2802" y="671"/>
                </a:lnTo>
                <a:moveTo>
                  <a:pt x="2771" y="682"/>
                </a:moveTo>
                <a:lnTo>
                  <a:pt x="2755" y="687"/>
                </a:lnTo>
                <a:lnTo>
                  <a:pt x="2753" y="680"/>
                </a:lnTo>
                <a:lnTo>
                  <a:pt x="2768" y="674"/>
                </a:lnTo>
                <a:lnTo>
                  <a:pt x="2771" y="682"/>
                </a:lnTo>
                <a:moveTo>
                  <a:pt x="2740" y="692"/>
                </a:moveTo>
                <a:lnTo>
                  <a:pt x="2725" y="697"/>
                </a:lnTo>
                <a:lnTo>
                  <a:pt x="2722" y="689"/>
                </a:lnTo>
                <a:lnTo>
                  <a:pt x="2738" y="684"/>
                </a:lnTo>
                <a:lnTo>
                  <a:pt x="2740" y="692"/>
                </a:lnTo>
                <a:moveTo>
                  <a:pt x="2709" y="701"/>
                </a:moveTo>
                <a:lnTo>
                  <a:pt x="2693" y="706"/>
                </a:lnTo>
                <a:lnTo>
                  <a:pt x="2691" y="698"/>
                </a:lnTo>
                <a:lnTo>
                  <a:pt x="2706" y="694"/>
                </a:lnTo>
                <a:lnTo>
                  <a:pt x="2709" y="701"/>
                </a:lnTo>
                <a:moveTo>
                  <a:pt x="2678" y="710"/>
                </a:moveTo>
                <a:lnTo>
                  <a:pt x="2662" y="714"/>
                </a:lnTo>
                <a:lnTo>
                  <a:pt x="2660" y="706"/>
                </a:lnTo>
                <a:lnTo>
                  <a:pt x="2676" y="702"/>
                </a:lnTo>
                <a:lnTo>
                  <a:pt x="2678" y="710"/>
                </a:lnTo>
                <a:moveTo>
                  <a:pt x="2646" y="718"/>
                </a:moveTo>
                <a:lnTo>
                  <a:pt x="2630" y="723"/>
                </a:lnTo>
                <a:lnTo>
                  <a:pt x="2628" y="715"/>
                </a:lnTo>
                <a:lnTo>
                  <a:pt x="2644" y="711"/>
                </a:lnTo>
                <a:lnTo>
                  <a:pt x="2646" y="718"/>
                </a:lnTo>
                <a:moveTo>
                  <a:pt x="2615" y="726"/>
                </a:moveTo>
                <a:lnTo>
                  <a:pt x="2599" y="730"/>
                </a:lnTo>
                <a:lnTo>
                  <a:pt x="2597" y="722"/>
                </a:lnTo>
                <a:lnTo>
                  <a:pt x="2613" y="718"/>
                </a:lnTo>
                <a:lnTo>
                  <a:pt x="2615" y="726"/>
                </a:lnTo>
                <a:moveTo>
                  <a:pt x="2583" y="734"/>
                </a:moveTo>
                <a:lnTo>
                  <a:pt x="2567" y="738"/>
                </a:lnTo>
                <a:lnTo>
                  <a:pt x="2565" y="730"/>
                </a:lnTo>
                <a:lnTo>
                  <a:pt x="2582" y="726"/>
                </a:lnTo>
                <a:lnTo>
                  <a:pt x="2583" y="734"/>
                </a:lnTo>
                <a:moveTo>
                  <a:pt x="2551" y="741"/>
                </a:moveTo>
                <a:lnTo>
                  <a:pt x="2536" y="744"/>
                </a:lnTo>
                <a:lnTo>
                  <a:pt x="2534" y="736"/>
                </a:lnTo>
                <a:lnTo>
                  <a:pt x="2549" y="733"/>
                </a:lnTo>
                <a:lnTo>
                  <a:pt x="2551" y="741"/>
                </a:lnTo>
                <a:moveTo>
                  <a:pt x="2520" y="748"/>
                </a:moveTo>
                <a:lnTo>
                  <a:pt x="2504" y="751"/>
                </a:lnTo>
                <a:lnTo>
                  <a:pt x="2503" y="743"/>
                </a:lnTo>
                <a:lnTo>
                  <a:pt x="2518" y="740"/>
                </a:lnTo>
                <a:lnTo>
                  <a:pt x="2520" y="748"/>
                </a:lnTo>
                <a:moveTo>
                  <a:pt x="2488" y="754"/>
                </a:moveTo>
                <a:lnTo>
                  <a:pt x="2472" y="758"/>
                </a:lnTo>
                <a:lnTo>
                  <a:pt x="2471" y="758"/>
                </a:lnTo>
                <a:lnTo>
                  <a:pt x="2470" y="754"/>
                </a:lnTo>
                <a:lnTo>
                  <a:pt x="2469" y="750"/>
                </a:lnTo>
                <a:lnTo>
                  <a:pt x="2470" y="750"/>
                </a:lnTo>
                <a:lnTo>
                  <a:pt x="2486" y="746"/>
                </a:lnTo>
                <a:lnTo>
                  <a:pt x="2488" y="754"/>
                </a:lnTo>
                <a:moveTo>
                  <a:pt x="2456" y="761"/>
                </a:moveTo>
                <a:lnTo>
                  <a:pt x="2440" y="764"/>
                </a:lnTo>
                <a:lnTo>
                  <a:pt x="2439" y="756"/>
                </a:lnTo>
                <a:lnTo>
                  <a:pt x="2454" y="753"/>
                </a:lnTo>
                <a:lnTo>
                  <a:pt x="2456" y="761"/>
                </a:lnTo>
                <a:moveTo>
                  <a:pt x="2425" y="767"/>
                </a:moveTo>
                <a:lnTo>
                  <a:pt x="2408" y="770"/>
                </a:lnTo>
                <a:lnTo>
                  <a:pt x="2407" y="762"/>
                </a:lnTo>
                <a:lnTo>
                  <a:pt x="2423" y="759"/>
                </a:lnTo>
                <a:lnTo>
                  <a:pt x="2425" y="767"/>
                </a:lnTo>
                <a:moveTo>
                  <a:pt x="2392" y="773"/>
                </a:moveTo>
                <a:lnTo>
                  <a:pt x="2375" y="776"/>
                </a:lnTo>
                <a:lnTo>
                  <a:pt x="2374" y="768"/>
                </a:lnTo>
                <a:lnTo>
                  <a:pt x="2391" y="765"/>
                </a:lnTo>
                <a:lnTo>
                  <a:pt x="2392" y="773"/>
                </a:lnTo>
                <a:moveTo>
                  <a:pt x="2360" y="779"/>
                </a:moveTo>
                <a:lnTo>
                  <a:pt x="2344" y="781"/>
                </a:lnTo>
                <a:lnTo>
                  <a:pt x="2343" y="773"/>
                </a:lnTo>
                <a:lnTo>
                  <a:pt x="2358" y="771"/>
                </a:lnTo>
                <a:lnTo>
                  <a:pt x="2360" y="779"/>
                </a:lnTo>
                <a:moveTo>
                  <a:pt x="2328" y="784"/>
                </a:moveTo>
                <a:lnTo>
                  <a:pt x="2312" y="787"/>
                </a:lnTo>
                <a:lnTo>
                  <a:pt x="2311" y="779"/>
                </a:lnTo>
                <a:lnTo>
                  <a:pt x="2327" y="776"/>
                </a:lnTo>
                <a:lnTo>
                  <a:pt x="2328" y="784"/>
                </a:lnTo>
                <a:moveTo>
                  <a:pt x="2296" y="790"/>
                </a:moveTo>
                <a:lnTo>
                  <a:pt x="2280" y="792"/>
                </a:lnTo>
                <a:lnTo>
                  <a:pt x="2279" y="784"/>
                </a:lnTo>
                <a:lnTo>
                  <a:pt x="2295" y="782"/>
                </a:lnTo>
                <a:lnTo>
                  <a:pt x="2296" y="790"/>
                </a:lnTo>
                <a:moveTo>
                  <a:pt x="2263" y="795"/>
                </a:moveTo>
                <a:lnTo>
                  <a:pt x="2248" y="798"/>
                </a:lnTo>
                <a:lnTo>
                  <a:pt x="2246" y="790"/>
                </a:lnTo>
                <a:lnTo>
                  <a:pt x="2262" y="787"/>
                </a:lnTo>
                <a:lnTo>
                  <a:pt x="2263" y="795"/>
                </a:lnTo>
                <a:moveTo>
                  <a:pt x="2232" y="800"/>
                </a:moveTo>
                <a:lnTo>
                  <a:pt x="2216" y="803"/>
                </a:lnTo>
                <a:lnTo>
                  <a:pt x="2215" y="795"/>
                </a:lnTo>
                <a:lnTo>
                  <a:pt x="2231" y="792"/>
                </a:lnTo>
                <a:lnTo>
                  <a:pt x="2232" y="800"/>
                </a:lnTo>
                <a:moveTo>
                  <a:pt x="2200" y="805"/>
                </a:moveTo>
                <a:lnTo>
                  <a:pt x="2184" y="808"/>
                </a:lnTo>
                <a:lnTo>
                  <a:pt x="2183" y="800"/>
                </a:lnTo>
                <a:lnTo>
                  <a:pt x="2199" y="797"/>
                </a:lnTo>
                <a:lnTo>
                  <a:pt x="2200" y="805"/>
                </a:lnTo>
                <a:moveTo>
                  <a:pt x="2168" y="810"/>
                </a:moveTo>
                <a:lnTo>
                  <a:pt x="2151" y="813"/>
                </a:lnTo>
                <a:lnTo>
                  <a:pt x="2150" y="805"/>
                </a:lnTo>
                <a:lnTo>
                  <a:pt x="2166" y="802"/>
                </a:lnTo>
                <a:lnTo>
                  <a:pt x="2168" y="810"/>
                </a:lnTo>
                <a:moveTo>
                  <a:pt x="2135" y="815"/>
                </a:moveTo>
                <a:lnTo>
                  <a:pt x="2120" y="818"/>
                </a:lnTo>
                <a:lnTo>
                  <a:pt x="2118" y="810"/>
                </a:lnTo>
                <a:lnTo>
                  <a:pt x="2134" y="807"/>
                </a:lnTo>
                <a:lnTo>
                  <a:pt x="2135" y="815"/>
                </a:lnTo>
                <a:moveTo>
                  <a:pt x="2104" y="820"/>
                </a:moveTo>
                <a:lnTo>
                  <a:pt x="2088" y="822"/>
                </a:lnTo>
                <a:lnTo>
                  <a:pt x="2086" y="814"/>
                </a:lnTo>
                <a:lnTo>
                  <a:pt x="2102" y="812"/>
                </a:lnTo>
                <a:lnTo>
                  <a:pt x="2104" y="820"/>
                </a:lnTo>
                <a:moveTo>
                  <a:pt x="2072" y="825"/>
                </a:moveTo>
                <a:lnTo>
                  <a:pt x="2055" y="827"/>
                </a:lnTo>
                <a:lnTo>
                  <a:pt x="2054" y="819"/>
                </a:lnTo>
                <a:lnTo>
                  <a:pt x="2070" y="817"/>
                </a:lnTo>
                <a:lnTo>
                  <a:pt x="2072" y="825"/>
                </a:lnTo>
                <a:moveTo>
                  <a:pt x="2039" y="830"/>
                </a:moveTo>
                <a:lnTo>
                  <a:pt x="2023" y="832"/>
                </a:lnTo>
                <a:lnTo>
                  <a:pt x="2022" y="824"/>
                </a:lnTo>
                <a:lnTo>
                  <a:pt x="2038" y="822"/>
                </a:lnTo>
                <a:lnTo>
                  <a:pt x="2039" y="830"/>
                </a:lnTo>
                <a:moveTo>
                  <a:pt x="2007" y="834"/>
                </a:moveTo>
                <a:lnTo>
                  <a:pt x="1992" y="836"/>
                </a:lnTo>
                <a:lnTo>
                  <a:pt x="1990" y="828"/>
                </a:lnTo>
                <a:lnTo>
                  <a:pt x="2006" y="826"/>
                </a:lnTo>
                <a:lnTo>
                  <a:pt x="2007" y="834"/>
                </a:lnTo>
                <a:moveTo>
                  <a:pt x="1976" y="839"/>
                </a:moveTo>
                <a:lnTo>
                  <a:pt x="1960" y="841"/>
                </a:lnTo>
                <a:lnTo>
                  <a:pt x="1959" y="833"/>
                </a:lnTo>
                <a:lnTo>
                  <a:pt x="1975" y="831"/>
                </a:lnTo>
                <a:lnTo>
                  <a:pt x="1976" y="839"/>
                </a:lnTo>
                <a:moveTo>
                  <a:pt x="1944" y="843"/>
                </a:moveTo>
                <a:lnTo>
                  <a:pt x="1928" y="845"/>
                </a:lnTo>
                <a:lnTo>
                  <a:pt x="1927" y="837"/>
                </a:lnTo>
                <a:lnTo>
                  <a:pt x="1943" y="835"/>
                </a:lnTo>
                <a:lnTo>
                  <a:pt x="1944" y="843"/>
                </a:lnTo>
                <a:moveTo>
                  <a:pt x="1912" y="848"/>
                </a:moveTo>
                <a:lnTo>
                  <a:pt x="1896" y="850"/>
                </a:lnTo>
                <a:lnTo>
                  <a:pt x="1895" y="842"/>
                </a:lnTo>
                <a:lnTo>
                  <a:pt x="1911" y="840"/>
                </a:lnTo>
                <a:lnTo>
                  <a:pt x="1912" y="848"/>
                </a:lnTo>
                <a:moveTo>
                  <a:pt x="1880" y="852"/>
                </a:moveTo>
                <a:lnTo>
                  <a:pt x="1864" y="855"/>
                </a:lnTo>
                <a:lnTo>
                  <a:pt x="1863" y="846"/>
                </a:lnTo>
                <a:lnTo>
                  <a:pt x="1879" y="844"/>
                </a:lnTo>
                <a:lnTo>
                  <a:pt x="1880" y="852"/>
                </a:lnTo>
                <a:moveTo>
                  <a:pt x="1848" y="857"/>
                </a:moveTo>
                <a:lnTo>
                  <a:pt x="1831" y="860"/>
                </a:lnTo>
                <a:lnTo>
                  <a:pt x="1830" y="851"/>
                </a:lnTo>
                <a:lnTo>
                  <a:pt x="1847" y="848"/>
                </a:lnTo>
                <a:lnTo>
                  <a:pt x="1848" y="857"/>
                </a:lnTo>
                <a:moveTo>
                  <a:pt x="1815" y="862"/>
                </a:moveTo>
                <a:lnTo>
                  <a:pt x="1799" y="864"/>
                </a:lnTo>
                <a:lnTo>
                  <a:pt x="1797" y="856"/>
                </a:lnTo>
                <a:lnTo>
                  <a:pt x="1814" y="853"/>
                </a:lnTo>
                <a:lnTo>
                  <a:pt x="1815" y="862"/>
                </a:lnTo>
                <a:moveTo>
                  <a:pt x="1782" y="866"/>
                </a:moveTo>
                <a:lnTo>
                  <a:pt x="1766" y="868"/>
                </a:lnTo>
                <a:lnTo>
                  <a:pt x="1764" y="860"/>
                </a:lnTo>
                <a:lnTo>
                  <a:pt x="1781" y="858"/>
                </a:lnTo>
                <a:lnTo>
                  <a:pt x="1782" y="866"/>
                </a:lnTo>
                <a:moveTo>
                  <a:pt x="1749" y="871"/>
                </a:moveTo>
                <a:lnTo>
                  <a:pt x="1734" y="873"/>
                </a:lnTo>
                <a:lnTo>
                  <a:pt x="1732" y="865"/>
                </a:lnTo>
                <a:lnTo>
                  <a:pt x="1748" y="863"/>
                </a:lnTo>
                <a:lnTo>
                  <a:pt x="1749" y="871"/>
                </a:lnTo>
                <a:moveTo>
                  <a:pt x="1718" y="875"/>
                </a:moveTo>
                <a:lnTo>
                  <a:pt x="1702" y="877"/>
                </a:lnTo>
                <a:lnTo>
                  <a:pt x="1701" y="869"/>
                </a:lnTo>
                <a:lnTo>
                  <a:pt x="1717" y="867"/>
                </a:lnTo>
                <a:lnTo>
                  <a:pt x="1718" y="875"/>
                </a:lnTo>
                <a:moveTo>
                  <a:pt x="1686" y="879"/>
                </a:moveTo>
                <a:lnTo>
                  <a:pt x="1669" y="881"/>
                </a:lnTo>
                <a:lnTo>
                  <a:pt x="1668" y="873"/>
                </a:lnTo>
                <a:lnTo>
                  <a:pt x="1685" y="871"/>
                </a:lnTo>
                <a:lnTo>
                  <a:pt x="1686" y="879"/>
                </a:lnTo>
                <a:moveTo>
                  <a:pt x="1653" y="883"/>
                </a:moveTo>
                <a:lnTo>
                  <a:pt x="1636" y="885"/>
                </a:lnTo>
                <a:lnTo>
                  <a:pt x="1635" y="877"/>
                </a:lnTo>
                <a:lnTo>
                  <a:pt x="1652" y="875"/>
                </a:lnTo>
                <a:lnTo>
                  <a:pt x="1653" y="883"/>
                </a:lnTo>
                <a:moveTo>
                  <a:pt x="1620" y="887"/>
                </a:moveTo>
                <a:lnTo>
                  <a:pt x="1604" y="889"/>
                </a:lnTo>
                <a:lnTo>
                  <a:pt x="1603" y="881"/>
                </a:lnTo>
                <a:lnTo>
                  <a:pt x="1619" y="879"/>
                </a:lnTo>
                <a:lnTo>
                  <a:pt x="1620" y="887"/>
                </a:lnTo>
                <a:moveTo>
                  <a:pt x="1588" y="891"/>
                </a:moveTo>
                <a:lnTo>
                  <a:pt x="1572" y="893"/>
                </a:lnTo>
                <a:lnTo>
                  <a:pt x="1571" y="885"/>
                </a:lnTo>
                <a:lnTo>
                  <a:pt x="1587" y="883"/>
                </a:lnTo>
                <a:lnTo>
                  <a:pt x="1588" y="891"/>
                </a:lnTo>
                <a:moveTo>
                  <a:pt x="1556" y="895"/>
                </a:moveTo>
                <a:lnTo>
                  <a:pt x="1539" y="897"/>
                </a:lnTo>
                <a:lnTo>
                  <a:pt x="1538" y="889"/>
                </a:lnTo>
                <a:lnTo>
                  <a:pt x="1555" y="887"/>
                </a:lnTo>
                <a:lnTo>
                  <a:pt x="1556" y="895"/>
                </a:lnTo>
                <a:moveTo>
                  <a:pt x="1523" y="899"/>
                </a:moveTo>
                <a:lnTo>
                  <a:pt x="1507" y="901"/>
                </a:lnTo>
                <a:lnTo>
                  <a:pt x="1506" y="893"/>
                </a:lnTo>
                <a:lnTo>
                  <a:pt x="1522" y="891"/>
                </a:lnTo>
                <a:lnTo>
                  <a:pt x="1523" y="899"/>
                </a:lnTo>
                <a:moveTo>
                  <a:pt x="1491" y="903"/>
                </a:moveTo>
                <a:lnTo>
                  <a:pt x="1475" y="905"/>
                </a:lnTo>
                <a:lnTo>
                  <a:pt x="1474" y="897"/>
                </a:lnTo>
                <a:lnTo>
                  <a:pt x="1490" y="895"/>
                </a:lnTo>
                <a:lnTo>
                  <a:pt x="1491" y="903"/>
                </a:lnTo>
                <a:moveTo>
                  <a:pt x="1458" y="907"/>
                </a:moveTo>
                <a:lnTo>
                  <a:pt x="1442" y="909"/>
                </a:lnTo>
                <a:lnTo>
                  <a:pt x="1441" y="901"/>
                </a:lnTo>
                <a:lnTo>
                  <a:pt x="1457" y="899"/>
                </a:lnTo>
                <a:lnTo>
                  <a:pt x="1458" y="907"/>
                </a:lnTo>
                <a:moveTo>
                  <a:pt x="1426" y="911"/>
                </a:moveTo>
                <a:lnTo>
                  <a:pt x="1410" y="913"/>
                </a:lnTo>
                <a:lnTo>
                  <a:pt x="1409" y="905"/>
                </a:lnTo>
                <a:lnTo>
                  <a:pt x="1425" y="903"/>
                </a:lnTo>
                <a:lnTo>
                  <a:pt x="1426" y="911"/>
                </a:lnTo>
                <a:moveTo>
                  <a:pt x="1393" y="915"/>
                </a:moveTo>
                <a:lnTo>
                  <a:pt x="1377" y="917"/>
                </a:lnTo>
                <a:lnTo>
                  <a:pt x="1376" y="909"/>
                </a:lnTo>
                <a:lnTo>
                  <a:pt x="1392" y="907"/>
                </a:lnTo>
                <a:lnTo>
                  <a:pt x="1393" y="915"/>
                </a:lnTo>
                <a:moveTo>
                  <a:pt x="1361" y="919"/>
                </a:moveTo>
                <a:lnTo>
                  <a:pt x="1345" y="921"/>
                </a:lnTo>
                <a:lnTo>
                  <a:pt x="1344" y="913"/>
                </a:lnTo>
                <a:lnTo>
                  <a:pt x="1360" y="911"/>
                </a:lnTo>
                <a:lnTo>
                  <a:pt x="1361" y="919"/>
                </a:lnTo>
                <a:moveTo>
                  <a:pt x="1329" y="923"/>
                </a:moveTo>
                <a:lnTo>
                  <a:pt x="1313" y="925"/>
                </a:lnTo>
                <a:lnTo>
                  <a:pt x="1312" y="917"/>
                </a:lnTo>
                <a:lnTo>
                  <a:pt x="1328" y="915"/>
                </a:lnTo>
                <a:lnTo>
                  <a:pt x="1329" y="923"/>
                </a:lnTo>
                <a:moveTo>
                  <a:pt x="1297" y="927"/>
                </a:moveTo>
                <a:lnTo>
                  <a:pt x="1281" y="929"/>
                </a:lnTo>
                <a:lnTo>
                  <a:pt x="1280" y="921"/>
                </a:lnTo>
                <a:lnTo>
                  <a:pt x="1296" y="919"/>
                </a:lnTo>
                <a:lnTo>
                  <a:pt x="1297" y="927"/>
                </a:lnTo>
                <a:moveTo>
                  <a:pt x="1264" y="930"/>
                </a:moveTo>
                <a:lnTo>
                  <a:pt x="1248" y="932"/>
                </a:lnTo>
                <a:lnTo>
                  <a:pt x="1248" y="924"/>
                </a:lnTo>
                <a:lnTo>
                  <a:pt x="1264" y="922"/>
                </a:lnTo>
                <a:lnTo>
                  <a:pt x="1264" y="930"/>
                </a:lnTo>
                <a:moveTo>
                  <a:pt x="1233" y="934"/>
                </a:moveTo>
                <a:lnTo>
                  <a:pt x="1217" y="936"/>
                </a:lnTo>
                <a:lnTo>
                  <a:pt x="1216" y="928"/>
                </a:lnTo>
                <a:lnTo>
                  <a:pt x="1232" y="926"/>
                </a:lnTo>
                <a:lnTo>
                  <a:pt x="1233" y="934"/>
                </a:lnTo>
                <a:moveTo>
                  <a:pt x="1200" y="938"/>
                </a:moveTo>
                <a:lnTo>
                  <a:pt x="1184" y="940"/>
                </a:lnTo>
                <a:lnTo>
                  <a:pt x="1183" y="932"/>
                </a:lnTo>
                <a:lnTo>
                  <a:pt x="1200" y="930"/>
                </a:lnTo>
                <a:lnTo>
                  <a:pt x="1200" y="938"/>
                </a:lnTo>
                <a:moveTo>
                  <a:pt x="1167" y="942"/>
                </a:moveTo>
                <a:lnTo>
                  <a:pt x="1151" y="944"/>
                </a:lnTo>
                <a:lnTo>
                  <a:pt x="1150" y="936"/>
                </a:lnTo>
                <a:lnTo>
                  <a:pt x="1166" y="934"/>
                </a:lnTo>
                <a:lnTo>
                  <a:pt x="1167" y="942"/>
                </a:lnTo>
                <a:moveTo>
                  <a:pt x="1135" y="946"/>
                </a:moveTo>
                <a:lnTo>
                  <a:pt x="1118" y="947"/>
                </a:lnTo>
                <a:lnTo>
                  <a:pt x="1117" y="939"/>
                </a:lnTo>
                <a:lnTo>
                  <a:pt x="1134" y="937"/>
                </a:lnTo>
                <a:lnTo>
                  <a:pt x="1135" y="946"/>
                </a:lnTo>
                <a:moveTo>
                  <a:pt x="1102" y="949"/>
                </a:moveTo>
                <a:lnTo>
                  <a:pt x="1086" y="951"/>
                </a:lnTo>
                <a:lnTo>
                  <a:pt x="1085" y="943"/>
                </a:lnTo>
                <a:lnTo>
                  <a:pt x="1101" y="941"/>
                </a:lnTo>
                <a:lnTo>
                  <a:pt x="1102" y="949"/>
                </a:lnTo>
                <a:moveTo>
                  <a:pt x="1069" y="953"/>
                </a:moveTo>
                <a:lnTo>
                  <a:pt x="1053" y="955"/>
                </a:lnTo>
                <a:lnTo>
                  <a:pt x="1052" y="947"/>
                </a:lnTo>
                <a:lnTo>
                  <a:pt x="1069" y="945"/>
                </a:lnTo>
                <a:lnTo>
                  <a:pt x="1069" y="953"/>
                </a:lnTo>
                <a:moveTo>
                  <a:pt x="1037" y="957"/>
                </a:moveTo>
                <a:lnTo>
                  <a:pt x="1021" y="958"/>
                </a:lnTo>
                <a:lnTo>
                  <a:pt x="1020" y="950"/>
                </a:lnTo>
                <a:lnTo>
                  <a:pt x="1036" y="949"/>
                </a:lnTo>
                <a:lnTo>
                  <a:pt x="1037" y="957"/>
                </a:lnTo>
                <a:moveTo>
                  <a:pt x="1005" y="960"/>
                </a:moveTo>
                <a:lnTo>
                  <a:pt x="990" y="962"/>
                </a:lnTo>
                <a:lnTo>
                  <a:pt x="989" y="954"/>
                </a:lnTo>
                <a:lnTo>
                  <a:pt x="1005" y="952"/>
                </a:lnTo>
                <a:lnTo>
                  <a:pt x="1005" y="960"/>
                </a:lnTo>
                <a:moveTo>
                  <a:pt x="974" y="964"/>
                </a:moveTo>
                <a:lnTo>
                  <a:pt x="958" y="966"/>
                </a:lnTo>
                <a:lnTo>
                  <a:pt x="957" y="957"/>
                </a:lnTo>
                <a:lnTo>
                  <a:pt x="973" y="956"/>
                </a:lnTo>
                <a:lnTo>
                  <a:pt x="974" y="964"/>
                </a:lnTo>
                <a:moveTo>
                  <a:pt x="943" y="967"/>
                </a:moveTo>
                <a:lnTo>
                  <a:pt x="926" y="969"/>
                </a:lnTo>
                <a:lnTo>
                  <a:pt x="925" y="961"/>
                </a:lnTo>
                <a:lnTo>
                  <a:pt x="942" y="959"/>
                </a:lnTo>
                <a:lnTo>
                  <a:pt x="943" y="967"/>
                </a:lnTo>
                <a:moveTo>
                  <a:pt x="910" y="971"/>
                </a:moveTo>
                <a:lnTo>
                  <a:pt x="893" y="973"/>
                </a:lnTo>
                <a:lnTo>
                  <a:pt x="893" y="965"/>
                </a:lnTo>
                <a:lnTo>
                  <a:pt x="909" y="963"/>
                </a:lnTo>
                <a:lnTo>
                  <a:pt x="910" y="971"/>
                </a:lnTo>
                <a:moveTo>
                  <a:pt x="877" y="975"/>
                </a:moveTo>
                <a:lnTo>
                  <a:pt x="861" y="976"/>
                </a:lnTo>
                <a:lnTo>
                  <a:pt x="860" y="968"/>
                </a:lnTo>
                <a:lnTo>
                  <a:pt x="876" y="966"/>
                </a:lnTo>
                <a:lnTo>
                  <a:pt x="877" y="975"/>
                </a:lnTo>
                <a:moveTo>
                  <a:pt x="845" y="978"/>
                </a:moveTo>
                <a:lnTo>
                  <a:pt x="829" y="980"/>
                </a:lnTo>
                <a:lnTo>
                  <a:pt x="829" y="972"/>
                </a:lnTo>
                <a:lnTo>
                  <a:pt x="844" y="970"/>
                </a:lnTo>
                <a:lnTo>
                  <a:pt x="845" y="978"/>
                </a:lnTo>
                <a:moveTo>
                  <a:pt x="813" y="982"/>
                </a:moveTo>
                <a:lnTo>
                  <a:pt x="797" y="983"/>
                </a:lnTo>
                <a:lnTo>
                  <a:pt x="796" y="975"/>
                </a:lnTo>
                <a:lnTo>
                  <a:pt x="813" y="974"/>
                </a:lnTo>
                <a:lnTo>
                  <a:pt x="813" y="982"/>
                </a:lnTo>
                <a:moveTo>
                  <a:pt x="780" y="985"/>
                </a:moveTo>
                <a:lnTo>
                  <a:pt x="764" y="987"/>
                </a:lnTo>
                <a:lnTo>
                  <a:pt x="763" y="979"/>
                </a:lnTo>
                <a:lnTo>
                  <a:pt x="780" y="977"/>
                </a:lnTo>
                <a:lnTo>
                  <a:pt x="780" y="985"/>
                </a:lnTo>
                <a:moveTo>
                  <a:pt x="748" y="989"/>
                </a:moveTo>
                <a:lnTo>
                  <a:pt x="732" y="990"/>
                </a:lnTo>
                <a:lnTo>
                  <a:pt x="731" y="982"/>
                </a:lnTo>
                <a:lnTo>
                  <a:pt x="747" y="981"/>
                </a:lnTo>
                <a:lnTo>
                  <a:pt x="748" y="989"/>
                </a:lnTo>
                <a:moveTo>
                  <a:pt x="716" y="992"/>
                </a:moveTo>
                <a:lnTo>
                  <a:pt x="701" y="994"/>
                </a:lnTo>
                <a:lnTo>
                  <a:pt x="700" y="986"/>
                </a:lnTo>
                <a:lnTo>
                  <a:pt x="715" y="984"/>
                </a:lnTo>
                <a:lnTo>
                  <a:pt x="716" y="992"/>
                </a:lnTo>
                <a:moveTo>
                  <a:pt x="684" y="996"/>
                </a:moveTo>
                <a:lnTo>
                  <a:pt x="667" y="998"/>
                </a:lnTo>
                <a:lnTo>
                  <a:pt x="667" y="989"/>
                </a:lnTo>
                <a:lnTo>
                  <a:pt x="683" y="988"/>
                </a:lnTo>
                <a:lnTo>
                  <a:pt x="684" y="996"/>
                </a:lnTo>
                <a:moveTo>
                  <a:pt x="651" y="999"/>
                </a:moveTo>
                <a:lnTo>
                  <a:pt x="635" y="1001"/>
                </a:lnTo>
                <a:lnTo>
                  <a:pt x="634" y="993"/>
                </a:lnTo>
                <a:lnTo>
                  <a:pt x="650" y="991"/>
                </a:lnTo>
                <a:lnTo>
                  <a:pt x="651" y="999"/>
                </a:lnTo>
                <a:moveTo>
                  <a:pt x="619" y="1003"/>
                </a:moveTo>
                <a:lnTo>
                  <a:pt x="603" y="1004"/>
                </a:lnTo>
                <a:lnTo>
                  <a:pt x="603" y="996"/>
                </a:lnTo>
                <a:lnTo>
                  <a:pt x="618" y="995"/>
                </a:lnTo>
                <a:lnTo>
                  <a:pt x="619" y="1003"/>
                </a:lnTo>
                <a:moveTo>
                  <a:pt x="587" y="1006"/>
                </a:moveTo>
                <a:lnTo>
                  <a:pt x="571" y="1008"/>
                </a:lnTo>
                <a:lnTo>
                  <a:pt x="570" y="1000"/>
                </a:lnTo>
                <a:lnTo>
                  <a:pt x="587" y="998"/>
                </a:lnTo>
                <a:lnTo>
                  <a:pt x="587" y="1006"/>
                </a:lnTo>
                <a:moveTo>
                  <a:pt x="554" y="1010"/>
                </a:moveTo>
                <a:lnTo>
                  <a:pt x="538" y="1011"/>
                </a:lnTo>
                <a:lnTo>
                  <a:pt x="537" y="1003"/>
                </a:lnTo>
                <a:lnTo>
                  <a:pt x="553" y="1002"/>
                </a:lnTo>
                <a:lnTo>
                  <a:pt x="554" y="1010"/>
                </a:lnTo>
                <a:moveTo>
                  <a:pt x="522" y="1013"/>
                </a:moveTo>
                <a:lnTo>
                  <a:pt x="506" y="1015"/>
                </a:lnTo>
                <a:lnTo>
                  <a:pt x="506" y="1007"/>
                </a:lnTo>
                <a:lnTo>
                  <a:pt x="521" y="1005"/>
                </a:lnTo>
                <a:lnTo>
                  <a:pt x="522" y="1013"/>
                </a:lnTo>
                <a:moveTo>
                  <a:pt x="491" y="1017"/>
                </a:moveTo>
                <a:lnTo>
                  <a:pt x="475" y="1018"/>
                </a:lnTo>
                <a:lnTo>
                  <a:pt x="474" y="1010"/>
                </a:lnTo>
                <a:lnTo>
                  <a:pt x="490" y="1008"/>
                </a:lnTo>
                <a:lnTo>
                  <a:pt x="491" y="1017"/>
                </a:lnTo>
                <a:moveTo>
                  <a:pt x="459" y="1020"/>
                </a:moveTo>
                <a:lnTo>
                  <a:pt x="442" y="1022"/>
                </a:lnTo>
                <a:lnTo>
                  <a:pt x="442" y="1014"/>
                </a:lnTo>
                <a:lnTo>
                  <a:pt x="458" y="1012"/>
                </a:lnTo>
                <a:lnTo>
                  <a:pt x="459" y="1020"/>
                </a:lnTo>
                <a:moveTo>
                  <a:pt x="426" y="1023"/>
                </a:moveTo>
                <a:lnTo>
                  <a:pt x="410" y="1025"/>
                </a:lnTo>
                <a:lnTo>
                  <a:pt x="409" y="1017"/>
                </a:lnTo>
                <a:lnTo>
                  <a:pt x="425" y="1015"/>
                </a:lnTo>
                <a:lnTo>
                  <a:pt x="426" y="1023"/>
                </a:lnTo>
                <a:moveTo>
                  <a:pt x="394" y="1027"/>
                </a:moveTo>
                <a:lnTo>
                  <a:pt x="378" y="1029"/>
                </a:lnTo>
                <a:lnTo>
                  <a:pt x="377" y="1021"/>
                </a:lnTo>
                <a:lnTo>
                  <a:pt x="393" y="1019"/>
                </a:lnTo>
                <a:lnTo>
                  <a:pt x="394" y="1027"/>
                </a:lnTo>
                <a:moveTo>
                  <a:pt x="362" y="1030"/>
                </a:moveTo>
                <a:lnTo>
                  <a:pt x="346" y="1032"/>
                </a:lnTo>
                <a:lnTo>
                  <a:pt x="345" y="1024"/>
                </a:lnTo>
                <a:lnTo>
                  <a:pt x="361" y="1022"/>
                </a:lnTo>
                <a:lnTo>
                  <a:pt x="362" y="1030"/>
                </a:lnTo>
                <a:moveTo>
                  <a:pt x="330" y="1034"/>
                </a:moveTo>
                <a:lnTo>
                  <a:pt x="313" y="1036"/>
                </a:lnTo>
                <a:lnTo>
                  <a:pt x="313" y="1028"/>
                </a:lnTo>
                <a:lnTo>
                  <a:pt x="329" y="1026"/>
                </a:lnTo>
                <a:lnTo>
                  <a:pt x="330" y="1034"/>
                </a:lnTo>
                <a:moveTo>
                  <a:pt x="297" y="1037"/>
                </a:moveTo>
                <a:lnTo>
                  <a:pt x="281" y="1039"/>
                </a:lnTo>
                <a:lnTo>
                  <a:pt x="280" y="1031"/>
                </a:lnTo>
                <a:lnTo>
                  <a:pt x="296" y="1029"/>
                </a:lnTo>
                <a:lnTo>
                  <a:pt x="297" y="1037"/>
                </a:lnTo>
                <a:moveTo>
                  <a:pt x="265" y="1041"/>
                </a:moveTo>
                <a:lnTo>
                  <a:pt x="249" y="1043"/>
                </a:lnTo>
                <a:lnTo>
                  <a:pt x="248" y="1034"/>
                </a:lnTo>
                <a:lnTo>
                  <a:pt x="264" y="1033"/>
                </a:lnTo>
                <a:lnTo>
                  <a:pt x="265" y="1041"/>
                </a:lnTo>
                <a:moveTo>
                  <a:pt x="233" y="1044"/>
                </a:moveTo>
                <a:lnTo>
                  <a:pt x="217" y="1046"/>
                </a:lnTo>
                <a:lnTo>
                  <a:pt x="216" y="1038"/>
                </a:lnTo>
                <a:lnTo>
                  <a:pt x="232" y="1036"/>
                </a:lnTo>
                <a:lnTo>
                  <a:pt x="233" y="1044"/>
                </a:lnTo>
                <a:moveTo>
                  <a:pt x="200" y="1048"/>
                </a:moveTo>
                <a:lnTo>
                  <a:pt x="184" y="1050"/>
                </a:lnTo>
                <a:lnTo>
                  <a:pt x="183" y="1041"/>
                </a:lnTo>
                <a:lnTo>
                  <a:pt x="200" y="1040"/>
                </a:lnTo>
                <a:lnTo>
                  <a:pt x="200" y="1048"/>
                </a:lnTo>
                <a:moveTo>
                  <a:pt x="168" y="1051"/>
                </a:moveTo>
                <a:lnTo>
                  <a:pt x="152" y="1053"/>
                </a:lnTo>
                <a:lnTo>
                  <a:pt x="151" y="1045"/>
                </a:lnTo>
                <a:lnTo>
                  <a:pt x="167" y="1043"/>
                </a:lnTo>
                <a:lnTo>
                  <a:pt x="168" y="1051"/>
                </a:lnTo>
                <a:moveTo>
                  <a:pt x="136" y="1055"/>
                </a:moveTo>
                <a:lnTo>
                  <a:pt x="120" y="1056"/>
                </a:lnTo>
                <a:lnTo>
                  <a:pt x="119" y="1048"/>
                </a:lnTo>
                <a:lnTo>
                  <a:pt x="135" y="1047"/>
                </a:lnTo>
                <a:lnTo>
                  <a:pt x="136" y="1055"/>
                </a:lnTo>
                <a:moveTo>
                  <a:pt x="104" y="1058"/>
                </a:moveTo>
                <a:lnTo>
                  <a:pt x="88" y="1060"/>
                </a:lnTo>
                <a:lnTo>
                  <a:pt x="87" y="1052"/>
                </a:lnTo>
                <a:lnTo>
                  <a:pt x="103" y="1050"/>
                </a:lnTo>
                <a:lnTo>
                  <a:pt x="104" y="1058"/>
                </a:lnTo>
                <a:moveTo>
                  <a:pt x="71" y="1062"/>
                </a:moveTo>
                <a:lnTo>
                  <a:pt x="55" y="1063"/>
                </a:lnTo>
                <a:lnTo>
                  <a:pt x="54" y="1055"/>
                </a:lnTo>
                <a:lnTo>
                  <a:pt x="71" y="1054"/>
                </a:lnTo>
                <a:lnTo>
                  <a:pt x="71" y="1062"/>
                </a:lnTo>
                <a:moveTo>
                  <a:pt x="39" y="1065"/>
                </a:moveTo>
                <a:lnTo>
                  <a:pt x="23" y="1067"/>
                </a:lnTo>
                <a:lnTo>
                  <a:pt x="22" y="1059"/>
                </a:lnTo>
                <a:lnTo>
                  <a:pt x="38" y="1057"/>
                </a:lnTo>
                <a:lnTo>
                  <a:pt x="39" y="1065"/>
                </a:lnTo>
                <a:moveTo>
                  <a:pt x="7" y="1069"/>
                </a:moveTo>
                <a:lnTo>
                  <a:pt x="1" y="1069"/>
                </a:lnTo>
                <a:lnTo>
                  <a:pt x="0" y="1061"/>
                </a:lnTo>
                <a:lnTo>
                  <a:pt x="6" y="1061"/>
                </a:lnTo>
                <a:lnTo>
                  <a:pt x="7" y="1069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5176080" y="4868640"/>
            <a:ext cx="24840" cy="23760"/>
          </a:xfrm>
          <a:custGeom>
            <a:avLst/>
            <a:gdLst/>
            <a:ahLst/>
            <a:rect l="0" t="0" r="r" b="b"/>
            <a:pathLst>
              <a:path w="69" h="66">
                <a:moveTo>
                  <a:pt x="62" y="0"/>
                </a:moveTo>
                <a:lnTo>
                  <a:pt x="69" y="66"/>
                </a:lnTo>
                <a:lnTo>
                  <a:pt x="0" y="41"/>
                </a:lnTo>
                <a:lnTo>
                  <a:pt x="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5176080" y="4868640"/>
            <a:ext cx="24840" cy="24120"/>
          </a:xfrm>
          <a:custGeom>
            <a:avLst/>
            <a:gdLst/>
            <a:ahLst/>
            <a:rect l="0" t="0" r="r" b="b"/>
            <a:pathLst>
              <a:path w="69" h="67">
                <a:moveTo>
                  <a:pt x="69" y="66"/>
                </a:moveTo>
                <a:lnTo>
                  <a:pt x="62" y="67"/>
                </a:lnTo>
                <a:lnTo>
                  <a:pt x="56" y="65"/>
                </a:lnTo>
                <a:lnTo>
                  <a:pt x="50" y="62"/>
                </a:lnTo>
                <a:lnTo>
                  <a:pt x="43" y="60"/>
                </a:lnTo>
                <a:lnTo>
                  <a:pt x="37" y="58"/>
                </a:lnTo>
                <a:lnTo>
                  <a:pt x="31" y="55"/>
                </a:lnTo>
                <a:lnTo>
                  <a:pt x="25" y="53"/>
                </a:lnTo>
                <a:lnTo>
                  <a:pt x="19" y="51"/>
                </a:lnTo>
                <a:lnTo>
                  <a:pt x="13" y="49"/>
                </a:lnTo>
                <a:lnTo>
                  <a:pt x="7" y="46"/>
                </a:lnTo>
                <a:lnTo>
                  <a:pt x="0" y="44"/>
                </a:lnTo>
                <a:lnTo>
                  <a:pt x="0" y="37"/>
                </a:lnTo>
                <a:lnTo>
                  <a:pt x="3" y="35"/>
                </a:lnTo>
                <a:lnTo>
                  <a:pt x="9" y="32"/>
                </a:lnTo>
                <a:lnTo>
                  <a:pt x="15" y="27"/>
                </a:lnTo>
                <a:lnTo>
                  <a:pt x="18" y="34"/>
                </a:lnTo>
                <a:lnTo>
                  <a:pt x="13" y="37"/>
                </a:lnTo>
                <a:lnTo>
                  <a:pt x="8" y="40"/>
                </a:lnTo>
                <a:lnTo>
                  <a:pt x="9" y="40"/>
                </a:lnTo>
                <a:lnTo>
                  <a:pt x="15" y="43"/>
                </a:lnTo>
                <a:lnTo>
                  <a:pt x="21" y="45"/>
                </a:lnTo>
                <a:lnTo>
                  <a:pt x="27" y="47"/>
                </a:lnTo>
                <a:lnTo>
                  <a:pt x="34" y="49"/>
                </a:lnTo>
                <a:lnTo>
                  <a:pt x="40" y="52"/>
                </a:lnTo>
                <a:lnTo>
                  <a:pt x="46" y="54"/>
                </a:lnTo>
                <a:lnTo>
                  <a:pt x="52" y="56"/>
                </a:lnTo>
                <a:lnTo>
                  <a:pt x="58" y="58"/>
                </a:lnTo>
                <a:lnTo>
                  <a:pt x="64" y="61"/>
                </a:lnTo>
                <a:lnTo>
                  <a:pt x="65" y="61"/>
                </a:lnTo>
                <a:lnTo>
                  <a:pt x="65" y="58"/>
                </a:lnTo>
                <a:lnTo>
                  <a:pt x="64" y="51"/>
                </a:lnTo>
                <a:lnTo>
                  <a:pt x="63" y="45"/>
                </a:lnTo>
                <a:lnTo>
                  <a:pt x="63" y="38"/>
                </a:lnTo>
                <a:lnTo>
                  <a:pt x="62" y="32"/>
                </a:lnTo>
                <a:lnTo>
                  <a:pt x="61" y="24"/>
                </a:lnTo>
                <a:lnTo>
                  <a:pt x="61" y="18"/>
                </a:lnTo>
                <a:lnTo>
                  <a:pt x="60" y="11"/>
                </a:lnTo>
                <a:lnTo>
                  <a:pt x="59" y="6"/>
                </a:lnTo>
                <a:lnTo>
                  <a:pt x="56" y="8"/>
                </a:lnTo>
                <a:lnTo>
                  <a:pt x="51" y="11"/>
                </a:lnTo>
                <a:lnTo>
                  <a:pt x="50" y="10"/>
                </a:lnTo>
                <a:lnTo>
                  <a:pt x="51" y="11"/>
                </a:lnTo>
                <a:lnTo>
                  <a:pt x="45" y="15"/>
                </a:lnTo>
                <a:lnTo>
                  <a:pt x="40" y="19"/>
                </a:lnTo>
                <a:lnTo>
                  <a:pt x="38" y="16"/>
                </a:lnTo>
                <a:lnTo>
                  <a:pt x="40" y="19"/>
                </a:lnTo>
                <a:lnTo>
                  <a:pt x="34" y="22"/>
                </a:lnTo>
                <a:lnTo>
                  <a:pt x="29" y="26"/>
                </a:lnTo>
                <a:lnTo>
                  <a:pt x="24" y="30"/>
                </a:lnTo>
                <a:lnTo>
                  <a:pt x="20" y="24"/>
                </a:lnTo>
                <a:lnTo>
                  <a:pt x="26" y="20"/>
                </a:lnTo>
                <a:lnTo>
                  <a:pt x="31" y="17"/>
                </a:lnTo>
                <a:lnTo>
                  <a:pt x="36" y="13"/>
                </a:lnTo>
                <a:lnTo>
                  <a:pt x="42" y="10"/>
                </a:lnTo>
                <a:lnTo>
                  <a:pt x="43" y="11"/>
                </a:lnTo>
                <a:lnTo>
                  <a:pt x="42" y="10"/>
                </a:lnTo>
                <a:lnTo>
                  <a:pt x="47" y="6"/>
                </a:lnTo>
                <a:lnTo>
                  <a:pt x="53" y="3"/>
                </a:lnTo>
                <a:lnTo>
                  <a:pt x="55" y="1"/>
                </a:lnTo>
                <a:lnTo>
                  <a:pt x="62" y="0"/>
                </a:lnTo>
                <a:lnTo>
                  <a:pt x="69" y="66"/>
                </a:lnTo>
                <a:moveTo>
                  <a:pt x="15" y="27"/>
                </a:moveTo>
                <a:lnTo>
                  <a:pt x="20" y="24"/>
                </a:lnTo>
                <a:lnTo>
                  <a:pt x="24" y="30"/>
                </a:lnTo>
                <a:lnTo>
                  <a:pt x="18" y="34"/>
                </a:lnTo>
                <a:lnTo>
                  <a:pt x="15" y="27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7044120" y="4498560"/>
            <a:ext cx="95400" cy="331200"/>
          </a:xfrm>
          <a:custGeom>
            <a:avLst/>
            <a:gdLst/>
            <a:ahLst/>
            <a:rect l="0" t="0" r="r" b="b"/>
            <a:pathLst>
              <a:path w="265" h="920">
                <a:moveTo>
                  <a:pt x="5" y="0"/>
                </a:moveTo>
                <a:lnTo>
                  <a:pt x="18" y="10"/>
                </a:lnTo>
                <a:lnTo>
                  <a:pt x="13" y="16"/>
                </a:lnTo>
                <a:lnTo>
                  <a:pt x="0" y="6"/>
                </a:lnTo>
                <a:lnTo>
                  <a:pt x="5" y="0"/>
                </a:lnTo>
                <a:moveTo>
                  <a:pt x="32" y="20"/>
                </a:moveTo>
                <a:lnTo>
                  <a:pt x="44" y="30"/>
                </a:lnTo>
                <a:lnTo>
                  <a:pt x="39" y="36"/>
                </a:lnTo>
                <a:lnTo>
                  <a:pt x="26" y="26"/>
                </a:lnTo>
                <a:lnTo>
                  <a:pt x="32" y="20"/>
                </a:lnTo>
                <a:moveTo>
                  <a:pt x="56" y="39"/>
                </a:moveTo>
                <a:lnTo>
                  <a:pt x="68" y="49"/>
                </a:lnTo>
                <a:lnTo>
                  <a:pt x="63" y="55"/>
                </a:lnTo>
                <a:lnTo>
                  <a:pt x="51" y="46"/>
                </a:lnTo>
                <a:lnTo>
                  <a:pt x="56" y="39"/>
                </a:lnTo>
                <a:moveTo>
                  <a:pt x="82" y="60"/>
                </a:moveTo>
                <a:cubicBezTo>
                  <a:pt x="86" y="64"/>
                  <a:pt x="90" y="67"/>
                  <a:pt x="94" y="71"/>
                </a:cubicBezTo>
                <a:lnTo>
                  <a:pt x="89" y="77"/>
                </a:lnTo>
                <a:cubicBezTo>
                  <a:pt x="85" y="73"/>
                  <a:pt x="81" y="70"/>
                  <a:pt x="76" y="66"/>
                </a:cubicBezTo>
                <a:lnTo>
                  <a:pt x="82" y="60"/>
                </a:lnTo>
                <a:moveTo>
                  <a:pt x="106" y="81"/>
                </a:moveTo>
                <a:cubicBezTo>
                  <a:pt x="110" y="85"/>
                  <a:pt x="115" y="88"/>
                  <a:pt x="119" y="92"/>
                </a:cubicBezTo>
                <a:lnTo>
                  <a:pt x="113" y="98"/>
                </a:lnTo>
                <a:cubicBezTo>
                  <a:pt x="109" y="94"/>
                  <a:pt x="105" y="91"/>
                  <a:pt x="101" y="87"/>
                </a:cubicBezTo>
                <a:lnTo>
                  <a:pt x="106" y="81"/>
                </a:lnTo>
                <a:moveTo>
                  <a:pt x="131" y="104"/>
                </a:moveTo>
                <a:cubicBezTo>
                  <a:pt x="135" y="107"/>
                  <a:pt x="139" y="111"/>
                  <a:pt x="143" y="115"/>
                </a:cubicBezTo>
                <a:lnTo>
                  <a:pt x="137" y="121"/>
                </a:lnTo>
                <a:cubicBezTo>
                  <a:pt x="133" y="117"/>
                  <a:pt x="129" y="113"/>
                  <a:pt x="125" y="109"/>
                </a:cubicBezTo>
                <a:lnTo>
                  <a:pt x="131" y="104"/>
                </a:lnTo>
                <a:moveTo>
                  <a:pt x="154" y="127"/>
                </a:moveTo>
                <a:cubicBezTo>
                  <a:pt x="158" y="131"/>
                  <a:pt x="162" y="135"/>
                  <a:pt x="165" y="139"/>
                </a:cubicBezTo>
                <a:lnTo>
                  <a:pt x="159" y="144"/>
                </a:lnTo>
                <a:cubicBezTo>
                  <a:pt x="156" y="140"/>
                  <a:pt x="152" y="136"/>
                  <a:pt x="148" y="132"/>
                </a:cubicBezTo>
                <a:lnTo>
                  <a:pt x="154" y="127"/>
                </a:lnTo>
                <a:moveTo>
                  <a:pt x="176" y="151"/>
                </a:moveTo>
                <a:cubicBezTo>
                  <a:pt x="180" y="155"/>
                  <a:pt x="183" y="159"/>
                  <a:pt x="187" y="164"/>
                </a:cubicBezTo>
                <a:lnTo>
                  <a:pt x="180" y="169"/>
                </a:lnTo>
                <a:cubicBezTo>
                  <a:pt x="177" y="165"/>
                  <a:pt x="174" y="160"/>
                  <a:pt x="170" y="156"/>
                </a:cubicBezTo>
                <a:lnTo>
                  <a:pt x="176" y="151"/>
                </a:lnTo>
                <a:moveTo>
                  <a:pt x="197" y="177"/>
                </a:moveTo>
                <a:cubicBezTo>
                  <a:pt x="200" y="181"/>
                  <a:pt x="203" y="186"/>
                  <a:pt x="206" y="190"/>
                </a:cubicBezTo>
                <a:lnTo>
                  <a:pt x="200" y="195"/>
                </a:lnTo>
                <a:cubicBezTo>
                  <a:pt x="197" y="191"/>
                  <a:pt x="194" y="186"/>
                  <a:pt x="190" y="182"/>
                </a:cubicBezTo>
                <a:lnTo>
                  <a:pt x="197" y="177"/>
                </a:lnTo>
                <a:moveTo>
                  <a:pt x="215" y="204"/>
                </a:moveTo>
                <a:cubicBezTo>
                  <a:pt x="217" y="208"/>
                  <a:pt x="219" y="212"/>
                  <a:pt x="221" y="215"/>
                </a:cubicBezTo>
                <a:lnTo>
                  <a:pt x="223" y="218"/>
                </a:lnTo>
                <a:lnTo>
                  <a:pt x="216" y="222"/>
                </a:lnTo>
                <a:lnTo>
                  <a:pt x="214" y="219"/>
                </a:lnTo>
                <a:cubicBezTo>
                  <a:pt x="212" y="216"/>
                  <a:pt x="210" y="212"/>
                  <a:pt x="208" y="208"/>
                </a:cubicBezTo>
                <a:lnTo>
                  <a:pt x="215" y="204"/>
                </a:lnTo>
                <a:moveTo>
                  <a:pt x="230" y="233"/>
                </a:moveTo>
                <a:cubicBezTo>
                  <a:pt x="233" y="238"/>
                  <a:pt x="235" y="243"/>
                  <a:pt x="237" y="249"/>
                </a:cubicBezTo>
                <a:lnTo>
                  <a:pt x="229" y="252"/>
                </a:lnTo>
                <a:cubicBezTo>
                  <a:pt x="227" y="247"/>
                  <a:pt x="225" y="242"/>
                  <a:pt x="223" y="237"/>
                </a:cubicBezTo>
                <a:lnTo>
                  <a:pt x="230" y="233"/>
                </a:lnTo>
                <a:moveTo>
                  <a:pt x="242" y="264"/>
                </a:moveTo>
                <a:cubicBezTo>
                  <a:pt x="244" y="269"/>
                  <a:pt x="246" y="274"/>
                  <a:pt x="247" y="280"/>
                </a:cubicBezTo>
                <a:lnTo>
                  <a:pt x="239" y="282"/>
                </a:lnTo>
                <a:cubicBezTo>
                  <a:pt x="238" y="277"/>
                  <a:pt x="236" y="272"/>
                  <a:pt x="235" y="267"/>
                </a:cubicBezTo>
                <a:lnTo>
                  <a:pt x="242" y="264"/>
                </a:lnTo>
                <a:moveTo>
                  <a:pt x="251" y="295"/>
                </a:moveTo>
                <a:cubicBezTo>
                  <a:pt x="252" y="301"/>
                  <a:pt x="254" y="306"/>
                  <a:pt x="255" y="311"/>
                </a:cubicBezTo>
                <a:lnTo>
                  <a:pt x="247" y="313"/>
                </a:lnTo>
                <a:cubicBezTo>
                  <a:pt x="246" y="308"/>
                  <a:pt x="245" y="302"/>
                  <a:pt x="243" y="297"/>
                </a:cubicBezTo>
                <a:lnTo>
                  <a:pt x="251" y="295"/>
                </a:lnTo>
                <a:moveTo>
                  <a:pt x="257" y="328"/>
                </a:moveTo>
                <a:cubicBezTo>
                  <a:pt x="258" y="333"/>
                  <a:pt x="259" y="338"/>
                  <a:pt x="260" y="344"/>
                </a:cubicBezTo>
                <a:lnTo>
                  <a:pt x="252" y="345"/>
                </a:lnTo>
                <a:cubicBezTo>
                  <a:pt x="251" y="339"/>
                  <a:pt x="250" y="334"/>
                  <a:pt x="249" y="329"/>
                </a:cubicBezTo>
                <a:lnTo>
                  <a:pt x="257" y="328"/>
                </a:lnTo>
                <a:moveTo>
                  <a:pt x="261" y="360"/>
                </a:moveTo>
                <a:cubicBezTo>
                  <a:pt x="262" y="365"/>
                  <a:pt x="262" y="371"/>
                  <a:pt x="263" y="376"/>
                </a:cubicBezTo>
                <a:lnTo>
                  <a:pt x="254" y="377"/>
                </a:lnTo>
                <a:cubicBezTo>
                  <a:pt x="254" y="371"/>
                  <a:pt x="254" y="366"/>
                  <a:pt x="253" y="361"/>
                </a:cubicBezTo>
                <a:lnTo>
                  <a:pt x="261" y="360"/>
                </a:lnTo>
                <a:moveTo>
                  <a:pt x="263" y="392"/>
                </a:moveTo>
                <a:lnTo>
                  <a:pt x="264" y="409"/>
                </a:lnTo>
                <a:lnTo>
                  <a:pt x="256" y="409"/>
                </a:lnTo>
                <a:lnTo>
                  <a:pt x="255" y="393"/>
                </a:lnTo>
                <a:lnTo>
                  <a:pt x="263" y="392"/>
                </a:lnTo>
                <a:moveTo>
                  <a:pt x="264" y="425"/>
                </a:moveTo>
                <a:lnTo>
                  <a:pt x="265" y="441"/>
                </a:lnTo>
                <a:lnTo>
                  <a:pt x="256" y="441"/>
                </a:lnTo>
                <a:lnTo>
                  <a:pt x="256" y="425"/>
                </a:lnTo>
                <a:lnTo>
                  <a:pt x="264" y="425"/>
                </a:lnTo>
                <a:moveTo>
                  <a:pt x="265" y="458"/>
                </a:moveTo>
                <a:lnTo>
                  <a:pt x="265" y="474"/>
                </a:lnTo>
                <a:lnTo>
                  <a:pt x="257" y="474"/>
                </a:lnTo>
                <a:lnTo>
                  <a:pt x="257" y="458"/>
                </a:lnTo>
                <a:lnTo>
                  <a:pt x="265" y="458"/>
                </a:lnTo>
                <a:moveTo>
                  <a:pt x="265" y="491"/>
                </a:moveTo>
                <a:lnTo>
                  <a:pt x="265" y="507"/>
                </a:lnTo>
                <a:lnTo>
                  <a:pt x="257" y="507"/>
                </a:lnTo>
                <a:lnTo>
                  <a:pt x="257" y="491"/>
                </a:lnTo>
                <a:lnTo>
                  <a:pt x="265" y="491"/>
                </a:lnTo>
                <a:moveTo>
                  <a:pt x="265" y="523"/>
                </a:moveTo>
                <a:lnTo>
                  <a:pt x="265" y="540"/>
                </a:lnTo>
                <a:lnTo>
                  <a:pt x="256" y="540"/>
                </a:lnTo>
                <a:lnTo>
                  <a:pt x="257" y="523"/>
                </a:lnTo>
                <a:lnTo>
                  <a:pt x="265" y="523"/>
                </a:lnTo>
                <a:moveTo>
                  <a:pt x="264" y="556"/>
                </a:moveTo>
                <a:lnTo>
                  <a:pt x="264" y="572"/>
                </a:lnTo>
                <a:lnTo>
                  <a:pt x="256" y="572"/>
                </a:lnTo>
                <a:lnTo>
                  <a:pt x="256" y="556"/>
                </a:lnTo>
                <a:lnTo>
                  <a:pt x="264" y="556"/>
                </a:lnTo>
                <a:moveTo>
                  <a:pt x="264" y="588"/>
                </a:moveTo>
                <a:lnTo>
                  <a:pt x="263" y="604"/>
                </a:lnTo>
                <a:lnTo>
                  <a:pt x="255" y="604"/>
                </a:lnTo>
                <a:lnTo>
                  <a:pt x="256" y="588"/>
                </a:lnTo>
                <a:lnTo>
                  <a:pt x="264" y="588"/>
                </a:lnTo>
                <a:moveTo>
                  <a:pt x="263" y="621"/>
                </a:moveTo>
                <a:lnTo>
                  <a:pt x="262" y="638"/>
                </a:lnTo>
                <a:lnTo>
                  <a:pt x="254" y="638"/>
                </a:lnTo>
                <a:lnTo>
                  <a:pt x="255" y="621"/>
                </a:lnTo>
                <a:lnTo>
                  <a:pt x="263" y="621"/>
                </a:lnTo>
                <a:moveTo>
                  <a:pt x="261" y="655"/>
                </a:moveTo>
                <a:lnTo>
                  <a:pt x="260" y="671"/>
                </a:lnTo>
                <a:lnTo>
                  <a:pt x="252" y="671"/>
                </a:lnTo>
                <a:lnTo>
                  <a:pt x="253" y="654"/>
                </a:lnTo>
                <a:lnTo>
                  <a:pt x="261" y="655"/>
                </a:lnTo>
                <a:moveTo>
                  <a:pt x="259" y="687"/>
                </a:moveTo>
                <a:lnTo>
                  <a:pt x="257" y="703"/>
                </a:lnTo>
                <a:lnTo>
                  <a:pt x="249" y="702"/>
                </a:lnTo>
                <a:lnTo>
                  <a:pt x="251" y="687"/>
                </a:lnTo>
                <a:lnTo>
                  <a:pt x="259" y="687"/>
                </a:lnTo>
                <a:moveTo>
                  <a:pt x="255" y="719"/>
                </a:moveTo>
                <a:lnTo>
                  <a:pt x="254" y="730"/>
                </a:lnTo>
                <a:lnTo>
                  <a:pt x="253" y="734"/>
                </a:lnTo>
                <a:lnTo>
                  <a:pt x="245" y="733"/>
                </a:lnTo>
                <a:lnTo>
                  <a:pt x="246" y="729"/>
                </a:lnTo>
                <a:lnTo>
                  <a:pt x="247" y="718"/>
                </a:lnTo>
                <a:lnTo>
                  <a:pt x="255" y="719"/>
                </a:lnTo>
                <a:moveTo>
                  <a:pt x="250" y="751"/>
                </a:moveTo>
                <a:cubicBezTo>
                  <a:pt x="249" y="756"/>
                  <a:pt x="248" y="761"/>
                  <a:pt x="247" y="767"/>
                </a:cubicBezTo>
                <a:lnTo>
                  <a:pt x="239" y="765"/>
                </a:lnTo>
                <a:cubicBezTo>
                  <a:pt x="240" y="760"/>
                  <a:pt x="241" y="755"/>
                  <a:pt x="242" y="749"/>
                </a:cubicBezTo>
                <a:lnTo>
                  <a:pt x="250" y="751"/>
                </a:lnTo>
                <a:moveTo>
                  <a:pt x="244" y="782"/>
                </a:moveTo>
                <a:cubicBezTo>
                  <a:pt x="243" y="788"/>
                  <a:pt x="241" y="793"/>
                  <a:pt x="240" y="799"/>
                </a:cubicBezTo>
                <a:lnTo>
                  <a:pt x="232" y="797"/>
                </a:lnTo>
                <a:cubicBezTo>
                  <a:pt x="234" y="791"/>
                  <a:pt x="235" y="786"/>
                  <a:pt x="236" y="780"/>
                </a:cubicBezTo>
                <a:lnTo>
                  <a:pt x="244" y="782"/>
                </a:lnTo>
                <a:moveTo>
                  <a:pt x="236" y="814"/>
                </a:moveTo>
                <a:cubicBezTo>
                  <a:pt x="234" y="820"/>
                  <a:pt x="233" y="825"/>
                  <a:pt x="231" y="831"/>
                </a:cubicBezTo>
                <a:lnTo>
                  <a:pt x="224" y="827"/>
                </a:lnTo>
                <a:cubicBezTo>
                  <a:pt x="225" y="822"/>
                  <a:pt x="227" y="817"/>
                  <a:pt x="228" y="812"/>
                </a:cubicBezTo>
                <a:lnTo>
                  <a:pt x="236" y="814"/>
                </a:lnTo>
                <a:moveTo>
                  <a:pt x="226" y="847"/>
                </a:moveTo>
                <a:cubicBezTo>
                  <a:pt x="225" y="852"/>
                  <a:pt x="223" y="857"/>
                  <a:pt x="221" y="862"/>
                </a:cubicBezTo>
                <a:lnTo>
                  <a:pt x="214" y="859"/>
                </a:lnTo>
                <a:cubicBezTo>
                  <a:pt x="215" y="854"/>
                  <a:pt x="217" y="849"/>
                  <a:pt x="219" y="845"/>
                </a:cubicBezTo>
                <a:lnTo>
                  <a:pt x="226" y="847"/>
                </a:lnTo>
                <a:moveTo>
                  <a:pt x="215" y="878"/>
                </a:moveTo>
                <a:lnTo>
                  <a:pt x="210" y="892"/>
                </a:lnTo>
                <a:lnTo>
                  <a:pt x="203" y="889"/>
                </a:lnTo>
                <a:lnTo>
                  <a:pt x="208" y="875"/>
                </a:lnTo>
                <a:lnTo>
                  <a:pt x="215" y="878"/>
                </a:lnTo>
                <a:moveTo>
                  <a:pt x="205" y="907"/>
                </a:moveTo>
                <a:lnTo>
                  <a:pt x="200" y="920"/>
                </a:lnTo>
                <a:lnTo>
                  <a:pt x="192" y="918"/>
                </a:lnTo>
                <a:lnTo>
                  <a:pt x="197" y="904"/>
                </a:lnTo>
                <a:lnTo>
                  <a:pt x="205" y="907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7107480" y="4813920"/>
            <a:ext cx="22320" cy="26280"/>
          </a:xfrm>
          <a:custGeom>
            <a:avLst/>
            <a:gdLst/>
            <a:ahLst/>
            <a:rect l="0" t="0" r="r" b="b"/>
            <a:pathLst>
              <a:path w="62" h="73">
                <a:moveTo>
                  <a:pt x="62" y="23"/>
                </a:moveTo>
                <a:lnTo>
                  <a:pt x="7" y="73"/>
                </a:lnTo>
                <a:lnTo>
                  <a:pt x="0" y="0"/>
                </a:lnTo>
                <a:lnTo>
                  <a:pt x="61" y="23"/>
                </a:lnTo>
                <a:lnTo>
                  <a:pt x="62" y="23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7106400" y="4813920"/>
            <a:ext cx="23400" cy="27000"/>
          </a:xfrm>
          <a:custGeom>
            <a:avLst/>
            <a:gdLst/>
            <a:ahLst/>
            <a:rect l="0" t="0" r="r" b="b"/>
            <a:pathLst>
              <a:path w="65" h="75">
                <a:moveTo>
                  <a:pt x="65" y="23"/>
                </a:moveTo>
                <a:lnTo>
                  <a:pt x="62" y="31"/>
                </a:lnTo>
                <a:lnTo>
                  <a:pt x="57" y="35"/>
                </a:lnTo>
                <a:lnTo>
                  <a:pt x="52" y="40"/>
                </a:lnTo>
                <a:lnTo>
                  <a:pt x="48" y="44"/>
                </a:lnTo>
                <a:lnTo>
                  <a:pt x="43" y="49"/>
                </a:lnTo>
                <a:lnTo>
                  <a:pt x="38" y="53"/>
                </a:lnTo>
                <a:lnTo>
                  <a:pt x="33" y="57"/>
                </a:lnTo>
                <a:lnTo>
                  <a:pt x="29" y="62"/>
                </a:lnTo>
                <a:lnTo>
                  <a:pt x="24" y="66"/>
                </a:lnTo>
                <a:lnTo>
                  <a:pt x="19" y="71"/>
                </a:lnTo>
                <a:lnTo>
                  <a:pt x="15" y="75"/>
                </a:lnTo>
                <a:lnTo>
                  <a:pt x="7" y="72"/>
                </a:lnTo>
                <a:lnTo>
                  <a:pt x="7" y="68"/>
                </a:lnTo>
                <a:lnTo>
                  <a:pt x="6" y="62"/>
                </a:lnTo>
                <a:lnTo>
                  <a:pt x="5" y="56"/>
                </a:lnTo>
                <a:lnTo>
                  <a:pt x="13" y="55"/>
                </a:lnTo>
                <a:lnTo>
                  <a:pt x="13" y="61"/>
                </a:lnTo>
                <a:lnTo>
                  <a:pt x="14" y="67"/>
                </a:lnTo>
                <a:lnTo>
                  <a:pt x="15" y="66"/>
                </a:lnTo>
                <a:lnTo>
                  <a:pt x="19" y="61"/>
                </a:lnTo>
                <a:lnTo>
                  <a:pt x="24" y="57"/>
                </a:lnTo>
                <a:lnTo>
                  <a:pt x="29" y="53"/>
                </a:lnTo>
                <a:lnTo>
                  <a:pt x="34" y="48"/>
                </a:lnTo>
                <a:lnTo>
                  <a:pt x="39" y="44"/>
                </a:lnTo>
                <a:lnTo>
                  <a:pt x="43" y="39"/>
                </a:lnTo>
                <a:lnTo>
                  <a:pt x="48" y="35"/>
                </a:lnTo>
                <a:lnTo>
                  <a:pt x="53" y="31"/>
                </a:lnTo>
                <a:lnTo>
                  <a:pt x="58" y="26"/>
                </a:lnTo>
                <a:lnTo>
                  <a:pt x="58" y="25"/>
                </a:lnTo>
                <a:lnTo>
                  <a:pt x="55" y="23"/>
                </a:lnTo>
                <a:lnTo>
                  <a:pt x="49" y="21"/>
                </a:lnTo>
                <a:lnTo>
                  <a:pt x="43" y="18"/>
                </a:lnTo>
                <a:lnTo>
                  <a:pt x="37" y="16"/>
                </a:lnTo>
                <a:lnTo>
                  <a:pt x="31" y="14"/>
                </a:lnTo>
                <a:lnTo>
                  <a:pt x="25" y="12"/>
                </a:lnTo>
                <a:lnTo>
                  <a:pt x="19" y="9"/>
                </a:lnTo>
                <a:lnTo>
                  <a:pt x="13" y="7"/>
                </a:lnTo>
                <a:lnTo>
                  <a:pt x="7" y="5"/>
                </a:lnTo>
                <a:lnTo>
                  <a:pt x="7" y="9"/>
                </a:lnTo>
                <a:lnTo>
                  <a:pt x="8" y="15"/>
                </a:lnTo>
                <a:lnTo>
                  <a:pt x="6" y="15"/>
                </a:lnTo>
                <a:lnTo>
                  <a:pt x="8" y="15"/>
                </a:lnTo>
                <a:lnTo>
                  <a:pt x="8" y="22"/>
                </a:lnTo>
                <a:lnTo>
                  <a:pt x="9" y="29"/>
                </a:lnTo>
                <a:lnTo>
                  <a:pt x="6" y="29"/>
                </a:lnTo>
                <a:lnTo>
                  <a:pt x="9" y="29"/>
                </a:lnTo>
                <a:lnTo>
                  <a:pt x="10" y="35"/>
                </a:lnTo>
                <a:lnTo>
                  <a:pt x="10" y="42"/>
                </a:lnTo>
                <a:lnTo>
                  <a:pt x="12" y="48"/>
                </a:lnTo>
                <a:lnTo>
                  <a:pt x="5" y="49"/>
                </a:lnTo>
                <a:lnTo>
                  <a:pt x="4" y="43"/>
                </a:lnTo>
                <a:lnTo>
                  <a:pt x="3" y="36"/>
                </a:lnTo>
                <a:lnTo>
                  <a:pt x="3" y="30"/>
                </a:lnTo>
                <a:lnTo>
                  <a:pt x="2" y="22"/>
                </a:lnTo>
                <a:lnTo>
                  <a:pt x="3" y="22"/>
                </a:lnTo>
                <a:lnTo>
                  <a:pt x="2" y="22"/>
                </a:lnTo>
                <a:lnTo>
                  <a:pt x="1" y="16"/>
                </a:lnTo>
                <a:lnTo>
                  <a:pt x="0" y="9"/>
                </a:lnTo>
                <a:lnTo>
                  <a:pt x="0" y="7"/>
                </a:lnTo>
                <a:lnTo>
                  <a:pt x="3" y="0"/>
                </a:lnTo>
                <a:lnTo>
                  <a:pt x="65" y="23"/>
                </a:lnTo>
                <a:moveTo>
                  <a:pt x="5" y="56"/>
                </a:moveTo>
                <a:lnTo>
                  <a:pt x="5" y="49"/>
                </a:lnTo>
                <a:lnTo>
                  <a:pt x="12" y="48"/>
                </a:lnTo>
                <a:lnTo>
                  <a:pt x="13" y="55"/>
                </a:lnTo>
                <a:lnTo>
                  <a:pt x="5" y="56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4220280" y="3201480"/>
            <a:ext cx="2657520" cy="1162800"/>
          </a:xfrm>
          <a:custGeom>
            <a:avLst/>
            <a:gdLst/>
            <a:ahLst/>
            <a:rect l="0" t="0" r="r" b="b"/>
            <a:pathLst>
              <a:path fill="none" w="7382" h="3230">
                <a:moveTo>
                  <a:pt x="7382" y="3230"/>
                </a:moveTo>
                <a:lnTo>
                  <a:pt x="7328" y="3185"/>
                </a:lnTo>
                <a:cubicBezTo>
                  <a:pt x="7274" y="3140"/>
                  <a:pt x="7167" y="3050"/>
                  <a:pt x="7113" y="2960"/>
                </a:cubicBezTo>
                <a:cubicBezTo>
                  <a:pt x="7059" y="2870"/>
                  <a:pt x="7059" y="2780"/>
                  <a:pt x="7059" y="2670"/>
                </a:cubicBezTo>
                <a:cubicBezTo>
                  <a:pt x="7059" y="2560"/>
                  <a:pt x="7059" y="2429"/>
                  <a:pt x="7059" y="2287"/>
                </a:cubicBezTo>
                <a:cubicBezTo>
                  <a:pt x="7059" y="2145"/>
                  <a:pt x="7059" y="1992"/>
                  <a:pt x="7059" y="1871"/>
                </a:cubicBezTo>
                <a:cubicBezTo>
                  <a:pt x="7059" y="1749"/>
                  <a:pt x="7059" y="1659"/>
                  <a:pt x="7059" y="1549"/>
                </a:cubicBezTo>
                <a:cubicBezTo>
                  <a:pt x="7059" y="1439"/>
                  <a:pt x="7059" y="1309"/>
                  <a:pt x="7059" y="1178"/>
                </a:cubicBezTo>
                <a:cubicBezTo>
                  <a:pt x="7059" y="1048"/>
                  <a:pt x="7059" y="917"/>
                  <a:pt x="7059" y="807"/>
                </a:cubicBezTo>
                <a:cubicBezTo>
                  <a:pt x="7059" y="697"/>
                  <a:pt x="7059" y="607"/>
                  <a:pt x="6051" y="517"/>
                </a:cubicBezTo>
                <a:cubicBezTo>
                  <a:pt x="5044" y="427"/>
                  <a:pt x="3030" y="337"/>
                  <a:pt x="1854" y="251"/>
                </a:cubicBezTo>
                <a:cubicBezTo>
                  <a:pt x="677" y="165"/>
                  <a:pt x="339" y="83"/>
                  <a:pt x="169" y="41"/>
                </a:cubicBezTo>
                <a:lnTo>
                  <a:pt x="0" y="0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4208760" y="3192840"/>
            <a:ext cx="25920" cy="23040"/>
          </a:xfrm>
          <a:custGeom>
            <a:avLst/>
            <a:gdLst/>
            <a:ahLst/>
            <a:rect l="0" t="0" r="r" b="b"/>
            <a:pathLst>
              <a:path w="72" h="64">
                <a:moveTo>
                  <a:pt x="57" y="64"/>
                </a:moveTo>
                <a:lnTo>
                  <a:pt x="0" y="17"/>
                </a:lnTo>
                <a:lnTo>
                  <a:pt x="72" y="0"/>
                </a:lnTo>
                <a:lnTo>
                  <a:pt x="57" y="64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4208400" y="3192480"/>
            <a:ext cx="26280" cy="23400"/>
          </a:xfrm>
          <a:custGeom>
            <a:avLst/>
            <a:gdLst/>
            <a:ahLst/>
            <a:rect l="0" t="0" r="r" b="b"/>
            <a:pathLst>
              <a:path w="73" h="65">
                <a:moveTo>
                  <a:pt x="57" y="65"/>
                </a:moveTo>
                <a:lnTo>
                  <a:pt x="50" y="64"/>
                </a:lnTo>
                <a:lnTo>
                  <a:pt x="45" y="59"/>
                </a:lnTo>
                <a:lnTo>
                  <a:pt x="40" y="54"/>
                </a:lnTo>
                <a:lnTo>
                  <a:pt x="35" y="50"/>
                </a:lnTo>
                <a:lnTo>
                  <a:pt x="30" y="46"/>
                </a:lnTo>
                <a:lnTo>
                  <a:pt x="25" y="42"/>
                </a:lnTo>
                <a:lnTo>
                  <a:pt x="20" y="38"/>
                </a:lnTo>
                <a:lnTo>
                  <a:pt x="15" y="33"/>
                </a:lnTo>
                <a:lnTo>
                  <a:pt x="10" y="29"/>
                </a:lnTo>
                <a:lnTo>
                  <a:pt x="5" y="25"/>
                </a:lnTo>
                <a:lnTo>
                  <a:pt x="0" y="21"/>
                </a:lnTo>
                <a:lnTo>
                  <a:pt x="2" y="14"/>
                </a:lnTo>
                <a:lnTo>
                  <a:pt x="6" y="13"/>
                </a:lnTo>
                <a:lnTo>
                  <a:pt x="12" y="12"/>
                </a:lnTo>
                <a:lnTo>
                  <a:pt x="18" y="10"/>
                </a:lnTo>
                <a:lnTo>
                  <a:pt x="20" y="17"/>
                </a:lnTo>
                <a:lnTo>
                  <a:pt x="14" y="18"/>
                </a:lnTo>
                <a:lnTo>
                  <a:pt x="8" y="19"/>
                </a:lnTo>
                <a:lnTo>
                  <a:pt x="9" y="20"/>
                </a:lnTo>
                <a:lnTo>
                  <a:pt x="14" y="24"/>
                </a:lnTo>
                <a:lnTo>
                  <a:pt x="19" y="28"/>
                </a:lnTo>
                <a:lnTo>
                  <a:pt x="24" y="33"/>
                </a:lnTo>
                <a:lnTo>
                  <a:pt x="29" y="37"/>
                </a:lnTo>
                <a:lnTo>
                  <a:pt x="34" y="41"/>
                </a:lnTo>
                <a:lnTo>
                  <a:pt x="39" y="45"/>
                </a:lnTo>
                <a:lnTo>
                  <a:pt x="44" y="49"/>
                </a:lnTo>
                <a:lnTo>
                  <a:pt x="49" y="54"/>
                </a:lnTo>
                <a:lnTo>
                  <a:pt x="54" y="58"/>
                </a:lnTo>
                <a:lnTo>
                  <a:pt x="55" y="59"/>
                </a:lnTo>
                <a:lnTo>
                  <a:pt x="56" y="55"/>
                </a:lnTo>
                <a:lnTo>
                  <a:pt x="57" y="49"/>
                </a:lnTo>
                <a:lnTo>
                  <a:pt x="59" y="43"/>
                </a:lnTo>
                <a:lnTo>
                  <a:pt x="60" y="36"/>
                </a:lnTo>
                <a:lnTo>
                  <a:pt x="63" y="30"/>
                </a:lnTo>
                <a:lnTo>
                  <a:pt x="64" y="24"/>
                </a:lnTo>
                <a:lnTo>
                  <a:pt x="66" y="17"/>
                </a:lnTo>
                <a:lnTo>
                  <a:pt x="67" y="11"/>
                </a:lnTo>
                <a:lnTo>
                  <a:pt x="69" y="6"/>
                </a:lnTo>
                <a:lnTo>
                  <a:pt x="65" y="7"/>
                </a:lnTo>
                <a:lnTo>
                  <a:pt x="58" y="8"/>
                </a:lnTo>
                <a:lnTo>
                  <a:pt x="58" y="6"/>
                </a:lnTo>
                <a:lnTo>
                  <a:pt x="58" y="8"/>
                </a:lnTo>
                <a:lnTo>
                  <a:pt x="52" y="9"/>
                </a:lnTo>
                <a:lnTo>
                  <a:pt x="45" y="11"/>
                </a:lnTo>
                <a:lnTo>
                  <a:pt x="44" y="8"/>
                </a:lnTo>
                <a:lnTo>
                  <a:pt x="45" y="11"/>
                </a:lnTo>
                <a:lnTo>
                  <a:pt x="39" y="12"/>
                </a:lnTo>
                <a:lnTo>
                  <a:pt x="33" y="14"/>
                </a:lnTo>
                <a:lnTo>
                  <a:pt x="26" y="15"/>
                </a:lnTo>
                <a:lnTo>
                  <a:pt x="25" y="9"/>
                </a:lnTo>
                <a:lnTo>
                  <a:pt x="31" y="7"/>
                </a:lnTo>
                <a:lnTo>
                  <a:pt x="37" y="6"/>
                </a:lnTo>
                <a:lnTo>
                  <a:pt x="44" y="5"/>
                </a:lnTo>
                <a:lnTo>
                  <a:pt x="50" y="3"/>
                </a:lnTo>
                <a:lnTo>
                  <a:pt x="50" y="5"/>
                </a:lnTo>
                <a:lnTo>
                  <a:pt x="50" y="3"/>
                </a:lnTo>
                <a:lnTo>
                  <a:pt x="56" y="2"/>
                </a:lnTo>
                <a:lnTo>
                  <a:pt x="64" y="0"/>
                </a:lnTo>
                <a:lnTo>
                  <a:pt x="66" y="0"/>
                </a:lnTo>
                <a:lnTo>
                  <a:pt x="73" y="1"/>
                </a:lnTo>
                <a:lnTo>
                  <a:pt x="57" y="65"/>
                </a:lnTo>
                <a:moveTo>
                  <a:pt x="18" y="10"/>
                </a:moveTo>
                <a:lnTo>
                  <a:pt x="25" y="9"/>
                </a:lnTo>
                <a:lnTo>
                  <a:pt x="26" y="15"/>
                </a:lnTo>
                <a:lnTo>
                  <a:pt x="20" y="17"/>
                </a:lnTo>
                <a:lnTo>
                  <a:pt x="18" y="1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532960" y="3170160"/>
            <a:ext cx="1269720" cy="380520"/>
          </a:xfrm>
          <a:custGeom>
            <a:avLst/>
            <a:gdLst/>
            <a:ahLst/>
            <a:rect l="0" t="0" r="r" b="b"/>
            <a:pathLst>
              <a:path fill="none" w="3527" h="1057">
                <a:moveTo>
                  <a:pt x="3527" y="0"/>
                </a:moveTo>
                <a:lnTo>
                  <a:pt x="2978" y="55"/>
                </a:lnTo>
                <a:cubicBezTo>
                  <a:pt x="2429" y="111"/>
                  <a:pt x="1330" y="224"/>
                  <a:pt x="781" y="324"/>
                </a:cubicBezTo>
                <a:cubicBezTo>
                  <a:pt x="232" y="425"/>
                  <a:pt x="232" y="515"/>
                  <a:pt x="232" y="605"/>
                </a:cubicBezTo>
                <a:cubicBezTo>
                  <a:pt x="232" y="695"/>
                  <a:pt x="232" y="785"/>
                  <a:pt x="193" y="860"/>
                </a:cubicBezTo>
                <a:cubicBezTo>
                  <a:pt x="155" y="935"/>
                  <a:pt x="77" y="996"/>
                  <a:pt x="39" y="1027"/>
                </a:cubicBezTo>
                <a:lnTo>
                  <a:pt x="0" y="1057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2523960" y="3534120"/>
            <a:ext cx="25920" cy="23760"/>
          </a:xfrm>
          <a:custGeom>
            <a:avLst/>
            <a:gdLst/>
            <a:ahLst/>
            <a:rect l="0" t="0" r="r" b="b"/>
            <a:pathLst>
              <a:path w="72" h="66">
                <a:moveTo>
                  <a:pt x="0" y="66"/>
                </a:moveTo>
                <a:lnTo>
                  <a:pt x="31" y="0"/>
                </a:lnTo>
                <a:lnTo>
                  <a:pt x="72" y="52"/>
                </a:lnTo>
                <a:lnTo>
                  <a:pt x="0" y="66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2523240" y="3534120"/>
            <a:ext cx="26640" cy="24840"/>
          </a:xfrm>
          <a:custGeom>
            <a:avLst/>
            <a:gdLst/>
            <a:ahLst/>
            <a:rect l="0" t="0" r="r" b="b"/>
            <a:pathLst>
              <a:path w="74" h="69">
                <a:moveTo>
                  <a:pt x="74" y="52"/>
                </a:moveTo>
                <a:lnTo>
                  <a:pt x="68" y="56"/>
                </a:lnTo>
                <a:lnTo>
                  <a:pt x="62" y="57"/>
                </a:lnTo>
                <a:lnTo>
                  <a:pt x="55" y="59"/>
                </a:lnTo>
                <a:lnTo>
                  <a:pt x="49" y="60"/>
                </a:lnTo>
                <a:lnTo>
                  <a:pt x="43" y="61"/>
                </a:lnTo>
                <a:lnTo>
                  <a:pt x="35" y="63"/>
                </a:lnTo>
                <a:lnTo>
                  <a:pt x="29" y="64"/>
                </a:lnTo>
                <a:lnTo>
                  <a:pt x="23" y="65"/>
                </a:lnTo>
                <a:lnTo>
                  <a:pt x="16" y="67"/>
                </a:lnTo>
                <a:lnTo>
                  <a:pt x="10" y="68"/>
                </a:lnTo>
                <a:lnTo>
                  <a:pt x="4" y="69"/>
                </a:lnTo>
                <a:lnTo>
                  <a:pt x="0" y="64"/>
                </a:lnTo>
                <a:lnTo>
                  <a:pt x="1" y="60"/>
                </a:lnTo>
                <a:lnTo>
                  <a:pt x="4" y="54"/>
                </a:lnTo>
                <a:lnTo>
                  <a:pt x="7" y="48"/>
                </a:lnTo>
                <a:lnTo>
                  <a:pt x="13" y="51"/>
                </a:lnTo>
                <a:lnTo>
                  <a:pt x="10" y="57"/>
                </a:lnTo>
                <a:lnTo>
                  <a:pt x="7" y="62"/>
                </a:lnTo>
                <a:lnTo>
                  <a:pt x="9" y="62"/>
                </a:lnTo>
                <a:lnTo>
                  <a:pt x="15" y="60"/>
                </a:lnTo>
                <a:lnTo>
                  <a:pt x="21" y="59"/>
                </a:lnTo>
                <a:lnTo>
                  <a:pt x="28" y="58"/>
                </a:lnTo>
                <a:lnTo>
                  <a:pt x="34" y="56"/>
                </a:lnTo>
                <a:lnTo>
                  <a:pt x="41" y="55"/>
                </a:lnTo>
                <a:lnTo>
                  <a:pt x="48" y="54"/>
                </a:lnTo>
                <a:lnTo>
                  <a:pt x="54" y="52"/>
                </a:lnTo>
                <a:lnTo>
                  <a:pt x="60" y="51"/>
                </a:lnTo>
                <a:lnTo>
                  <a:pt x="67" y="50"/>
                </a:lnTo>
                <a:lnTo>
                  <a:pt x="68" y="50"/>
                </a:lnTo>
                <a:lnTo>
                  <a:pt x="66" y="47"/>
                </a:lnTo>
                <a:lnTo>
                  <a:pt x="62" y="42"/>
                </a:lnTo>
                <a:lnTo>
                  <a:pt x="58" y="37"/>
                </a:lnTo>
                <a:lnTo>
                  <a:pt x="54" y="31"/>
                </a:lnTo>
                <a:lnTo>
                  <a:pt x="50" y="26"/>
                </a:lnTo>
                <a:lnTo>
                  <a:pt x="46" y="21"/>
                </a:lnTo>
                <a:lnTo>
                  <a:pt x="42" y="16"/>
                </a:lnTo>
                <a:lnTo>
                  <a:pt x="38" y="11"/>
                </a:lnTo>
                <a:lnTo>
                  <a:pt x="33" y="6"/>
                </a:lnTo>
                <a:lnTo>
                  <a:pt x="32" y="10"/>
                </a:lnTo>
                <a:lnTo>
                  <a:pt x="29" y="16"/>
                </a:lnTo>
                <a:lnTo>
                  <a:pt x="28" y="15"/>
                </a:lnTo>
                <a:lnTo>
                  <a:pt x="29" y="16"/>
                </a:lnTo>
                <a:lnTo>
                  <a:pt x="26" y="22"/>
                </a:lnTo>
                <a:lnTo>
                  <a:pt x="24" y="28"/>
                </a:lnTo>
                <a:lnTo>
                  <a:pt x="21" y="26"/>
                </a:lnTo>
                <a:lnTo>
                  <a:pt x="24" y="28"/>
                </a:lnTo>
                <a:lnTo>
                  <a:pt x="21" y="34"/>
                </a:lnTo>
                <a:lnTo>
                  <a:pt x="18" y="39"/>
                </a:lnTo>
                <a:lnTo>
                  <a:pt x="15" y="45"/>
                </a:lnTo>
                <a:lnTo>
                  <a:pt x="9" y="43"/>
                </a:lnTo>
                <a:lnTo>
                  <a:pt x="12" y="37"/>
                </a:lnTo>
                <a:lnTo>
                  <a:pt x="15" y="31"/>
                </a:lnTo>
                <a:lnTo>
                  <a:pt x="18" y="25"/>
                </a:lnTo>
                <a:lnTo>
                  <a:pt x="20" y="19"/>
                </a:lnTo>
                <a:lnTo>
                  <a:pt x="22" y="20"/>
                </a:lnTo>
                <a:lnTo>
                  <a:pt x="20" y="19"/>
                </a:lnTo>
                <a:lnTo>
                  <a:pt x="23" y="13"/>
                </a:lnTo>
                <a:lnTo>
                  <a:pt x="26" y="6"/>
                </a:lnTo>
                <a:lnTo>
                  <a:pt x="27" y="4"/>
                </a:lnTo>
                <a:lnTo>
                  <a:pt x="33" y="0"/>
                </a:lnTo>
                <a:lnTo>
                  <a:pt x="74" y="52"/>
                </a:lnTo>
                <a:moveTo>
                  <a:pt x="7" y="48"/>
                </a:moveTo>
                <a:lnTo>
                  <a:pt x="9" y="43"/>
                </a:lnTo>
                <a:lnTo>
                  <a:pt x="15" y="45"/>
                </a:lnTo>
                <a:lnTo>
                  <a:pt x="13" y="51"/>
                </a:lnTo>
                <a:lnTo>
                  <a:pt x="7" y="48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259360" y="3166920"/>
            <a:ext cx="1531800" cy="390960"/>
          </a:xfrm>
          <a:custGeom>
            <a:avLst/>
            <a:gdLst/>
            <a:ahLst/>
            <a:rect l="0" t="0" r="r" b="b"/>
            <a:pathLst>
              <a:path fill="none" w="4255" h="1086">
                <a:moveTo>
                  <a:pt x="258" y="1086"/>
                </a:moveTo>
                <a:lnTo>
                  <a:pt x="215" y="1053"/>
                </a:lnTo>
                <a:cubicBezTo>
                  <a:pt x="172" y="1019"/>
                  <a:pt x="85" y="951"/>
                  <a:pt x="42" y="872"/>
                </a:cubicBezTo>
                <a:cubicBezTo>
                  <a:pt x="0" y="794"/>
                  <a:pt x="0" y="704"/>
                  <a:pt x="0" y="614"/>
                </a:cubicBezTo>
                <a:cubicBezTo>
                  <a:pt x="0" y="524"/>
                  <a:pt x="0" y="434"/>
                  <a:pt x="710" y="331"/>
                </a:cubicBezTo>
                <a:cubicBezTo>
                  <a:pt x="1419" y="229"/>
                  <a:pt x="2837" y="114"/>
                  <a:pt x="3546" y="57"/>
                </a:cubicBezTo>
                <a:lnTo>
                  <a:pt x="4255" y="0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3778200" y="3156120"/>
            <a:ext cx="24480" cy="23760"/>
          </a:xfrm>
          <a:custGeom>
            <a:avLst/>
            <a:gdLst/>
            <a:ahLst/>
            <a:rect l="0" t="0" r="r" b="b"/>
            <a:pathLst>
              <a:path w="68" h="66">
                <a:moveTo>
                  <a:pt x="0" y="0"/>
                </a:moveTo>
                <a:lnTo>
                  <a:pt x="68" y="27"/>
                </a:lnTo>
                <a:lnTo>
                  <a:pt x="5" y="66"/>
                </a:lnTo>
                <a:lnTo>
                  <a:pt x="0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3778200" y="3155760"/>
            <a:ext cx="24480" cy="24120"/>
          </a:xfrm>
          <a:custGeom>
            <a:avLst/>
            <a:gdLst/>
            <a:ahLst/>
            <a:rect l="0" t="0" r="r" b="b"/>
            <a:pathLst>
              <a:path w="68" h="67">
                <a:moveTo>
                  <a:pt x="0" y="1"/>
                </a:moveTo>
                <a:lnTo>
                  <a:pt x="7" y="0"/>
                </a:lnTo>
                <a:lnTo>
                  <a:pt x="13" y="3"/>
                </a:lnTo>
                <a:lnTo>
                  <a:pt x="19" y="5"/>
                </a:lnTo>
                <a:lnTo>
                  <a:pt x="25" y="8"/>
                </a:lnTo>
                <a:lnTo>
                  <a:pt x="31" y="10"/>
                </a:lnTo>
                <a:lnTo>
                  <a:pt x="37" y="12"/>
                </a:lnTo>
                <a:lnTo>
                  <a:pt x="43" y="15"/>
                </a:lnTo>
                <a:lnTo>
                  <a:pt x="49" y="17"/>
                </a:lnTo>
                <a:lnTo>
                  <a:pt x="55" y="20"/>
                </a:lnTo>
                <a:lnTo>
                  <a:pt x="62" y="22"/>
                </a:lnTo>
                <a:lnTo>
                  <a:pt x="68" y="24"/>
                </a:lnTo>
                <a:lnTo>
                  <a:pt x="68" y="32"/>
                </a:lnTo>
                <a:lnTo>
                  <a:pt x="65" y="34"/>
                </a:lnTo>
                <a:lnTo>
                  <a:pt x="59" y="37"/>
                </a:lnTo>
                <a:lnTo>
                  <a:pt x="53" y="40"/>
                </a:lnTo>
                <a:lnTo>
                  <a:pt x="50" y="35"/>
                </a:lnTo>
                <a:lnTo>
                  <a:pt x="55" y="31"/>
                </a:lnTo>
                <a:lnTo>
                  <a:pt x="61" y="29"/>
                </a:lnTo>
                <a:lnTo>
                  <a:pt x="60" y="28"/>
                </a:lnTo>
                <a:lnTo>
                  <a:pt x="53" y="26"/>
                </a:lnTo>
                <a:lnTo>
                  <a:pt x="46" y="23"/>
                </a:lnTo>
                <a:lnTo>
                  <a:pt x="40" y="21"/>
                </a:lnTo>
                <a:lnTo>
                  <a:pt x="34" y="19"/>
                </a:lnTo>
                <a:lnTo>
                  <a:pt x="28" y="16"/>
                </a:lnTo>
                <a:lnTo>
                  <a:pt x="22" y="14"/>
                </a:lnTo>
                <a:lnTo>
                  <a:pt x="16" y="11"/>
                </a:lnTo>
                <a:lnTo>
                  <a:pt x="10" y="9"/>
                </a:lnTo>
                <a:lnTo>
                  <a:pt x="4" y="6"/>
                </a:lnTo>
                <a:lnTo>
                  <a:pt x="3" y="6"/>
                </a:lnTo>
                <a:lnTo>
                  <a:pt x="3" y="9"/>
                </a:lnTo>
                <a:lnTo>
                  <a:pt x="4" y="16"/>
                </a:lnTo>
                <a:lnTo>
                  <a:pt x="5" y="22"/>
                </a:lnTo>
                <a:lnTo>
                  <a:pt x="5" y="29"/>
                </a:lnTo>
                <a:lnTo>
                  <a:pt x="6" y="35"/>
                </a:lnTo>
                <a:lnTo>
                  <a:pt x="6" y="43"/>
                </a:lnTo>
                <a:lnTo>
                  <a:pt x="7" y="49"/>
                </a:lnTo>
                <a:lnTo>
                  <a:pt x="7" y="56"/>
                </a:lnTo>
                <a:lnTo>
                  <a:pt x="8" y="61"/>
                </a:lnTo>
                <a:lnTo>
                  <a:pt x="11" y="59"/>
                </a:lnTo>
                <a:lnTo>
                  <a:pt x="16" y="56"/>
                </a:lnTo>
                <a:lnTo>
                  <a:pt x="17" y="57"/>
                </a:lnTo>
                <a:lnTo>
                  <a:pt x="16" y="56"/>
                </a:lnTo>
                <a:lnTo>
                  <a:pt x="22" y="53"/>
                </a:lnTo>
                <a:lnTo>
                  <a:pt x="27" y="49"/>
                </a:lnTo>
                <a:lnTo>
                  <a:pt x="29" y="52"/>
                </a:lnTo>
                <a:lnTo>
                  <a:pt x="27" y="49"/>
                </a:lnTo>
                <a:lnTo>
                  <a:pt x="33" y="46"/>
                </a:lnTo>
                <a:lnTo>
                  <a:pt x="38" y="41"/>
                </a:lnTo>
                <a:lnTo>
                  <a:pt x="44" y="38"/>
                </a:lnTo>
                <a:lnTo>
                  <a:pt x="47" y="45"/>
                </a:lnTo>
                <a:lnTo>
                  <a:pt x="42" y="48"/>
                </a:lnTo>
                <a:lnTo>
                  <a:pt x="36" y="51"/>
                </a:lnTo>
                <a:lnTo>
                  <a:pt x="31" y="55"/>
                </a:lnTo>
                <a:lnTo>
                  <a:pt x="25" y="58"/>
                </a:lnTo>
                <a:lnTo>
                  <a:pt x="24" y="57"/>
                </a:lnTo>
                <a:lnTo>
                  <a:pt x="25" y="58"/>
                </a:lnTo>
                <a:lnTo>
                  <a:pt x="20" y="61"/>
                </a:lnTo>
                <a:lnTo>
                  <a:pt x="14" y="65"/>
                </a:lnTo>
                <a:lnTo>
                  <a:pt x="12" y="66"/>
                </a:lnTo>
                <a:lnTo>
                  <a:pt x="5" y="67"/>
                </a:lnTo>
                <a:lnTo>
                  <a:pt x="0" y="1"/>
                </a:lnTo>
                <a:moveTo>
                  <a:pt x="53" y="40"/>
                </a:moveTo>
                <a:lnTo>
                  <a:pt x="47" y="45"/>
                </a:lnTo>
                <a:lnTo>
                  <a:pt x="44" y="38"/>
                </a:lnTo>
                <a:lnTo>
                  <a:pt x="50" y="35"/>
                </a:lnTo>
                <a:lnTo>
                  <a:pt x="53" y="4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727080" y="3217320"/>
            <a:ext cx="144720" cy="329040"/>
          </a:xfrm>
          <a:custGeom>
            <a:avLst/>
            <a:gdLst/>
            <a:ahLst/>
            <a:rect l="0" t="0" r="r" b="b"/>
            <a:pathLst>
              <a:path fill="none" w="402" h="914">
                <a:moveTo>
                  <a:pt x="402" y="0"/>
                </a:moveTo>
                <a:lnTo>
                  <a:pt x="335" y="34"/>
                </a:lnTo>
                <a:cubicBezTo>
                  <a:pt x="268" y="68"/>
                  <a:pt x="134" y="135"/>
                  <a:pt x="67" y="214"/>
                </a:cubicBezTo>
                <a:cubicBezTo>
                  <a:pt x="0" y="293"/>
                  <a:pt x="0" y="383"/>
                  <a:pt x="0" y="473"/>
                </a:cubicBezTo>
                <a:cubicBezTo>
                  <a:pt x="0" y="563"/>
                  <a:pt x="0" y="654"/>
                  <a:pt x="0" y="727"/>
                </a:cubicBezTo>
                <a:cubicBezTo>
                  <a:pt x="0" y="800"/>
                  <a:pt x="0" y="857"/>
                  <a:pt x="0" y="886"/>
                </a:cubicBezTo>
                <a:lnTo>
                  <a:pt x="0" y="914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3715560" y="353412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3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3715560" y="353412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5"/>
                </a:moveTo>
                <a:lnTo>
                  <a:pt x="60" y="20"/>
                </a:lnTo>
                <a:lnTo>
                  <a:pt x="57" y="26"/>
                </a:lnTo>
                <a:lnTo>
                  <a:pt x="54" y="32"/>
                </a:lnTo>
                <a:lnTo>
                  <a:pt x="51" y="38"/>
                </a:lnTo>
                <a:lnTo>
                  <a:pt x="48" y="44"/>
                </a:lnTo>
                <a:lnTo>
                  <a:pt x="45" y="49"/>
                </a:lnTo>
                <a:lnTo>
                  <a:pt x="43" y="55"/>
                </a:lnTo>
                <a:lnTo>
                  <a:pt x="40" y="61"/>
                </a:lnTo>
                <a:lnTo>
                  <a:pt x="37" y="66"/>
                </a:lnTo>
                <a:lnTo>
                  <a:pt x="30" y="66"/>
                </a:lnTo>
                <a:lnTo>
                  <a:pt x="28" y="63"/>
                </a:lnTo>
                <a:lnTo>
                  <a:pt x="25" y="57"/>
                </a:lnTo>
                <a:lnTo>
                  <a:pt x="22" y="51"/>
                </a:lnTo>
                <a:lnTo>
                  <a:pt x="28" y="49"/>
                </a:lnTo>
                <a:lnTo>
                  <a:pt x="31" y="54"/>
                </a:lnTo>
                <a:lnTo>
                  <a:pt x="33" y="59"/>
                </a:lnTo>
                <a:lnTo>
                  <a:pt x="34" y="58"/>
                </a:lnTo>
                <a:lnTo>
                  <a:pt x="37" y="52"/>
                </a:lnTo>
                <a:lnTo>
                  <a:pt x="40" y="46"/>
                </a:lnTo>
                <a:lnTo>
                  <a:pt x="43" y="41"/>
                </a:lnTo>
                <a:lnTo>
                  <a:pt x="45" y="35"/>
                </a:lnTo>
                <a:lnTo>
                  <a:pt x="48" y="29"/>
                </a:lnTo>
                <a:lnTo>
                  <a:pt x="51" y="23"/>
                </a:lnTo>
                <a:lnTo>
                  <a:pt x="54" y="17"/>
                </a:lnTo>
                <a:lnTo>
                  <a:pt x="57" y="12"/>
                </a:lnTo>
                <a:lnTo>
                  <a:pt x="60" y="5"/>
                </a:lnTo>
                <a:lnTo>
                  <a:pt x="61" y="4"/>
                </a:lnTo>
                <a:lnTo>
                  <a:pt x="57" y="4"/>
                </a:lnTo>
                <a:lnTo>
                  <a:pt x="50" y="4"/>
                </a:lnTo>
                <a:lnTo>
                  <a:pt x="44" y="4"/>
                </a:lnTo>
                <a:lnTo>
                  <a:pt x="37" y="4"/>
                </a:lnTo>
                <a:lnTo>
                  <a:pt x="31" y="4"/>
                </a:lnTo>
                <a:lnTo>
                  <a:pt x="24" y="4"/>
                </a:lnTo>
                <a:lnTo>
                  <a:pt x="18" y="4"/>
                </a:lnTo>
                <a:lnTo>
                  <a:pt x="10" y="4"/>
                </a:lnTo>
                <a:lnTo>
                  <a:pt x="5" y="4"/>
                </a:lnTo>
                <a:lnTo>
                  <a:pt x="7" y="8"/>
                </a:lnTo>
                <a:lnTo>
                  <a:pt x="10" y="14"/>
                </a:lnTo>
                <a:lnTo>
                  <a:pt x="8" y="14"/>
                </a:lnTo>
                <a:lnTo>
                  <a:pt x="10" y="14"/>
                </a:lnTo>
                <a:lnTo>
                  <a:pt x="13" y="20"/>
                </a:lnTo>
                <a:lnTo>
                  <a:pt x="16" y="25"/>
                </a:lnTo>
                <a:lnTo>
                  <a:pt x="13" y="27"/>
                </a:lnTo>
                <a:lnTo>
                  <a:pt x="16" y="25"/>
                </a:lnTo>
                <a:lnTo>
                  <a:pt x="19" y="31"/>
                </a:lnTo>
                <a:lnTo>
                  <a:pt x="22" y="37"/>
                </a:lnTo>
                <a:lnTo>
                  <a:pt x="25" y="43"/>
                </a:lnTo>
                <a:lnTo>
                  <a:pt x="19" y="46"/>
                </a:lnTo>
                <a:lnTo>
                  <a:pt x="16" y="40"/>
                </a:lnTo>
                <a:lnTo>
                  <a:pt x="13" y="34"/>
                </a:lnTo>
                <a:lnTo>
                  <a:pt x="10" y="28"/>
                </a:lnTo>
                <a:lnTo>
                  <a:pt x="7" y="22"/>
                </a:lnTo>
                <a:lnTo>
                  <a:pt x="8" y="22"/>
                </a:lnTo>
                <a:lnTo>
                  <a:pt x="7" y="22"/>
                </a:lnTo>
                <a:lnTo>
                  <a:pt x="4" y="17"/>
                </a:lnTo>
                <a:lnTo>
                  <a:pt x="1" y="11"/>
                </a:lnTo>
                <a:lnTo>
                  <a:pt x="0" y="9"/>
                </a:lnTo>
                <a:lnTo>
                  <a:pt x="0" y="0"/>
                </a:lnTo>
                <a:lnTo>
                  <a:pt x="66" y="0"/>
                </a:lnTo>
                <a:lnTo>
                  <a:pt x="66" y="9"/>
                </a:lnTo>
                <a:lnTo>
                  <a:pt x="63" y="15"/>
                </a:lnTo>
                <a:moveTo>
                  <a:pt x="22" y="51"/>
                </a:moveTo>
                <a:lnTo>
                  <a:pt x="19" y="46"/>
                </a:lnTo>
                <a:lnTo>
                  <a:pt x="25" y="43"/>
                </a:lnTo>
                <a:lnTo>
                  <a:pt x="28" y="49"/>
                </a:lnTo>
                <a:lnTo>
                  <a:pt x="22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834000" y="3693600"/>
            <a:ext cx="1492920" cy="305640"/>
          </a:xfrm>
          <a:custGeom>
            <a:avLst/>
            <a:gdLst/>
            <a:ahLst/>
            <a:rect l="0" t="0" r="r" b="b"/>
            <a:pathLst>
              <a:path fill="none" w="4147" h="849">
                <a:moveTo>
                  <a:pt x="0" y="0"/>
                </a:moveTo>
                <a:lnTo>
                  <a:pt x="54" y="34"/>
                </a:lnTo>
                <a:cubicBezTo>
                  <a:pt x="107" y="67"/>
                  <a:pt x="213" y="135"/>
                  <a:pt x="267" y="214"/>
                </a:cubicBezTo>
                <a:cubicBezTo>
                  <a:pt x="320" y="292"/>
                  <a:pt x="320" y="383"/>
                  <a:pt x="958" y="491"/>
                </a:cubicBezTo>
                <a:cubicBezTo>
                  <a:pt x="1595" y="599"/>
                  <a:pt x="2871" y="724"/>
                  <a:pt x="3508" y="787"/>
                </a:cubicBezTo>
                <a:lnTo>
                  <a:pt x="4147" y="849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5313600" y="3986280"/>
            <a:ext cx="24840" cy="23760"/>
          </a:xfrm>
          <a:custGeom>
            <a:avLst/>
            <a:gdLst/>
            <a:ahLst/>
            <a:rect l="0" t="0" r="r" b="b"/>
            <a:pathLst>
              <a:path w="69" h="66">
                <a:moveTo>
                  <a:pt x="7" y="0"/>
                </a:moveTo>
                <a:lnTo>
                  <a:pt x="69" y="40"/>
                </a:lnTo>
                <a:lnTo>
                  <a:pt x="0" y="66"/>
                </a:lnTo>
                <a:lnTo>
                  <a:pt x="7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5313600" y="3986280"/>
            <a:ext cx="25200" cy="23760"/>
          </a:xfrm>
          <a:custGeom>
            <a:avLst/>
            <a:gdLst/>
            <a:ahLst/>
            <a:rect l="0" t="0" r="r" b="b"/>
            <a:pathLst>
              <a:path w="70" h="66">
                <a:moveTo>
                  <a:pt x="7" y="0"/>
                </a:moveTo>
                <a:lnTo>
                  <a:pt x="14" y="1"/>
                </a:lnTo>
                <a:lnTo>
                  <a:pt x="20" y="4"/>
                </a:lnTo>
                <a:lnTo>
                  <a:pt x="25" y="8"/>
                </a:lnTo>
                <a:lnTo>
                  <a:pt x="32" y="12"/>
                </a:lnTo>
                <a:lnTo>
                  <a:pt x="37" y="15"/>
                </a:lnTo>
                <a:lnTo>
                  <a:pt x="43" y="19"/>
                </a:lnTo>
                <a:lnTo>
                  <a:pt x="48" y="22"/>
                </a:lnTo>
                <a:lnTo>
                  <a:pt x="54" y="26"/>
                </a:lnTo>
                <a:lnTo>
                  <a:pt x="59" y="29"/>
                </a:lnTo>
                <a:lnTo>
                  <a:pt x="64" y="33"/>
                </a:lnTo>
                <a:lnTo>
                  <a:pt x="70" y="36"/>
                </a:lnTo>
                <a:lnTo>
                  <a:pt x="69" y="43"/>
                </a:lnTo>
                <a:lnTo>
                  <a:pt x="65" y="45"/>
                </a:lnTo>
                <a:lnTo>
                  <a:pt x="59" y="47"/>
                </a:lnTo>
                <a:lnTo>
                  <a:pt x="53" y="49"/>
                </a:lnTo>
                <a:lnTo>
                  <a:pt x="51" y="43"/>
                </a:lnTo>
                <a:lnTo>
                  <a:pt x="57" y="41"/>
                </a:lnTo>
                <a:lnTo>
                  <a:pt x="62" y="39"/>
                </a:lnTo>
                <a:lnTo>
                  <a:pt x="61" y="38"/>
                </a:lnTo>
                <a:lnTo>
                  <a:pt x="56" y="35"/>
                </a:lnTo>
                <a:lnTo>
                  <a:pt x="50" y="31"/>
                </a:lnTo>
                <a:lnTo>
                  <a:pt x="45" y="28"/>
                </a:lnTo>
                <a:lnTo>
                  <a:pt x="39" y="24"/>
                </a:lnTo>
                <a:lnTo>
                  <a:pt x="34" y="21"/>
                </a:lnTo>
                <a:lnTo>
                  <a:pt x="27" y="18"/>
                </a:lnTo>
                <a:lnTo>
                  <a:pt x="22" y="14"/>
                </a:lnTo>
                <a:lnTo>
                  <a:pt x="16" y="11"/>
                </a:lnTo>
                <a:lnTo>
                  <a:pt x="11" y="6"/>
                </a:lnTo>
                <a:lnTo>
                  <a:pt x="10" y="5"/>
                </a:lnTo>
                <a:lnTo>
                  <a:pt x="9" y="9"/>
                </a:lnTo>
                <a:lnTo>
                  <a:pt x="9" y="16"/>
                </a:lnTo>
                <a:lnTo>
                  <a:pt x="8" y="23"/>
                </a:lnTo>
                <a:lnTo>
                  <a:pt x="7" y="29"/>
                </a:lnTo>
                <a:lnTo>
                  <a:pt x="7" y="36"/>
                </a:lnTo>
                <a:lnTo>
                  <a:pt x="6" y="42"/>
                </a:lnTo>
                <a:lnTo>
                  <a:pt x="5" y="49"/>
                </a:lnTo>
                <a:lnTo>
                  <a:pt x="5" y="55"/>
                </a:lnTo>
                <a:lnTo>
                  <a:pt x="4" y="61"/>
                </a:lnTo>
                <a:lnTo>
                  <a:pt x="8" y="59"/>
                </a:lnTo>
                <a:lnTo>
                  <a:pt x="14" y="57"/>
                </a:lnTo>
                <a:lnTo>
                  <a:pt x="14" y="59"/>
                </a:lnTo>
                <a:lnTo>
                  <a:pt x="14" y="57"/>
                </a:lnTo>
                <a:lnTo>
                  <a:pt x="20" y="55"/>
                </a:lnTo>
                <a:lnTo>
                  <a:pt x="26" y="52"/>
                </a:lnTo>
                <a:lnTo>
                  <a:pt x="27" y="55"/>
                </a:lnTo>
                <a:lnTo>
                  <a:pt x="26" y="52"/>
                </a:lnTo>
                <a:lnTo>
                  <a:pt x="33" y="50"/>
                </a:lnTo>
                <a:lnTo>
                  <a:pt x="39" y="48"/>
                </a:lnTo>
                <a:lnTo>
                  <a:pt x="45" y="45"/>
                </a:lnTo>
                <a:lnTo>
                  <a:pt x="47" y="51"/>
                </a:lnTo>
                <a:lnTo>
                  <a:pt x="41" y="54"/>
                </a:lnTo>
                <a:lnTo>
                  <a:pt x="35" y="56"/>
                </a:lnTo>
                <a:lnTo>
                  <a:pt x="28" y="58"/>
                </a:lnTo>
                <a:lnTo>
                  <a:pt x="22" y="61"/>
                </a:lnTo>
                <a:lnTo>
                  <a:pt x="21" y="59"/>
                </a:lnTo>
                <a:lnTo>
                  <a:pt x="22" y="61"/>
                </a:lnTo>
                <a:lnTo>
                  <a:pt x="16" y="63"/>
                </a:lnTo>
                <a:lnTo>
                  <a:pt x="10" y="65"/>
                </a:lnTo>
                <a:lnTo>
                  <a:pt x="8" y="66"/>
                </a:lnTo>
                <a:lnTo>
                  <a:pt x="0" y="66"/>
                </a:lnTo>
                <a:lnTo>
                  <a:pt x="7" y="0"/>
                </a:lnTo>
                <a:moveTo>
                  <a:pt x="53" y="49"/>
                </a:moveTo>
                <a:lnTo>
                  <a:pt x="47" y="51"/>
                </a:lnTo>
                <a:lnTo>
                  <a:pt x="45" y="45"/>
                </a:lnTo>
                <a:lnTo>
                  <a:pt x="51" y="43"/>
                </a:lnTo>
                <a:lnTo>
                  <a:pt x="53" y="49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368160" y="3693600"/>
            <a:ext cx="252360" cy="261000"/>
          </a:xfrm>
          <a:custGeom>
            <a:avLst/>
            <a:gdLst/>
            <a:ahLst/>
            <a:rect l="0" t="0" r="r" b="b"/>
            <a:pathLst>
              <a:path fill="none" w="701" h="725">
                <a:moveTo>
                  <a:pt x="701" y="0"/>
                </a:moveTo>
                <a:lnTo>
                  <a:pt x="648" y="34"/>
                </a:lnTo>
                <a:cubicBezTo>
                  <a:pt x="595" y="67"/>
                  <a:pt x="488" y="135"/>
                  <a:pt x="435" y="214"/>
                </a:cubicBezTo>
                <a:cubicBezTo>
                  <a:pt x="382" y="293"/>
                  <a:pt x="382" y="383"/>
                  <a:pt x="318" y="470"/>
                </a:cubicBezTo>
                <a:cubicBezTo>
                  <a:pt x="255" y="557"/>
                  <a:pt x="128" y="641"/>
                  <a:pt x="64" y="683"/>
                </a:cubicBezTo>
                <a:lnTo>
                  <a:pt x="0" y="725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358440" y="3938040"/>
            <a:ext cx="26280" cy="23040"/>
          </a:xfrm>
          <a:custGeom>
            <a:avLst/>
            <a:gdLst/>
            <a:ahLst/>
            <a:rect l="0" t="0" r="r" b="b"/>
            <a:pathLst>
              <a:path w="73" h="64">
                <a:moveTo>
                  <a:pt x="73" y="55"/>
                </a:moveTo>
                <a:lnTo>
                  <a:pt x="0" y="64"/>
                </a:lnTo>
                <a:lnTo>
                  <a:pt x="36" y="0"/>
                </a:lnTo>
                <a:lnTo>
                  <a:pt x="73" y="55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3357720" y="3938040"/>
            <a:ext cx="27000" cy="24120"/>
          </a:xfrm>
          <a:custGeom>
            <a:avLst/>
            <a:gdLst/>
            <a:ahLst/>
            <a:rect l="0" t="0" r="r" b="b"/>
            <a:pathLst>
              <a:path w="75" h="67">
                <a:moveTo>
                  <a:pt x="75" y="55"/>
                </a:moveTo>
                <a:lnTo>
                  <a:pt x="69" y="59"/>
                </a:lnTo>
                <a:lnTo>
                  <a:pt x="63" y="60"/>
                </a:lnTo>
                <a:lnTo>
                  <a:pt x="56" y="61"/>
                </a:lnTo>
                <a:lnTo>
                  <a:pt x="50" y="62"/>
                </a:lnTo>
                <a:lnTo>
                  <a:pt x="44" y="62"/>
                </a:lnTo>
                <a:lnTo>
                  <a:pt x="37" y="63"/>
                </a:lnTo>
                <a:lnTo>
                  <a:pt x="30" y="64"/>
                </a:lnTo>
                <a:lnTo>
                  <a:pt x="23" y="65"/>
                </a:lnTo>
                <a:lnTo>
                  <a:pt x="17" y="66"/>
                </a:lnTo>
                <a:lnTo>
                  <a:pt x="10" y="66"/>
                </a:lnTo>
                <a:lnTo>
                  <a:pt x="4" y="67"/>
                </a:lnTo>
                <a:lnTo>
                  <a:pt x="0" y="61"/>
                </a:lnTo>
                <a:lnTo>
                  <a:pt x="2" y="58"/>
                </a:lnTo>
                <a:lnTo>
                  <a:pt x="5" y="52"/>
                </a:lnTo>
                <a:lnTo>
                  <a:pt x="9" y="47"/>
                </a:lnTo>
                <a:lnTo>
                  <a:pt x="14" y="50"/>
                </a:lnTo>
                <a:lnTo>
                  <a:pt x="11" y="56"/>
                </a:lnTo>
                <a:lnTo>
                  <a:pt x="8" y="60"/>
                </a:lnTo>
                <a:lnTo>
                  <a:pt x="10" y="60"/>
                </a:lnTo>
                <a:lnTo>
                  <a:pt x="16" y="59"/>
                </a:lnTo>
                <a:lnTo>
                  <a:pt x="22" y="58"/>
                </a:lnTo>
                <a:lnTo>
                  <a:pt x="29" y="58"/>
                </a:lnTo>
                <a:lnTo>
                  <a:pt x="36" y="57"/>
                </a:lnTo>
                <a:lnTo>
                  <a:pt x="43" y="56"/>
                </a:lnTo>
                <a:lnTo>
                  <a:pt x="49" y="55"/>
                </a:lnTo>
                <a:lnTo>
                  <a:pt x="56" y="54"/>
                </a:lnTo>
                <a:lnTo>
                  <a:pt x="62" y="54"/>
                </a:lnTo>
                <a:lnTo>
                  <a:pt x="68" y="53"/>
                </a:lnTo>
                <a:lnTo>
                  <a:pt x="70" y="53"/>
                </a:lnTo>
                <a:lnTo>
                  <a:pt x="68" y="50"/>
                </a:lnTo>
                <a:lnTo>
                  <a:pt x="64" y="44"/>
                </a:lnTo>
                <a:lnTo>
                  <a:pt x="61" y="39"/>
                </a:lnTo>
                <a:lnTo>
                  <a:pt x="57" y="34"/>
                </a:lnTo>
                <a:lnTo>
                  <a:pt x="53" y="28"/>
                </a:lnTo>
                <a:lnTo>
                  <a:pt x="50" y="23"/>
                </a:lnTo>
                <a:lnTo>
                  <a:pt x="46" y="17"/>
                </a:lnTo>
                <a:lnTo>
                  <a:pt x="43" y="11"/>
                </a:lnTo>
                <a:lnTo>
                  <a:pt x="40" y="6"/>
                </a:lnTo>
                <a:lnTo>
                  <a:pt x="38" y="9"/>
                </a:lnTo>
                <a:lnTo>
                  <a:pt x="35" y="16"/>
                </a:lnTo>
                <a:lnTo>
                  <a:pt x="32" y="15"/>
                </a:lnTo>
                <a:lnTo>
                  <a:pt x="35" y="16"/>
                </a:lnTo>
                <a:lnTo>
                  <a:pt x="30" y="22"/>
                </a:lnTo>
                <a:lnTo>
                  <a:pt x="27" y="27"/>
                </a:lnTo>
                <a:lnTo>
                  <a:pt x="24" y="26"/>
                </a:lnTo>
                <a:lnTo>
                  <a:pt x="27" y="27"/>
                </a:lnTo>
                <a:lnTo>
                  <a:pt x="24" y="33"/>
                </a:lnTo>
                <a:lnTo>
                  <a:pt x="21" y="39"/>
                </a:lnTo>
                <a:lnTo>
                  <a:pt x="17" y="44"/>
                </a:lnTo>
                <a:lnTo>
                  <a:pt x="12" y="41"/>
                </a:lnTo>
                <a:lnTo>
                  <a:pt x="15" y="35"/>
                </a:lnTo>
                <a:lnTo>
                  <a:pt x="18" y="30"/>
                </a:lnTo>
                <a:lnTo>
                  <a:pt x="22" y="24"/>
                </a:lnTo>
                <a:lnTo>
                  <a:pt x="25" y="19"/>
                </a:lnTo>
                <a:lnTo>
                  <a:pt x="26" y="19"/>
                </a:lnTo>
                <a:lnTo>
                  <a:pt x="25" y="19"/>
                </a:lnTo>
                <a:lnTo>
                  <a:pt x="28" y="12"/>
                </a:lnTo>
                <a:lnTo>
                  <a:pt x="31" y="6"/>
                </a:lnTo>
                <a:lnTo>
                  <a:pt x="32" y="4"/>
                </a:lnTo>
                <a:lnTo>
                  <a:pt x="39" y="0"/>
                </a:lnTo>
                <a:lnTo>
                  <a:pt x="75" y="55"/>
                </a:lnTo>
                <a:moveTo>
                  <a:pt x="9" y="47"/>
                </a:moveTo>
                <a:lnTo>
                  <a:pt x="12" y="41"/>
                </a:lnTo>
                <a:lnTo>
                  <a:pt x="17" y="44"/>
                </a:lnTo>
                <a:lnTo>
                  <a:pt x="14" y="50"/>
                </a:lnTo>
                <a:lnTo>
                  <a:pt x="9" y="47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139920" y="3184560"/>
            <a:ext cx="651240" cy="776520"/>
          </a:xfrm>
          <a:custGeom>
            <a:avLst/>
            <a:gdLst/>
            <a:ahLst/>
            <a:rect l="0" t="0" r="r" b="b"/>
            <a:pathLst>
              <a:path fill="none" w="1809" h="2157">
                <a:moveTo>
                  <a:pt x="190" y="2157"/>
                </a:moveTo>
                <a:lnTo>
                  <a:pt x="158" y="2112"/>
                </a:lnTo>
                <a:cubicBezTo>
                  <a:pt x="127" y="2067"/>
                  <a:pt x="64" y="1977"/>
                  <a:pt x="32" y="1887"/>
                </a:cubicBezTo>
                <a:cubicBezTo>
                  <a:pt x="0" y="1797"/>
                  <a:pt x="0" y="1707"/>
                  <a:pt x="0" y="1597"/>
                </a:cubicBezTo>
                <a:cubicBezTo>
                  <a:pt x="0" y="1487"/>
                  <a:pt x="0" y="1357"/>
                  <a:pt x="0" y="1226"/>
                </a:cubicBezTo>
                <a:cubicBezTo>
                  <a:pt x="0" y="1096"/>
                  <a:pt x="0" y="965"/>
                  <a:pt x="0" y="854"/>
                </a:cubicBezTo>
                <a:cubicBezTo>
                  <a:pt x="0" y="744"/>
                  <a:pt x="0" y="654"/>
                  <a:pt x="0" y="564"/>
                </a:cubicBezTo>
                <a:cubicBezTo>
                  <a:pt x="0" y="474"/>
                  <a:pt x="0" y="384"/>
                  <a:pt x="302" y="290"/>
                </a:cubicBezTo>
                <a:cubicBezTo>
                  <a:pt x="603" y="196"/>
                  <a:pt x="1205" y="98"/>
                  <a:pt x="1508" y="49"/>
                </a:cubicBezTo>
                <a:lnTo>
                  <a:pt x="1809" y="0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3777480" y="3174840"/>
            <a:ext cx="25200" cy="23400"/>
          </a:xfrm>
          <a:custGeom>
            <a:avLst/>
            <a:gdLst/>
            <a:ahLst/>
            <a:rect l="0" t="0" r="r" b="b"/>
            <a:pathLst>
              <a:path w="70" h="65">
                <a:moveTo>
                  <a:pt x="0" y="0"/>
                </a:moveTo>
                <a:lnTo>
                  <a:pt x="70" y="21"/>
                </a:lnTo>
                <a:lnTo>
                  <a:pt x="10" y="65"/>
                </a:lnTo>
                <a:lnTo>
                  <a:pt x="0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777480" y="3174480"/>
            <a:ext cx="25200" cy="23760"/>
          </a:xfrm>
          <a:custGeom>
            <a:avLst/>
            <a:gdLst/>
            <a:ahLst/>
            <a:rect l="0" t="0" r="r" b="b"/>
            <a:pathLst>
              <a:path w="70" h="66">
                <a:moveTo>
                  <a:pt x="0" y="1"/>
                </a:moveTo>
                <a:lnTo>
                  <a:pt x="7" y="0"/>
                </a:lnTo>
                <a:lnTo>
                  <a:pt x="13" y="2"/>
                </a:lnTo>
                <a:lnTo>
                  <a:pt x="19" y="4"/>
                </a:lnTo>
                <a:lnTo>
                  <a:pt x="25" y="5"/>
                </a:lnTo>
                <a:lnTo>
                  <a:pt x="33" y="7"/>
                </a:lnTo>
                <a:lnTo>
                  <a:pt x="39" y="9"/>
                </a:lnTo>
                <a:lnTo>
                  <a:pt x="45" y="11"/>
                </a:lnTo>
                <a:lnTo>
                  <a:pt x="51" y="13"/>
                </a:lnTo>
                <a:lnTo>
                  <a:pt x="57" y="15"/>
                </a:lnTo>
                <a:lnTo>
                  <a:pt x="64" y="17"/>
                </a:lnTo>
                <a:lnTo>
                  <a:pt x="69" y="19"/>
                </a:lnTo>
                <a:lnTo>
                  <a:pt x="70" y="26"/>
                </a:lnTo>
                <a:lnTo>
                  <a:pt x="67" y="28"/>
                </a:lnTo>
                <a:lnTo>
                  <a:pt x="62" y="32"/>
                </a:lnTo>
                <a:lnTo>
                  <a:pt x="57" y="36"/>
                </a:lnTo>
                <a:lnTo>
                  <a:pt x="53" y="31"/>
                </a:lnTo>
                <a:lnTo>
                  <a:pt x="58" y="27"/>
                </a:lnTo>
                <a:lnTo>
                  <a:pt x="63" y="24"/>
                </a:lnTo>
                <a:lnTo>
                  <a:pt x="62" y="23"/>
                </a:lnTo>
                <a:lnTo>
                  <a:pt x="55" y="21"/>
                </a:lnTo>
                <a:lnTo>
                  <a:pt x="49" y="19"/>
                </a:lnTo>
                <a:lnTo>
                  <a:pt x="43" y="17"/>
                </a:lnTo>
                <a:lnTo>
                  <a:pt x="37" y="16"/>
                </a:lnTo>
                <a:lnTo>
                  <a:pt x="31" y="14"/>
                </a:lnTo>
                <a:lnTo>
                  <a:pt x="23" y="12"/>
                </a:lnTo>
                <a:lnTo>
                  <a:pt x="17" y="10"/>
                </a:lnTo>
                <a:lnTo>
                  <a:pt x="11" y="8"/>
                </a:lnTo>
                <a:lnTo>
                  <a:pt x="5" y="6"/>
                </a:lnTo>
                <a:lnTo>
                  <a:pt x="4" y="6"/>
                </a:lnTo>
                <a:lnTo>
                  <a:pt x="4" y="9"/>
                </a:lnTo>
                <a:lnTo>
                  <a:pt x="5" y="15"/>
                </a:lnTo>
                <a:lnTo>
                  <a:pt x="6" y="22"/>
                </a:lnTo>
                <a:lnTo>
                  <a:pt x="7" y="28"/>
                </a:lnTo>
                <a:lnTo>
                  <a:pt x="8" y="35"/>
                </a:lnTo>
                <a:lnTo>
                  <a:pt x="9" y="41"/>
                </a:lnTo>
                <a:lnTo>
                  <a:pt x="10" y="47"/>
                </a:lnTo>
                <a:lnTo>
                  <a:pt x="12" y="54"/>
                </a:lnTo>
                <a:lnTo>
                  <a:pt x="12" y="60"/>
                </a:lnTo>
                <a:lnTo>
                  <a:pt x="15" y="58"/>
                </a:lnTo>
                <a:lnTo>
                  <a:pt x="21" y="53"/>
                </a:lnTo>
                <a:lnTo>
                  <a:pt x="21" y="56"/>
                </a:lnTo>
                <a:lnTo>
                  <a:pt x="21" y="53"/>
                </a:lnTo>
                <a:lnTo>
                  <a:pt x="26" y="50"/>
                </a:lnTo>
                <a:lnTo>
                  <a:pt x="32" y="46"/>
                </a:lnTo>
                <a:lnTo>
                  <a:pt x="34" y="48"/>
                </a:lnTo>
                <a:lnTo>
                  <a:pt x="32" y="46"/>
                </a:lnTo>
                <a:lnTo>
                  <a:pt x="37" y="42"/>
                </a:lnTo>
                <a:lnTo>
                  <a:pt x="43" y="38"/>
                </a:lnTo>
                <a:lnTo>
                  <a:pt x="48" y="34"/>
                </a:lnTo>
                <a:lnTo>
                  <a:pt x="52" y="40"/>
                </a:lnTo>
                <a:lnTo>
                  <a:pt x="46" y="43"/>
                </a:lnTo>
                <a:lnTo>
                  <a:pt x="41" y="47"/>
                </a:lnTo>
                <a:lnTo>
                  <a:pt x="36" y="51"/>
                </a:lnTo>
                <a:lnTo>
                  <a:pt x="31" y="56"/>
                </a:lnTo>
                <a:lnTo>
                  <a:pt x="29" y="53"/>
                </a:lnTo>
                <a:lnTo>
                  <a:pt x="31" y="56"/>
                </a:lnTo>
                <a:lnTo>
                  <a:pt x="24" y="60"/>
                </a:lnTo>
                <a:lnTo>
                  <a:pt x="19" y="63"/>
                </a:lnTo>
                <a:lnTo>
                  <a:pt x="17" y="65"/>
                </a:lnTo>
                <a:lnTo>
                  <a:pt x="10" y="66"/>
                </a:lnTo>
                <a:lnTo>
                  <a:pt x="0" y="1"/>
                </a:lnTo>
                <a:moveTo>
                  <a:pt x="57" y="36"/>
                </a:moveTo>
                <a:lnTo>
                  <a:pt x="52" y="40"/>
                </a:lnTo>
                <a:lnTo>
                  <a:pt x="48" y="34"/>
                </a:lnTo>
                <a:lnTo>
                  <a:pt x="53" y="31"/>
                </a:lnTo>
                <a:lnTo>
                  <a:pt x="57" y="36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4208760" y="3211200"/>
            <a:ext cx="495360" cy="1625760"/>
          </a:xfrm>
          <a:custGeom>
            <a:avLst/>
            <a:gdLst/>
            <a:ahLst/>
            <a:rect l="0" t="0" r="r" b="b"/>
            <a:pathLst>
              <a:path fill="none" w="1376" h="4516">
                <a:moveTo>
                  <a:pt x="0" y="0"/>
                </a:moveTo>
                <a:lnTo>
                  <a:pt x="121" y="37"/>
                </a:lnTo>
                <a:cubicBezTo>
                  <a:pt x="241" y="73"/>
                  <a:pt x="482" y="147"/>
                  <a:pt x="603" y="228"/>
                </a:cubicBezTo>
                <a:cubicBezTo>
                  <a:pt x="723" y="310"/>
                  <a:pt x="723" y="400"/>
                  <a:pt x="723" y="490"/>
                </a:cubicBezTo>
                <a:cubicBezTo>
                  <a:pt x="723" y="580"/>
                  <a:pt x="723" y="670"/>
                  <a:pt x="723" y="780"/>
                </a:cubicBezTo>
                <a:cubicBezTo>
                  <a:pt x="723" y="890"/>
                  <a:pt x="723" y="1021"/>
                  <a:pt x="723" y="1151"/>
                </a:cubicBezTo>
                <a:cubicBezTo>
                  <a:pt x="723" y="1282"/>
                  <a:pt x="723" y="1412"/>
                  <a:pt x="723" y="1522"/>
                </a:cubicBezTo>
                <a:cubicBezTo>
                  <a:pt x="723" y="1632"/>
                  <a:pt x="723" y="1722"/>
                  <a:pt x="723" y="1844"/>
                </a:cubicBezTo>
                <a:cubicBezTo>
                  <a:pt x="723" y="1965"/>
                  <a:pt x="723" y="2118"/>
                  <a:pt x="723" y="2260"/>
                </a:cubicBezTo>
                <a:cubicBezTo>
                  <a:pt x="723" y="2402"/>
                  <a:pt x="723" y="2533"/>
                  <a:pt x="723" y="2643"/>
                </a:cubicBezTo>
                <a:cubicBezTo>
                  <a:pt x="723" y="2753"/>
                  <a:pt x="723" y="2843"/>
                  <a:pt x="723" y="2964"/>
                </a:cubicBezTo>
                <a:cubicBezTo>
                  <a:pt x="723" y="3086"/>
                  <a:pt x="723" y="3239"/>
                  <a:pt x="723" y="3380"/>
                </a:cubicBezTo>
                <a:cubicBezTo>
                  <a:pt x="723" y="3522"/>
                  <a:pt x="723" y="3652"/>
                  <a:pt x="723" y="3763"/>
                </a:cubicBezTo>
                <a:cubicBezTo>
                  <a:pt x="723" y="3873"/>
                  <a:pt x="723" y="3963"/>
                  <a:pt x="723" y="4053"/>
                </a:cubicBezTo>
                <a:cubicBezTo>
                  <a:pt x="723" y="4143"/>
                  <a:pt x="723" y="4233"/>
                  <a:pt x="832" y="4310"/>
                </a:cubicBezTo>
                <a:cubicBezTo>
                  <a:pt x="941" y="4387"/>
                  <a:pt x="1158" y="4452"/>
                  <a:pt x="1267" y="4484"/>
                </a:cubicBezTo>
                <a:lnTo>
                  <a:pt x="1376" y="4516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4689360" y="4822200"/>
            <a:ext cx="26280" cy="22680"/>
          </a:xfrm>
          <a:custGeom>
            <a:avLst/>
            <a:gdLst/>
            <a:ahLst/>
            <a:rect l="0" t="0" r="r" b="b"/>
            <a:pathLst>
              <a:path w="73" h="63">
                <a:moveTo>
                  <a:pt x="20" y="0"/>
                </a:moveTo>
                <a:lnTo>
                  <a:pt x="73" y="50"/>
                </a:lnTo>
                <a:lnTo>
                  <a:pt x="0" y="63"/>
                </a:lnTo>
                <a:lnTo>
                  <a:pt x="20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4689360" y="4822200"/>
            <a:ext cx="26640" cy="23400"/>
          </a:xfrm>
          <a:custGeom>
            <a:avLst/>
            <a:gdLst/>
            <a:ahLst/>
            <a:rect l="0" t="0" r="r" b="b"/>
            <a:pathLst>
              <a:path w="74" h="65">
                <a:moveTo>
                  <a:pt x="19" y="0"/>
                </a:moveTo>
                <a:lnTo>
                  <a:pt x="25" y="2"/>
                </a:lnTo>
                <a:lnTo>
                  <a:pt x="30" y="6"/>
                </a:lnTo>
                <a:lnTo>
                  <a:pt x="35" y="11"/>
                </a:lnTo>
                <a:lnTo>
                  <a:pt x="40" y="16"/>
                </a:lnTo>
                <a:lnTo>
                  <a:pt x="45" y="21"/>
                </a:lnTo>
                <a:lnTo>
                  <a:pt x="50" y="25"/>
                </a:lnTo>
                <a:lnTo>
                  <a:pt x="55" y="29"/>
                </a:lnTo>
                <a:lnTo>
                  <a:pt x="60" y="34"/>
                </a:lnTo>
                <a:lnTo>
                  <a:pt x="64" y="38"/>
                </a:lnTo>
                <a:lnTo>
                  <a:pt x="69" y="43"/>
                </a:lnTo>
                <a:lnTo>
                  <a:pt x="74" y="47"/>
                </a:lnTo>
                <a:lnTo>
                  <a:pt x="71" y="54"/>
                </a:lnTo>
                <a:lnTo>
                  <a:pt x="68" y="55"/>
                </a:lnTo>
                <a:lnTo>
                  <a:pt x="61" y="56"/>
                </a:lnTo>
                <a:lnTo>
                  <a:pt x="55" y="57"/>
                </a:lnTo>
                <a:lnTo>
                  <a:pt x="54" y="50"/>
                </a:lnTo>
                <a:lnTo>
                  <a:pt x="60" y="49"/>
                </a:lnTo>
                <a:lnTo>
                  <a:pt x="66" y="48"/>
                </a:lnTo>
                <a:lnTo>
                  <a:pt x="65" y="48"/>
                </a:lnTo>
                <a:lnTo>
                  <a:pt x="60" y="43"/>
                </a:lnTo>
                <a:lnTo>
                  <a:pt x="55" y="39"/>
                </a:lnTo>
                <a:lnTo>
                  <a:pt x="50" y="34"/>
                </a:lnTo>
                <a:lnTo>
                  <a:pt x="46" y="30"/>
                </a:lnTo>
                <a:lnTo>
                  <a:pt x="40" y="25"/>
                </a:lnTo>
                <a:lnTo>
                  <a:pt x="35" y="21"/>
                </a:lnTo>
                <a:lnTo>
                  <a:pt x="31" y="16"/>
                </a:lnTo>
                <a:lnTo>
                  <a:pt x="26" y="11"/>
                </a:lnTo>
                <a:lnTo>
                  <a:pt x="21" y="7"/>
                </a:lnTo>
                <a:lnTo>
                  <a:pt x="20" y="6"/>
                </a:lnTo>
                <a:lnTo>
                  <a:pt x="19" y="9"/>
                </a:lnTo>
                <a:lnTo>
                  <a:pt x="17" y="16"/>
                </a:lnTo>
                <a:lnTo>
                  <a:pt x="15" y="23"/>
                </a:lnTo>
                <a:lnTo>
                  <a:pt x="14" y="29"/>
                </a:lnTo>
                <a:lnTo>
                  <a:pt x="12" y="35"/>
                </a:lnTo>
                <a:lnTo>
                  <a:pt x="10" y="41"/>
                </a:lnTo>
                <a:lnTo>
                  <a:pt x="8" y="48"/>
                </a:lnTo>
                <a:lnTo>
                  <a:pt x="6" y="54"/>
                </a:lnTo>
                <a:lnTo>
                  <a:pt x="5" y="59"/>
                </a:lnTo>
                <a:lnTo>
                  <a:pt x="8" y="58"/>
                </a:lnTo>
                <a:lnTo>
                  <a:pt x="15" y="57"/>
                </a:lnTo>
                <a:lnTo>
                  <a:pt x="15" y="59"/>
                </a:lnTo>
                <a:lnTo>
                  <a:pt x="15" y="57"/>
                </a:lnTo>
                <a:lnTo>
                  <a:pt x="21" y="56"/>
                </a:lnTo>
                <a:lnTo>
                  <a:pt x="27" y="55"/>
                </a:lnTo>
                <a:lnTo>
                  <a:pt x="28" y="58"/>
                </a:lnTo>
                <a:lnTo>
                  <a:pt x="27" y="55"/>
                </a:lnTo>
                <a:lnTo>
                  <a:pt x="34" y="54"/>
                </a:lnTo>
                <a:lnTo>
                  <a:pt x="40" y="53"/>
                </a:lnTo>
                <a:lnTo>
                  <a:pt x="48" y="52"/>
                </a:lnTo>
                <a:lnTo>
                  <a:pt x="49" y="58"/>
                </a:lnTo>
                <a:lnTo>
                  <a:pt x="41" y="59"/>
                </a:lnTo>
                <a:lnTo>
                  <a:pt x="35" y="60"/>
                </a:lnTo>
                <a:lnTo>
                  <a:pt x="28" y="61"/>
                </a:lnTo>
                <a:lnTo>
                  <a:pt x="22" y="62"/>
                </a:lnTo>
                <a:lnTo>
                  <a:pt x="22" y="61"/>
                </a:lnTo>
                <a:lnTo>
                  <a:pt x="22" y="62"/>
                </a:lnTo>
                <a:lnTo>
                  <a:pt x="16" y="64"/>
                </a:lnTo>
                <a:lnTo>
                  <a:pt x="9" y="65"/>
                </a:lnTo>
                <a:lnTo>
                  <a:pt x="7" y="65"/>
                </a:lnTo>
                <a:lnTo>
                  <a:pt x="0" y="63"/>
                </a:lnTo>
                <a:lnTo>
                  <a:pt x="19" y="0"/>
                </a:lnTo>
                <a:moveTo>
                  <a:pt x="55" y="57"/>
                </a:moveTo>
                <a:lnTo>
                  <a:pt x="49" y="58"/>
                </a:lnTo>
                <a:lnTo>
                  <a:pt x="48" y="52"/>
                </a:lnTo>
                <a:lnTo>
                  <a:pt x="54" y="50"/>
                </a:lnTo>
                <a:lnTo>
                  <a:pt x="55" y="57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4208760" y="3204360"/>
            <a:ext cx="2642400" cy="1641240"/>
          </a:xfrm>
          <a:custGeom>
            <a:avLst/>
            <a:gdLst/>
            <a:ahLst/>
            <a:rect l="0" t="0" r="r" b="b"/>
            <a:pathLst>
              <a:path fill="none" w="7340" h="4559">
                <a:moveTo>
                  <a:pt x="0" y="0"/>
                </a:moveTo>
                <a:lnTo>
                  <a:pt x="148" y="40"/>
                </a:lnTo>
                <a:cubicBezTo>
                  <a:pt x="295" y="80"/>
                  <a:pt x="591" y="159"/>
                  <a:pt x="1528" y="244"/>
                </a:cubicBezTo>
                <a:cubicBezTo>
                  <a:pt x="2465" y="329"/>
                  <a:pt x="4044" y="419"/>
                  <a:pt x="4834" y="509"/>
                </a:cubicBezTo>
                <a:cubicBezTo>
                  <a:pt x="5623" y="599"/>
                  <a:pt x="5623" y="689"/>
                  <a:pt x="5623" y="799"/>
                </a:cubicBezTo>
                <a:cubicBezTo>
                  <a:pt x="5623" y="909"/>
                  <a:pt x="5623" y="1040"/>
                  <a:pt x="5623" y="1170"/>
                </a:cubicBezTo>
                <a:cubicBezTo>
                  <a:pt x="5623" y="1301"/>
                  <a:pt x="5623" y="1431"/>
                  <a:pt x="5623" y="1541"/>
                </a:cubicBezTo>
                <a:cubicBezTo>
                  <a:pt x="5623" y="1651"/>
                  <a:pt x="5623" y="1741"/>
                  <a:pt x="5623" y="1863"/>
                </a:cubicBezTo>
                <a:cubicBezTo>
                  <a:pt x="5623" y="1984"/>
                  <a:pt x="5623" y="2137"/>
                  <a:pt x="5623" y="2279"/>
                </a:cubicBezTo>
                <a:cubicBezTo>
                  <a:pt x="5623" y="2420"/>
                  <a:pt x="5623" y="2552"/>
                  <a:pt x="5623" y="2662"/>
                </a:cubicBezTo>
                <a:cubicBezTo>
                  <a:pt x="5623" y="2772"/>
                  <a:pt x="5623" y="2862"/>
                  <a:pt x="5623" y="2983"/>
                </a:cubicBezTo>
                <a:cubicBezTo>
                  <a:pt x="5623" y="3105"/>
                  <a:pt x="5623" y="3258"/>
                  <a:pt x="5623" y="3399"/>
                </a:cubicBezTo>
                <a:cubicBezTo>
                  <a:pt x="5623" y="3541"/>
                  <a:pt x="5623" y="3671"/>
                  <a:pt x="5773" y="3782"/>
                </a:cubicBezTo>
                <a:cubicBezTo>
                  <a:pt x="5923" y="3892"/>
                  <a:pt x="6223" y="3982"/>
                  <a:pt x="6373" y="4072"/>
                </a:cubicBezTo>
                <a:cubicBezTo>
                  <a:pt x="6523" y="4162"/>
                  <a:pt x="6523" y="4252"/>
                  <a:pt x="6660" y="4333"/>
                </a:cubicBezTo>
                <a:cubicBezTo>
                  <a:pt x="6796" y="4414"/>
                  <a:pt x="7068" y="4487"/>
                  <a:pt x="7204" y="4523"/>
                </a:cubicBezTo>
                <a:lnTo>
                  <a:pt x="7340" y="4559"/>
                </a:lnTo>
              </a:path>
            </a:pathLst>
          </a:custGeom>
          <a:ln w="2880">
            <a:solidFill>
              <a:srgbClr val="0B0B0B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6836400" y="4831200"/>
            <a:ext cx="25920" cy="22680"/>
          </a:xfrm>
          <a:custGeom>
            <a:avLst/>
            <a:gdLst/>
            <a:ahLst/>
            <a:rect l="0" t="0" r="r" b="b"/>
            <a:pathLst>
              <a:path w="72" h="63">
                <a:moveTo>
                  <a:pt x="18" y="0"/>
                </a:moveTo>
                <a:lnTo>
                  <a:pt x="72" y="49"/>
                </a:lnTo>
                <a:lnTo>
                  <a:pt x="0" y="63"/>
                </a:lnTo>
                <a:lnTo>
                  <a:pt x="18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6836400" y="4831200"/>
            <a:ext cx="26280" cy="23400"/>
          </a:xfrm>
          <a:custGeom>
            <a:avLst/>
            <a:gdLst/>
            <a:ahLst/>
            <a:rect l="0" t="0" r="r" b="b"/>
            <a:pathLst>
              <a:path w="73" h="65">
                <a:moveTo>
                  <a:pt x="17" y="0"/>
                </a:moveTo>
                <a:lnTo>
                  <a:pt x="24" y="2"/>
                </a:lnTo>
                <a:lnTo>
                  <a:pt x="29" y="6"/>
                </a:lnTo>
                <a:lnTo>
                  <a:pt x="33" y="10"/>
                </a:lnTo>
                <a:lnTo>
                  <a:pt x="38" y="15"/>
                </a:lnTo>
                <a:lnTo>
                  <a:pt x="43" y="19"/>
                </a:lnTo>
                <a:lnTo>
                  <a:pt x="48" y="23"/>
                </a:lnTo>
                <a:lnTo>
                  <a:pt x="53" y="27"/>
                </a:lnTo>
                <a:lnTo>
                  <a:pt x="59" y="32"/>
                </a:lnTo>
                <a:lnTo>
                  <a:pt x="64" y="36"/>
                </a:lnTo>
                <a:lnTo>
                  <a:pt x="68" y="40"/>
                </a:lnTo>
                <a:lnTo>
                  <a:pt x="73" y="44"/>
                </a:lnTo>
                <a:lnTo>
                  <a:pt x="71" y="51"/>
                </a:lnTo>
                <a:lnTo>
                  <a:pt x="67" y="53"/>
                </a:lnTo>
                <a:lnTo>
                  <a:pt x="61" y="54"/>
                </a:lnTo>
                <a:lnTo>
                  <a:pt x="55" y="56"/>
                </a:lnTo>
                <a:lnTo>
                  <a:pt x="52" y="48"/>
                </a:lnTo>
                <a:lnTo>
                  <a:pt x="60" y="47"/>
                </a:lnTo>
                <a:lnTo>
                  <a:pt x="65" y="46"/>
                </a:lnTo>
                <a:lnTo>
                  <a:pt x="64" y="45"/>
                </a:lnTo>
                <a:lnTo>
                  <a:pt x="59" y="41"/>
                </a:lnTo>
                <a:lnTo>
                  <a:pt x="53" y="37"/>
                </a:lnTo>
                <a:lnTo>
                  <a:pt x="49" y="32"/>
                </a:lnTo>
                <a:lnTo>
                  <a:pt x="44" y="28"/>
                </a:lnTo>
                <a:lnTo>
                  <a:pt x="39" y="24"/>
                </a:lnTo>
                <a:lnTo>
                  <a:pt x="34" y="19"/>
                </a:lnTo>
                <a:lnTo>
                  <a:pt x="29" y="15"/>
                </a:lnTo>
                <a:lnTo>
                  <a:pt x="24" y="11"/>
                </a:lnTo>
                <a:lnTo>
                  <a:pt x="19" y="6"/>
                </a:lnTo>
                <a:lnTo>
                  <a:pt x="18" y="6"/>
                </a:lnTo>
                <a:lnTo>
                  <a:pt x="18" y="9"/>
                </a:lnTo>
                <a:lnTo>
                  <a:pt x="16" y="15"/>
                </a:lnTo>
                <a:lnTo>
                  <a:pt x="14" y="22"/>
                </a:lnTo>
                <a:lnTo>
                  <a:pt x="13" y="28"/>
                </a:lnTo>
                <a:lnTo>
                  <a:pt x="11" y="34"/>
                </a:lnTo>
                <a:lnTo>
                  <a:pt x="9" y="40"/>
                </a:lnTo>
                <a:lnTo>
                  <a:pt x="8" y="47"/>
                </a:lnTo>
                <a:lnTo>
                  <a:pt x="6" y="54"/>
                </a:lnTo>
                <a:lnTo>
                  <a:pt x="4" y="59"/>
                </a:lnTo>
                <a:lnTo>
                  <a:pt x="8" y="59"/>
                </a:lnTo>
                <a:lnTo>
                  <a:pt x="14" y="57"/>
                </a:lnTo>
                <a:lnTo>
                  <a:pt x="15" y="59"/>
                </a:lnTo>
                <a:lnTo>
                  <a:pt x="14" y="57"/>
                </a:lnTo>
                <a:lnTo>
                  <a:pt x="21" y="56"/>
                </a:lnTo>
                <a:lnTo>
                  <a:pt x="27" y="55"/>
                </a:lnTo>
                <a:lnTo>
                  <a:pt x="28" y="58"/>
                </a:lnTo>
                <a:lnTo>
                  <a:pt x="27" y="55"/>
                </a:lnTo>
                <a:lnTo>
                  <a:pt x="33" y="53"/>
                </a:lnTo>
                <a:lnTo>
                  <a:pt x="40" y="51"/>
                </a:lnTo>
                <a:lnTo>
                  <a:pt x="46" y="50"/>
                </a:lnTo>
                <a:lnTo>
                  <a:pt x="47" y="57"/>
                </a:lnTo>
                <a:lnTo>
                  <a:pt x="41" y="58"/>
                </a:lnTo>
                <a:lnTo>
                  <a:pt x="35" y="60"/>
                </a:lnTo>
                <a:lnTo>
                  <a:pt x="28" y="61"/>
                </a:lnTo>
                <a:lnTo>
                  <a:pt x="22" y="62"/>
                </a:lnTo>
                <a:lnTo>
                  <a:pt x="22" y="61"/>
                </a:lnTo>
                <a:lnTo>
                  <a:pt x="22" y="62"/>
                </a:lnTo>
                <a:lnTo>
                  <a:pt x="16" y="64"/>
                </a:lnTo>
                <a:lnTo>
                  <a:pt x="9" y="65"/>
                </a:lnTo>
                <a:lnTo>
                  <a:pt x="7" y="65"/>
                </a:lnTo>
                <a:lnTo>
                  <a:pt x="0" y="63"/>
                </a:lnTo>
                <a:lnTo>
                  <a:pt x="17" y="0"/>
                </a:lnTo>
                <a:moveTo>
                  <a:pt x="55" y="56"/>
                </a:moveTo>
                <a:lnTo>
                  <a:pt x="47" y="57"/>
                </a:lnTo>
                <a:lnTo>
                  <a:pt x="46" y="50"/>
                </a:lnTo>
                <a:lnTo>
                  <a:pt x="52" y="48"/>
                </a:lnTo>
                <a:lnTo>
                  <a:pt x="55" y="56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7083000" y="4975920"/>
            <a:ext cx="3240" cy="181440"/>
          </a:xfrm>
          <a:custGeom>
            <a:avLst/>
            <a:gdLst/>
            <a:ahLst/>
            <a:rect l="0" t="0" r="r" b="b"/>
            <a:pathLst>
              <a:path w="9" h="504">
                <a:moveTo>
                  <a:pt x="9" y="0"/>
                </a:moveTo>
                <a:lnTo>
                  <a:pt x="9" y="17"/>
                </a:lnTo>
                <a:lnTo>
                  <a:pt x="0" y="17"/>
                </a:lnTo>
                <a:lnTo>
                  <a:pt x="0" y="0"/>
                </a:lnTo>
                <a:lnTo>
                  <a:pt x="9" y="0"/>
                </a:lnTo>
                <a:moveTo>
                  <a:pt x="9" y="33"/>
                </a:moveTo>
                <a:lnTo>
                  <a:pt x="9" y="46"/>
                </a:lnTo>
                <a:lnTo>
                  <a:pt x="9" y="49"/>
                </a:lnTo>
                <a:lnTo>
                  <a:pt x="0" y="49"/>
                </a:lnTo>
                <a:lnTo>
                  <a:pt x="0" y="46"/>
                </a:lnTo>
                <a:lnTo>
                  <a:pt x="0" y="33"/>
                </a:lnTo>
                <a:lnTo>
                  <a:pt x="9" y="33"/>
                </a:lnTo>
                <a:moveTo>
                  <a:pt x="9" y="64"/>
                </a:moveTo>
                <a:lnTo>
                  <a:pt x="9" y="81"/>
                </a:lnTo>
                <a:lnTo>
                  <a:pt x="0" y="81"/>
                </a:lnTo>
                <a:lnTo>
                  <a:pt x="0" y="64"/>
                </a:lnTo>
                <a:lnTo>
                  <a:pt x="9" y="64"/>
                </a:lnTo>
                <a:moveTo>
                  <a:pt x="9" y="97"/>
                </a:moveTo>
                <a:lnTo>
                  <a:pt x="9" y="113"/>
                </a:lnTo>
                <a:lnTo>
                  <a:pt x="0" y="113"/>
                </a:lnTo>
                <a:lnTo>
                  <a:pt x="0" y="97"/>
                </a:lnTo>
                <a:lnTo>
                  <a:pt x="9" y="97"/>
                </a:lnTo>
                <a:moveTo>
                  <a:pt x="9" y="130"/>
                </a:moveTo>
                <a:lnTo>
                  <a:pt x="9" y="146"/>
                </a:lnTo>
                <a:lnTo>
                  <a:pt x="0" y="146"/>
                </a:lnTo>
                <a:lnTo>
                  <a:pt x="0" y="130"/>
                </a:lnTo>
                <a:lnTo>
                  <a:pt x="9" y="130"/>
                </a:lnTo>
                <a:moveTo>
                  <a:pt x="9" y="162"/>
                </a:moveTo>
                <a:lnTo>
                  <a:pt x="9" y="178"/>
                </a:lnTo>
                <a:lnTo>
                  <a:pt x="0" y="178"/>
                </a:lnTo>
                <a:lnTo>
                  <a:pt x="0" y="162"/>
                </a:lnTo>
                <a:lnTo>
                  <a:pt x="9" y="162"/>
                </a:lnTo>
                <a:moveTo>
                  <a:pt x="9" y="194"/>
                </a:moveTo>
                <a:lnTo>
                  <a:pt x="9" y="210"/>
                </a:lnTo>
                <a:lnTo>
                  <a:pt x="0" y="210"/>
                </a:lnTo>
                <a:lnTo>
                  <a:pt x="0" y="194"/>
                </a:lnTo>
                <a:lnTo>
                  <a:pt x="9" y="194"/>
                </a:lnTo>
                <a:moveTo>
                  <a:pt x="9" y="227"/>
                </a:moveTo>
                <a:lnTo>
                  <a:pt x="9" y="237"/>
                </a:lnTo>
                <a:lnTo>
                  <a:pt x="9" y="244"/>
                </a:lnTo>
                <a:lnTo>
                  <a:pt x="0" y="244"/>
                </a:lnTo>
                <a:lnTo>
                  <a:pt x="0" y="237"/>
                </a:lnTo>
                <a:lnTo>
                  <a:pt x="0" y="227"/>
                </a:lnTo>
                <a:lnTo>
                  <a:pt x="9" y="227"/>
                </a:lnTo>
                <a:moveTo>
                  <a:pt x="9" y="260"/>
                </a:moveTo>
                <a:lnTo>
                  <a:pt x="9" y="265"/>
                </a:lnTo>
                <a:lnTo>
                  <a:pt x="9" y="277"/>
                </a:lnTo>
                <a:lnTo>
                  <a:pt x="0" y="277"/>
                </a:lnTo>
                <a:lnTo>
                  <a:pt x="0" y="265"/>
                </a:lnTo>
                <a:lnTo>
                  <a:pt x="0" y="260"/>
                </a:lnTo>
                <a:lnTo>
                  <a:pt x="9" y="260"/>
                </a:lnTo>
                <a:moveTo>
                  <a:pt x="9" y="293"/>
                </a:moveTo>
                <a:lnTo>
                  <a:pt x="9" y="309"/>
                </a:lnTo>
                <a:lnTo>
                  <a:pt x="0" y="309"/>
                </a:lnTo>
                <a:lnTo>
                  <a:pt x="0" y="293"/>
                </a:lnTo>
                <a:lnTo>
                  <a:pt x="9" y="293"/>
                </a:lnTo>
                <a:moveTo>
                  <a:pt x="9" y="325"/>
                </a:moveTo>
                <a:lnTo>
                  <a:pt x="9" y="342"/>
                </a:lnTo>
                <a:lnTo>
                  <a:pt x="0" y="342"/>
                </a:lnTo>
                <a:lnTo>
                  <a:pt x="0" y="325"/>
                </a:lnTo>
                <a:lnTo>
                  <a:pt x="9" y="325"/>
                </a:lnTo>
                <a:moveTo>
                  <a:pt x="9" y="359"/>
                </a:moveTo>
                <a:lnTo>
                  <a:pt x="9" y="374"/>
                </a:lnTo>
                <a:lnTo>
                  <a:pt x="0" y="374"/>
                </a:lnTo>
                <a:lnTo>
                  <a:pt x="0" y="359"/>
                </a:lnTo>
                <a:lnTo>
                  <a:pt x="9" y="359"/>
                </a:lnTo>
                <a:moveTo>
                  <a:pt x="9" y="391"/>
                </a:moveTo>
                <a:lnTo>
                  <a:pt x="9" y="408"/>
                </a:lnTo>
                <a:lnTo>
                  <a:pt x="0" y="408"/>
                </a:lnTo>
                <a:lnTo>
                  <a:pt x="0" y="391"/>
                </a:lnTo>
                <a:lnTo>
                  <a:pt x="9" y="391"/>
                </a:lnTo>
                <a:moveTo>
                  <a:pt x="9" y="423"/>
                </a:moveTo>
                <a:lnTo>
                  <a:pt x="9" y="440"/>
                </a:lnTo>
                <a:lnTo>
                  <a:pt x="0" y="440"/>
                </a:lnTo>
                <a:lnTo>
                  <a:pt x="0" y="423"/>
                </a:lnTo>
                <a:lnTo>
                  <a:pt x="9" y="423"/>
                </a:lnTo>
                <a:moveTo>
                  <a:pt x="9" y="457"/>
                </a:moveTo>
                <a:lnTo>
                  <a:pt x="9" y="468"/>
                </a:lnTo>
                <a:lnTo>
                  <a:pt x="9" y="471"/>
                </a:lnTo>
                <a:lnTo>
                  <a:pt x="0" y="471"/>
                </a:lnTo>
                <a:lnTo>
                  <a:pt x="0" y="468"/>
                </a:lnTo>
                <a:lnTo>
                  <a:pt x="0" y="457"/>
                </a:lnTo>
                <a:lnTo>
                  <a:pt x="9" y="457"/>
                </a:lnTo>
                <a:moveTo>
                  <a:pt x="9" y="488"/>
                </a:moveTo>
                <a:lnTo>
                  <a:pt x="9" y="504"/>
                </a:lnTo>
                <a:lnTo>
                  <a:pt x="0" y="504"/>
                </a:lnTo>
                <a:lnTo>
                  <a:pt x="0" y="488"/>
                </a:lnTo>
                <a:lnTo>
                  <a:pt x="9" y="488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7072920" y="514656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6" y="0"/>
                </a:moveTo>
                <a:lnTo>
                  <a:pt x="32" y="66"/>
                </a:lnTo>
                <a:lnTo>
                  <a:pt x="0" y="0"/>
                </a:lnTo>
                <a:lnTo>
                  <a:pt x="66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7072920" y="5146560"/>
            <a:ext cx="23760" cy="23760"/>
          </a:xfrm>
          <a:custGeom>
            <a:avLst/>
            <a:gdLst/>
            <a:ahLst/>
            <a:rect l="0" t="0" r="r" b="b"/>
            <a:pathLst>
              <a:path w="66" h="66">
                <a:moveTo>
                  <a:pt x="63" y="14"/>
                </a:moveTo>
                <a:lnTo>
                  <a:pt x="60" y="20"/>
                </a:lnTo>
                <a:lnTo>
                  <a:pt x="57" y="26"/>
                </a:lnTo>
                <a:lnTo>
                  <a:pt x="54" y="32"/>
                </a:lnTo>
                <a:lnTo>
                  <a:pt x="51" y="38"/>
                </a:lnTo>
                <a:lnTo>
                  <a:pt x="48" y="43"/>
                </a:lnTo>
                <a:lnTo>
                  <a:pt x="45" y="49"/>
                </a:lnTo>
                <a:lnTo>
                  <a:pt x="43" y="55"/>
                </a:lnTo>
                <a:lnTo>
                  <a:pt x="40" y="61"/>
                </a:lnTo>
                <a:lnTo>
                  <a:pt x="37" y="66"/>
                </a:lnTo>
                <a:lnTo>
                  <a:pt x="29" y="66"/>
                </a:lnTo>
                <a:lnTo>
                  <a:pt x="27" y="63"/>
                </a:lnTo>
                <a:lnTo>
                  <a:pt x="24" y="57"/>
                </a:lnTo>
                <a:lnTo>
                  <a:pt x="21" y="51"/>
                </a:lnTo>
                <a:lnTo>
                  <a:pt x="27" y="48"/>
                </a:lnTo>
                <a:lnTo>
                  <a:pt x="30" y="54"/>
                </a:lnTo>
                <a:lnTo>
                  <a:pt x="32" y="59"/>
                </a:lnTo>
                <a:lnTo>
                  <a:pt x="34" y="58"/>
                </a:lnTo>
                <a:lnTo>
                  <a:pt x="37" y="52"/>
                </a:lnTo>
                <a:lnTo>
                  <a:pt x="40" y="46"/>
                </a:lnTo>
                <a:lnTo>
                  <a:pt x="43" y="41"/>
                </a:lnTo>
                <a:lnTo>
                  <a:pt x="45" y="35"/>
                </a:lnTo>
                <a:lnTo>
                  <a:pt x="48" y="29"/>
                </a:lnTo>
                <a:lnTo>
                  <a:pt x="51" y="23"/>
                </a:lnTo>
                <a:lnTo>
                  <a:pt x="54" y="17"/>
                </a:lnTo>
                <a:lnTo>
                  <a:pt x="57" y="12"/>
                </a:lnTo>
                <a:lnTo>
                  <a:pt x="60" y="5"/>
                </a:lnTo>
                <a:lnTo>
                  <a:pt x="61" y="4"/>
                </a:lnTo>
                <a:lnTo>
                  <a:pt x="57" y="4"/>
                </a:lnTo>
                <a:lnTo>
                  <a:pt x="50" y="4"/>
                </a:lnTo>
                <a:lnTo>
                  <a:pt x="44" y="4"/>
                </a:lnTo>
                <a:lnTo>
                  <a:pt x="38" y="4"/>
                </a:lnTo>
                <a:lnTo>
                  <a:pt x="30" y="4"/>
                </a:lnTo>
                <a:lnTo>
                  <a:pt x="24" y="4"/>
                </a:lnTo>
                <a:lnTo>
                  <a:pt x="17" y="4"/>
                </a:lnTo>
                <a:lnTo>
                  <a:pt x="11" y="4"/>
                </a:lnTo>
                <a:lnTo>
                  <a:pt x="5" y="4"/>
                </a:lnTo>
                <a:lnTo>
                  <a:pt x="7" y="7"/>
                </a:lnTo>
                <a:lnTo>
                  <a:pt x="10" y="14"/>
                </a:lnTo>
                <a:lnTo>
                  <a:pt x="8" y="14"/>
                </a:lnTo>
                <a:lnTo>
                  <a:pt x="10" y="14"/>
                </a:lnTo>
                <a:lnTo>
                  <a:pt x="13" y="19"/>
                </a:lnTo>
                <a:lnTo>
                  <a:pt x="15" y="25"/>
                </a:lnTo>
                <a:lnTo>
                  <a:pt x="13" y="27"/>
                </a:lnTo>
                <a:lnTo>
                  <a:pt x="15" y="25"/>
                </a:lnTo>
                <a:lnTo>
                  <a:pt x="18" y="31"/>
                </a:lnTo>
                <a:lnTo>
                  <a:pt x="21" y="37"/>
                </a:lnTo>
                <a:lnTo>
                  <a:pt x="24" y="43"/>
                </a:lnTo>
                <a:lnTo>
                  <a:pt x="18" y="46"/>
                </a:lnTo>
                <a:lnTo>
                  <a:pt x="15" y="40"/>
                </a:lnTo>
                <a:lnTo>
                  <a:pt x="13" y="34"/>
                </a:lnTo>
                <a:lnTo>
                  <a:pt x="10" y="28"/>
                </a:lnTo>
                <a:lnTo>
                  <a:pt x="7" y="22"/>
                </a:lnTo>
                <a:lnTo>
                  <a:pt x="8" y="22"/>
                </a:lnTo>
                <a:lnTo>
                  <a:pt x="7" y="22"/>
                </a:lnTo>
                <a:lnTo>
                  <a:pt x="4" y="17"/>
                </a:lnTo>
                <a:lnTo>
                  <a:pt x="1" y="11"/>
                </a:lnTo>
                <a:lnTo>
                  <a:pt x="0" y="9"/>
                </a:lnTo>
                <a:lnTo>
                  <a:pt x="0" y="0"/>
                </a:lnTo>
                <a:lnTo>
                  <a:pt x="66" y="0"/>
                </a:lnTo>
                <a:lnTo>
                  <a:pt x="66" y="9"/>
                </a:lnTo>
                <a:lnTo>
                  <a:pt x="63" y="14"/>
                </a:lnTo>
                <a:moveTo>
                  <a:pt x="21" y="51"/>
                </a:moveTo>
                <a:lnTo>
                  <a:pt x="18" y="46"/>
                </a:lnTo>
                <a:lnTo>
                  <a:pt x="24" y="43"/>
                </a:lnTo>
                <a:lnTo>
                  <a:pt x="27" y="48"/>
                </a:lnTo>
                <a:lnTo>
                  <a:pt x="21" y="5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5445000" y="189720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445000" y="189720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5541480" y="921600"/>
            <a:ext cx="1533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UI Module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4204800" y="2300040"/>
            <a:ext cx="309960" cy="41400"/>
          </a:xfrm>
          <a:custGeom>
            <a:avLst/>
            <a:gdLst/>
            <a:ahLst/>
            <a:rect l="0" t="0" r="r" b="b"/>
            <a:pathLst>
              <a:path w="861" h="115">
                <a:moveTo>
                  <a:pt x="0" y="0"/>
                </a:moveTo>
                <a:lnTo>
                  <a:pt x="861" y="0"/>
                </a:lnTo>
                <a:lnTo>
                  <a:pt x="861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4204800" y="2300040"/>
            <a:ext cx="309960" cy="41400"/>
          </a:xfrm>
          <a:custGeom>
            <a:avLst/>
            <a:gdLst/>
            <a:ahLst/>
            <a:rect l="0" t="0" r="r" b="b"/>
            <a:pathLst>
              <a:path w="861" h="115">
                <a:moveTo>
                  <a:pt x="0" y="0"/>
                </a:moveTo>
                <a:lnTo>
                  <a:pt x="861" y="0"/>
                </a:lnTo>
                <a:lnTo>
                  <a:pt x="861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5445360" y="1900440"/>
            <a:ext cx="2970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1. Spec Interactions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4621320" y="2630160"/>
            <a:ext cx="231120" cy="41400"/>
          </a:xfrm>
          <a:custGeom>
            <a:avLst/>
            <a:gdLst/>
            <a:ahLst/>
            <a:rect l="0" t="0" r="r" b="b"/>
            <a:pathLst>
              <a:path w="642" h="115">
                <a:moveTo>
                  <a:pt x="0" y="0"/>
                </a:moveTo>
                <a:lnTo>
                  <a:pt x="642" y="0"/>
                </a:lnTo>
                <a:lnTo>
                  <a:pt x="642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4621320" y="2630160"/>
            <a:ext cx="231120" cy="41400"/>
          </a:xfrm>
          <a:custGeom>
            <a:avLst/>
            <a:gdLst/>
            <a:ahLst/>
            <a:rect l="0" t="0" r="r" b="b"/>
            <a:pathLst>
              <a:path w="642" h="115">
                <a:moveTo>
                  <a:pt x="0" y="0"/>
                </a:moveTo>
                <a:lnTo>
                  <a:pt x="642" y="0"/>
                </a:lnTo>
                <a:lnTo>
                  <a:pt x="642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4204800" y="2303280"/>
            <a:ext cx="2635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2. Generate Spec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3822480" y="2630160"/>
            <a:ext cx="365400" cy="41400"/>
          </a:xfrm>
          <a:custGeom>
            <a:avLst/>
            <a:gdLst/>
            <a:ahLst/>
            <a:rect l="0" t="0" r="r" b="b"/>
            <a:pathLst>
              <a:path w="1015" h="115">
                <a:moveTo>
                  <a:pt x="0" y="0"/>
                </a:moveTo>
                <a:lnTo>
                  <a:pt x="1015" y="0"/>
                </a:lnTo>
                <a:lnTo>
                  <a:pt x="1015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3822480" y="2630160"/>
            <a:ext cx="365400" cy="41400"/>
          </a:xfrm>
          <a:custGeom>
            <a:avLst/>
            <a:gdLst/>
            <a:ahLst/>
            <a:rect l="0" t="0" r="r" b="b"/>
            <a:pathLst>
              <a:path w="1015" h="115">
                <a:moveTo>
                  <a:pt x="0" y="0"/>
                </a:moveTo>
                <a:lnTo>
                  <a:pt x="1015" y="0"/>
                </a:lnTo>
                <a:lnTo>
                  <a:pt x="1015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621680" y="2633400"/>
            <a:ext cx="2037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Batch Update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754800" y="2960280"/>
            <a:ext cx="502920" cy="41400"/>
          </a:xfrm>
          <a:custGeom>
            <a:avLst/>
            <a:gdLst/>
            <a:ahLst/>
            <a:rect l="0" t="0" r="r" b="b"/>
            <a:pathLst>
              <a:path w="1397" h="115">
                <a:moveTo>
                  <a:pt x="0" y="0"/>
                </a:moveTo>
                <a:lnTo>
                  <a:pt x="1397" y="0"/>
                </a:lnTo>
                <a:lnTo>
                  <a:pt x="1397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754800" y="2960280"/>
            <a:ext cx="502920" cy="41400"/>
          </a:xfrm>
          <a:custGeom>
            <a:avLst/>
            <a:gdLst/>
            <a:ahLst/>
            <a:rect l="0" t="0" r="r" b="b"/>
            <a:pathLst>
              <a:path w="1397" h="115">
                <a:moveTo>
                  <a:pt x="0" y="0"/>
                </a:moveTo>
                <a:lnTo>
                  <a:pt x="1397" y="0"/>
                </a:lnTo>
                <a:lnTo>
                  <a:pt x="1397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3822480" y="2633400"/>
            <a:ext cx="2898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3. Pass to Planning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944760" y="336348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6944760" y="336348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3755160" y="2963520"/>
            <a:ext cx="403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4. Provide Executable Plan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6983280" y="3839400"/>
            <a:ext cx="309960" cy="41400"/>
          </a:xfrm>
          <a:custGeom>
            <a:avLst/>
            <a:gdLst/>
            <a:ahLst/>
            <a:rect l="0" t="0" r="r" b="b"/>
            <a:pathLst>
              <a:path w="861" h="115">
                <a:moveTo>
                  <a:pt x="0" y="0"/>
                </a:moveTo>
                <a:lnTo>
                  <a:pt x="861" y="0"/>
                </a:lnTo>
                <a:lnTo>
                  <a:pt x="861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983280" y="3839400"/>
            <a:ext cx="309960" cy="41400"/>
          </a:xfrm>
          <a:custGeom>
            <a:avLst/>
            <a:gdLst/>
            <a:ahLst/>
            <a:rect l="0" t="0" r="r" b="b"/>
            <a:pathLst>
              <a:path w="861" h="115">
                <a:moveTo>
                  <a:pt x="0" y="0"/>
                </a:moveTo>
                <a:lnTo>
                  <a:pt x="861" y="0"/>
                </a:lnTo>
                <a:lnTo>
                  <a:pt x="861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6945120" y="3366720"/>
            <a:ext cx="3157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5. Request Hydration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973560" y="4242600"/>
            <a:ext cx="327600" cy="41400"/>
          </a:xfrm>
          <a:custGeom>
            <a:avLst/>
            <a:gdLst/>
            <a:ahLst/>
            <a:rect l="0" t="0" r="r" b="b"/>
            <a:pathLst>
              <a:path w="910" h="115">
                <a:moveTo>
                  <a:pt x="0" y="0"/>
                </a:moveTo>
                <a:lnTo>
                  <a:pt x="910" y="0"/>
                </a:lnTo>
                <a:lnTo>
                  <a:pt x="910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973560" y="4242600"/>
            <a:ext cx="327600" cy="41400"/>
          </a:xfrm>
          <a:custGeom>
            <a:avLst/>
            <a:gdLst/>
            <a:ahLst/>
            <a:rect l="0" t="0" r="r" b="b"/>
            <a:pathLst>
              <a:path w="910" h="115">
                <a:moveTo>
                  <a:pt x="0" y="0"/>
                </a:moveTo>
                <a:lnTo>
                  <a:pt x="910" y="0"/>
                </a:lnTo>
                <a:lnTo>
                  <a:pt x="910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6983640" y="3842640"/>
            <a:ext cx="2278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6. Collect Parts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061680" y="464580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6061680" y="464580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973920" y="4245840"/>
            <a:ext cx="2390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7. Trim to Limits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6964200" y="4645800"/>
            <a:ext cx="347760" cy="41040"/>
          </a:xfrm>
          <a:custGeom>
            <a:avLst/>
            <a:gdLst/>
            <a:ahLst/>
            <a:rect l="0" t="0" r="r" b="b"/>
            <a:pathLst>
              <a:path w="966" h="114">
                <a:moveTo>
                  <a:pt x="0" y="0"/>
                </a:moveTo>
                <a:lnTo>
                  <a:pt x="966" y="0"/>
                </a:lnTo>
                <a:lnTo>
                  <a:pt x="966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964200" y="4645800"/>
            <a:ext cx="347760" cy="41040"/>
          </a:xfrm>
          <a:custGeom>
            <a:avLst/>
            <a:gdLst/>
            <a:ahLst/>
            <a:rect l="0" t="0" r="r" b="b"/>
            <a:pathLst>
              <a:path w="966" h="114">
                <a:moveTo>
                  <a:pt x="0" y="0"/>
                </a:moveTo>
                <a:lnTo>
                  <a:pt x="966" y="0"/>
                </a:lnTo>
                <a:lnTo>
                  <a:pt x="966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6062040" y="4649040"/>
            <a:ext cx="3268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Query Repo Structure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597360" y="3839400"/>
            <a:ext cx="327240" cy="41400"/>
          </a:xfrm>
          <a:custGeom>
            <a:avLst/>
            <a:gdLst/>
            <a:ahLst/>
            <a:rect l="0" t="0" r="r" b="b"/>
            <a:pathLst>
              <a:path w="909" h="115">
                <a:moveTo>
                  <a:pt x="0" y="0"/>
                </a:moveTo>
                <a:lnTo>
                  <a:pt x="909" y="0"/>
                </a:lnTo>
                <a:lnTo>
                  <a:pt x="909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6597360" y="3839400"/>
            <a:ext cx="327240" cy="41400"/>
          </a:xfrm>
          <a:custGeom>
            <a:avLst/>
            <a:gdLst/>
            <a:ahLst/>
            <a:rect l="0" t="0" r="r" b="b"/>
            <a:pathLst>
              <a:path w="909" h="115">
                <a:moveTo>
                  <a:pt x="0" y="0"/>
                </a:moveTo>
                <a:lnTo>
                  <a:pt x="909" y="0"/>
                </a:lnTo>
                <a:lnTo>
                  <a:pt x="909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6964200" y="4649040"/>
            <a:ext cx="2800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Query Fact History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500920" y="3363480"/>
            <a:ext cx="231120" cy="41040"/>
          </a:xfrm>
          <a:custGeom>
            <a:avLst/>
            <a:gdLst/>
            <a:ahLst/>
            <a:rect l="0" t="0" r="r" b="b"/>
            <a:pathLst>
              <a:path w="642" h="114">
                <a:moveTo>
                  <a:pt x="0" y="0"/>
                </a:moveTo>
                <a:lnTo>
                  <a:pt x="642" y="0"/>
                </a:lnTo>
                <a:lnTo>
                  <a:pt x="64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500920" y="3363480"/>
            <a:ext cx="231120" cy="41040"/>
          </a:xfrm>
          <a:custGeom>
            <a:avLst/>
            <a:gdLst/>
            <a:ahLst/>
            <a:rect l="0" t="0" r="r" b="b"/>
            <a:pathLst>
              <a:path w="642" h="114">
                <a:moveTo>
                  <a:pt x="0" y="0"/>
                </a:moveTo>
                <a:lnTo>
                  <a:pt x="642" y="0"/>
                </a:lnTo>
                <a:lnTo>
                  <a:pt x="64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6597360" y="3842640"/>
            <a:ext cx="2635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8. Return Context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076120" y="3363480"/>
            <a:ext cx="365400" cy="41040"/>
          </a:xfrm>
          <a:custGeom>
            <a:avLst/>
            <a:gdLst/>
            <a:ahLst/>
            <a:rect l="0" t="0" r="r" b="b"/>
            <a:pathLst>
              <a:path w="1015" h="114">
                <a:moveTo>
                  <a:pt x="0" y="0"/>
                </a:moveTo>
                <a:lnTo>
                  <a:pt x="1015" y="0"/>
                </a:lnTo>
                <a:lnTo>
                  <a:pt x="1015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076120" y="3363480"/>
            <a:ext cx="365400" cy="41040"/>
          </a:xfrm>
          <a:custGeom>
            <a:avLst/>
            <a:gdLst/>
            <a:ahLst/>
            <a:rect l="0" t="0" r="r" b="b"/>
            <a:pathLst>
              <a:path w="1015" h="114">
                <a:moveTo>
                  <a:pt x="0" y="0"/>
                </a:moveTo>
                <a:lnTo>
                  <a:pt x="1015" y="0"/>
                </a:lnTo>
                <a:lnTo>
                  <a:pt x="1015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2500920" y="3366720"/>
            <a:ext cx="1778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9. Inference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553560" y="3363480"/>
            <a:ext cx="348120" cy="41040"/>
          </a:xfrm>
          <a:custGeom>
            <a:avLst/>
            <a:gdLst/>
            <a:ahLst/>
            <a:rect l="0" t="0" r="r" b="b"/>
            <a:pathLst>
              <a:path w="967" h="114">
                <a:moveTo>
                  <a:pt x="0" y="0"/>
                </a:moveTo>
                <a:lnTo>
                  <a:pt x="967" y="0"/>
                </a:lnTo>
                <a:lnTo>
                  <a:pt x="967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3553560" y="3363480"/>
            <a:ext cx="348120" cy="41040"/>
          </a:xfrm>
          <a:custGeom>
            <a:avLst/>
            <a:gdLst/>
            <a:ahLst/>
            <a:rect l="0" t="0" r="r" b="b"/>
            <a:pathLst>
              <a:path w="967" h="114">
                <a:moveTo>
                  <a:pt x="0" y="0"/>
                </a:moveTo>
                <a:lnTo>
                  <a:pt x="967" y="0"/>
                </a:lnTo>
                <a:lnTo>
                  <a:pt x="967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2076120" y="3366720"/>
            <a:ext cx="2876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10. Action Decision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3737160" y="3839400"/>
            <a:ext cx="423720" cy="41400"/>
          </a:xfrm>
          <a:custGeom>
            <a:avLst/>
            <a:gdLst/>
            <a:ahLst/>
            <a:rect l="0" t="0" r="r" b="b"/>
            <a:pathLst>
              <a:path w="1177" h="115">
                <a:moveTo>
                  <a:pt x="0" y="0"/>
                </a:moveTo>
                <a:lnTo>
                  <a:pt x="1177" y="0"/>
                </a:lnTo>
                <a:lnTo>
                  <a:pt x="1177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3737160" y="3839400"/>
            <a:ext cx="423720" cy="41400"/>
          </a:xfrm>
          <a:custGeom>
            <a:avLst/>
            <a:gdLst/>
            <a:ahLst/>
            <a:rect l="0" t="0" r="r" b="b"/>
            <a:pathLst>
              <a:path w="1177" h="115">
                <a:moveTo>
                  <a:pt x="0" y="0"/>
                </a:moveTo>
                <a:lnTo>
                  <a:pt x="1177" y="0"/>
                </a:lnTo>
                <a:lnTo>
                  <a:pt x="1177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553920" y="3366720"/>
            <a:ext cx="2840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11. Propose Action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3331800" y="3839400"/>
            <a:ext cx="347760" cy="41400"/>
          </a:xfrm>
          <a:custGeom>
            <a:avLst/>
            <a:gdLst/>
            <a:ahLst/>
            <a:rect l="0" t="0" r="r" b="b"/>
            <a:pathLst>
              <a:path w="966" h="115">
                <a:moveTo>
                  <a:pt x="0" y="0"/>
                </a:moveTo>
                <a:lnTo>
                  <a:pt x="966" y="0"/>
                </a:lnTo>
                <a:lnTo>
                  <a:pt x="966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3331800" y="3839400"/>
            <a:ext cx="347760" cy="41400"/>
          </a:xfrm>
          <a:custGeom>
            <a:avLst/>
            <a:gdLst/>
            <a:ahLst/>
            <a:rect l="0" t="0" r="r" b="b"/>
            <a:pathLst>
              <a:path w="966" h="115">
                <a:moveTo>
                  <a:pt x="0" y="0"/>
                </a:moveTo>
                <a:lnTo>
                  <a:pt x="966" y="0"/>
                </a:lnTo>
                <a:lnTo>
                  <a:pt x="966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3737160" y="3842640"/>
            <a:ext cx="3398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12. Human Verification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985840" y="3601440"/>
            <a:ext cx="309960" cy="41400"/>
          </a:xfrm>
          <a:custGeom>
            <a:avLst/>
            <a:gdLst/>
            <a:ahLst/>
            <a:rect l="0" t="0" r="r" b="b"/>
            <a:pathLst>
              <a:path w="861" h="115">
                <a:moveTo>
                  <a:pt x="0" y="0"/>
                </a:moveTo>
                <a:lnTo>
                  <a:pt x="861" y="0"/>
                </a:lnTo>
                <a:lnTo>
                  <a:pt x="861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985840" y="3601440"/>
            <a:ext cx="309960" cy="41400"/>
          </a:xfrm>
          <a:custGeom>
            <a:avLst/>
            <a:gdLst/>
            <a:ahLst/>
            <a:rect l="0" t="0" r="r" b="b"/>
            <a:pathLst>
              <a:path w="861" h="115">
                <a:moveTo>
                  <a:pt x="0" y="0"/>
                </a:moveTo>
                <a:lnTo>
                  <a:pt x="861" y="0"/>
                </a:lnTo>
                <a:lnTo>
                  <a:pt x="861" y="115"/>
                </a:lnTo>
                <a:lnTo>
                  <a:pt x="0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3331800" y="3842640"/>
            <a:ext cx="2746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13. Route to Tools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4314960" y="4004640"/>
            <a:ext cx="309960" cy="41040"/>
          </a:xfrm>
          <a:custGeom>
            <a:avLst/>
            <a:gdLst/>
            <a:ahLst/>
            <a:rect l="0" t="0" r="r" b="b"/>
            <a:pathLst>
              <a:path w="861" h="114">
                <a:moveTo>
                  <a:pt x="0" y="0"/>
                </a:moveTo>
                <a:lnTo>
                  <a:pt x="861" y="0"/>
                </a:lnTo>
                <a:lnTo>
                  <a:pt x="861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4314960" y="4004640"/>
            <a:ext cx="309960" cy="41040"/>
          </a:xfrm>
          <a:custGeom>
            <a:avLst/>
            <a:gdLst/>
            <a:ahLst/>
            <a:rect l="0" t="0" r="r" b="b"/>
            <a:pathLst>
              <a:path w="861" h="114">
                <a:moveTo>
                  <a:pt x="0" y="0"/>
                </a:moveTo>
                <a:lnTo>
                  <a:pt x="861" y="0"/>
                </a:lnTo>
                <a:lnTo>
                  <a:pt x="861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985840" y="3604680"/>
            <a:ext cx="2354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14. Yield Result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078960" y="4004640"/>
            <a:ext cx="309960" cy="41040"/>
          </a:xfrm>
          <a:custGeom>
            <a:avLst/>
            <a:gdLst/>
            <a:ahLst/>
            <a:rect l="0" t="0" r="r" b="b"/>
            <a:pathLst>
              <a:path w="861" h="114">
                <a:moveTo>
                  <a:pt x="0" y="0"/>
                </a:moveTo>
                <a:lnTo>
                  <a:pt x="861" y="0"/>
                </a:lnTo>
                <a:lnTo>
                  <a:pt x="861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6078960" y="4004640"/>
            <a:ext cx="309960" cy="41040"/>
          </a:xfrm>
          <a:custGeom>
            <a:avLst/>
            <a:gdLst/>
            <a:ahLst/>
            <a:rect l="0" t="0" r="r" b="b"/>
            <a:pathLst>
              <a:path w="861" h="114">
                <a:moveTo>
                  <a:pt x="0" y="0"/>
                </a:moveTo>
                <a:lnTo>
                  <a:pt x="861" y="0"/>
                </a:lnTo>
                <a:lnTo>
                  <a:pt x="861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4314960" y="4007880"/>
            <a:ext cx="2559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15. Update Facts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891840" y="504900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6891840" y="5049000"/>
            <a:ext cx="385920" cy="41040"/>
          </a:xfrm>
          <a:custGeom>
            <a:avLst/>
            <a:gdLst/>
            <a:ahLst/>
            <a:rect l="0" t="0" r="r" b="b"/>
            <a:pathLst>
              <a:path w="1072" h="114">
                <a:moveTo>
                  <a:pt x="0" y="0"/>
                </a:moveTo>
                <a:lnTo>
                  <a:pt x="1072" y="0"/>
                </a:lnTo>
                <a:lnTo>
                  <a:pt x="1072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solidFill>
            <a:srgbClr val="F4D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6079320" y="4007880"/>
            <a:ext cx="2559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15. Update Facts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873600" y="1230480"/>
            <a:ext cx="1260360" cy="354960"/>
          </a:xfrm>
          <a:custGeom>
            <a:avLst/>
            <a:gdLst/>
            <a:ahLst/>
            <a:rect l="0" t="0" r="r" b="b"/>
            <a:pathLst>
              <a:path w="3501" h="986">
                <a:moveTo>
                  <a:pt x="0" y="0"/>
                </a:moveTo>
                <a:lnTo>
                  <a:pt x="3501" y="0"/>
                </a:lnTo>
                <a:lnTo>
                  <a:pt x="3501" y="986"/>
                </a:lnTo>
                <a:lnTo>
                  <a:pt x="0" y="986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3873600" y="1230480"/>
            <a:ext cx="1260360" cy="354960"/>
          </a:xfrm>
          <a:custGeom>
            <a:avLst/>
            <a:gdLst/>
            <a:ahLst/>
            <a:rect l="0" t="0" r="r" b="b"/>
            <a:pathLst>
              <a:path w="3501" h="986">
                <a:moveTo>
                  <a:pt x="0" y="0"/>
                </a:moveTo>
                <a:lnTo>
                  <a:pt x="3501" y="0"/>
                </a:lnTo>
                <a:lnTo>
                  <a:pt x="3501" y="986"/>
                </a:lnTo>
                <a:lnTo>
                  <a:pt x="0" y="986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891840" y="5052240"/>
            <a:ext cx="3139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333333"/>
                </a:solidFill>
                <a:effectLst/>
                <a:uFillTx/>
                <a:latin typeface="JetBrainsMono"/>
                <a:ea typeface="JetBrainsMono"/>
              </a:rPr>
              <a:t>Offload Cold Storage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3975840" y="1339920"/>
            <a:ext cx="406800" cy="136080"/>
          </a:xfrm>
          <a:custGeom>
            <a:avLst/>
            <a:gdLst/>
            <a:ahLst/>
            <a:rect l="0" t="0" r="r" b="b"/>
            <a:pathLst>
              <a:path w="1130" h="378">
                <a:moveTo>
                  <a:pt x="40" y="0"/>
                </a:moveTo>
                <a:lnTo>
                  <a:pt x="1090" y="0"/>
                </a:lnTo>
                <a:cubicBezTo>
                  <a:pt x="1095" y="0"/>
                  <a:pt x="1100" y="1"/>
                  <a:pt x="1105" y="3"/>
                </a:cubicBezTo>
                <a:cubicBezTo>
                  <a:pt x="1110" y="5"/>
                  <a:pt x="1115" y="8"/>
                  <a:pt x="1118" y="12"/>
                </a:cubicBezTo>
                <a:cubicBezTo>
                  <a:pt x="1122" y="16"/>
                  <a:pt x="1125" y="20"/>
                  <a:pt x="1127" y="25"/>
                </a:cubicBezTo>
                <a:cubicBezTo>
                  <a:pt x="1129" y="30"/>
                  <a:pt x="1130" y="35"/>
                  <a:pt x="1130" y="40"/>
                </a:cubicBezTo>
                <a:lnTo>
                  <a:pt x="1130" y="338"/>
                </a:lnTo>
                <a:cubicBezTo>
                  <a:pt x="1130" y="343"/>
                  <a:pt x="1129" y="348"/>
                  <a:pt x="1127" y="353"/>
                </a:cubicBezTo>
                <a:cubicBezTo>
                  <a:pt x="1125" y="358"/>
                  <a:pt x="1122" y="363"/>
                  <a:pt x="1118" y="366"/>
                </a:cubicBezTo>
                <a:cubicBezTo>
                  <a:pt x="1115" y="370"/>
                  <a:pt x="1110" y="373"/>
                  <a:pt x="1105" y="375"/>
                </a:cubicBezTo>
                <a:cubicBezTo>
                  <a:pt x="1100" y="377"/>
                  <a:pt x="1095" y="378"/>
                  <a:pt x="1090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FFE0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3975840" y="1339920"/>
            <a:ext cx="406800" cy="136080"/>
          </a:xfrm>
          <a:custGeom>
            <a:avLst/>
            <a:gdLst/>
            <a:ahLst/>
            <a:rect l="0" t="0" r="r" b="b"/>
            <a:pathLst>
              <a:path w="1130" h="378">
                <a:moveTo>
                  <a:pt x="40" y="0"/>
                </a:moveTo>
                <a:lnTo>
                  <a:pt x="1090" y="0"/>
                </a:lnTo>
                <a:cubicBezTo>
                  <a:pt x="1095" y="0"/>
                  <a:pt x="1100" y="1"/>
                  <a:pt x="1105" y="3"/>
                </a:cubicBezTo>
                <a:cubicBezTo>
                  <a:pt x="1110" y="5"/>
                  <a:pt x="1115" y="8"/>
                  <a:pt x="1118" y="12"/>
                </a:cubicBezTo>
                <a:cubicBezTo>
                  <a:pt x="1122" y="16"/>
                  <a:pt x="1125" y="20"/>
                  <a:pt x="1127" y="25"/>
                </a:cubicBezTo>
                <a:cubicBezTo>
                  <a:pt x="1129" y="30"/>
                  <a:pt x="1130" y="35"/>
                  <a:pt x="1130" y="40"/>
                </a:cubicBezTo>
                <a:lnTo>
                  <a:pt x="1130" y="338"/>
                </a:lnTo>
                <a:cubicBezTo>
                  <a:pt x="1130" y="343"/>
                  <a:pt x="1129" y="348"/>
                  <a:pt x="1127" y="353"/>
                </a:cubicBezTo>
                <a:cubicBezTo>
                  <a:pt x="1125" y="358"/>
                  <a:pt x="1122" y="363"/>
                  <a:pt x="1118" y="366"/>
                </a:cubicBezTo>
                <a:cubicBezTo>
                  <a:pt x="1115" y="370"/>
                  <a:pt x="1110" y="373"/>
                  <a:pt x="1105" y="375"/>
                </a:cubicBezTo>
                <a:cubicBezTo>
                  <a:pt x="1100" y="377"/>
                  <a:pt x="1095" y="378"/>
                  <a:pt x="1090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F57C00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4368960" y="1233720"/>
            <a:ext cx="2394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Logging Module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4528440" y="1339920"/>
            <a:ext cx="503280" cy="136080"/>
          </a:xfrm>
          <a:custGeom>
            <a:avLst/>
            <a:gdLst/>
            <a:ahLst/>
            <a:rect l="0" t="0" r="r" b="b"/>
            <a:pathLst>
              <a:path w="1398" h="378">
                <a:moveTo>
                  <a:pt x="41" y="0"/>
                </a:moveTo>
                <a:lnTo>
                  <a:pt x="1358" y="0"/>
                </a:lnTo>
                <a:cubicBezTo>
                  <a:pt x="1363" y="0"/>
                  <a:pt x="1368" y="1"/>
                  <a:pt x="1373" y="3"/>
                </a:cubicBezTo>
                <a:cubicBezTo>
                  <a:pt x="1378" y="5"/>
                  <a:pt x="1383" y="8"/>
                  <a:pt x="1386" y="12"/>
                </a:cubicBezTo>
                <a:cubicBezTo>
                  <a:pt x="1390" y="16"/>
                  <a:pt x="1393" y="20"/>
                  <a:pt x="1395" y="25"/>
                </a:cubicBezTo>
                <a:cubicBezTo>
                  <a:pt x="1397" y="30"/>
                  <a:pt x="1398" y="35"/>
                  <a:pt x="1398" y="40"/>
                </a:cubicBezTo>
                <a:lnTo>
                  <a:pt x="1398" y="338"/>
                </a:lnTo>
                <a:cubicBezTo>
                  <a:pt x="1398" y="343"/>
                  <a:pt x="1397" y="348"/>
                  <a:pt x="1395" y="353"/>
                </a:cubicBezTo>
                <a:cubicBezTo>
                  <a:pt x="1393" y="358"/>
                  <a:pt x="1390" y="363"/>
                  <a:pt x="1386" y="366"/>
                </a:cubicBezTo>
                <a:cubicBezTo>
                  <a:pt x="1383" y="370"/>
                  <a:pt x="1378" y="373"/>
                  <a:pt x="1373" y="375"/>
                </a:cubicBezTo>
                <a:cubicBezTo>
                  <a:pt x="1368" y="377"/>
                  <a:pt x="1363" y="378"/>
                  <a:pt x="1358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FFE0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4528440" y="1339920"/>
            <a:ext cx="503280" cy="136080"/>
          </a:xfrm>
          <a:custGeom>
            <a:avLst/>
            <a:gdLst/>
            <a:ahLst/>
            <a:rect l="0" t="0" r="r" b="b"/>
            <a:pathLst>
              <a:path w="1398" h="378">
                <a:moveTo>
                  <a:pt x="41" y="0"/>
                </a:moveTo>
                <a:lnTo>
                  <a:pt x="1358" y="0"/>
                </a:lnTo>
                <a:cubicBezTo>
                  <a:pt x="1363" y="0"/>
                  <a:pt x="1368" y="1"/>
                  <a:pt x="1373" y="3"/>
                </a:cubicBezTo>
                <a:cubicBezTo>
                  <a:pt x="1378" y="5"/>
                  <a:pt x="1383" y="8"/>
                  <a:pt x="1386" y="12"/>
                </a:cubicBezTo>
                <a:cubicBezTo>
                  <a:pt x="1390" y="16"/>
                  <a:pt x="1393" y="20"/>
                  <a:pt x="1395" y="25"/>
                </a:cubicBezTo>
                <a:cubicBezTo>
                  <a:pt x="1397" y="30"/>
                  <a:pt x="1398" y="35"/>
                  <a:pt x="1398" y="40"/>
                </a:cubicBezTo>
                <a:lnTo>
                  <a:pt x="1398" y="338"/>
                </a:lnTo>
                <a:cubicBezTo>
                  <a:pt x="1398" y="343"/>
                  <a:pt x="1397" y="348"/>
                  <a:pt x="1395" y="353"/>
                </a:cubicBezTo>
                <a:cubicBezTo>
                  <a:pt x="1393" y="358"/>
                  <a:pt x="1390" y="363"/>
                  <a:pt x="1386" y="366"/>
                </a:cubicBezTo>
                <a:cubicBezTo>
                  <a:pt x="1383" y="370"/>
                  <a:pt x="1378" y="373"/>
                  <a:pt x="1373" y="375"/>
                </a:cubicBezTo>
                <a:cubicBezTo>
                  <a:pt x="1368" y="377"/>
                  <a:pt x="1363" y="378"/>
                  <a:pt x="1358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F57C00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4063680" y="1387080"/>
            <a:ext cx="1908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Audit Logger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6122880" y="991440"/>
            <a:ext cx="847440" cy="833040"/>
          </a:xfrm>
          <a:custGeom>
            <a:avLst/>
            <a:gdLst/>
            <a:ahLst/>
            <a:rect l="0" t="0" r="r" b="b"/>
            <a:pathLst>
              <a:path w="2354" h="2314">
                <a:moveTo>
                  <a:pt x="0" y="0"/>
                </a:moveTo>
                <a:lnTo>
                  <a:pt x="2354" y="0"/>
                </a:lnTo>
                <a:lnTo>
                  <a:pt x="2354" y="2314"/>
                </a:lnTo>
                <a:lnTo>
                  <a:pt x="0" y="2314"/>
                </a:lnTo>
                <a:lnTo>
                  <a:pt x="0" y="0"/>
                </a:lnTo>
                <a:close/>
              </a:path>
            </a:pathLst>
          </a:custGeom>
          <a:solidFill>
            <a:srgbClr val="F7F9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122880" y="991440"/>
            <a:ext cx="847440" cy="833040"/>
          </a:xfrm>
          <a:custGeom>
            <a:avLst/>
            <a:gdLst/>
            <a:ahLst/>
            <a:rect l="0" t="0" r="r" b="b"/>
            <a:pathLst>
              <a:path w="2354" h="2314">
                <a:moveTo>
                  <a:pt x="0" y="0"/>
                </a:moveTo>
                <a:lnTo>
                  <a:pt x="2354" y="0"/>
                </a:lnTo>
                <a:lnTo>
                  <a:pt x="2354" y="2314"/>
                </a:lnTo>
                <a:lnTo>
                  <a:pt x="0" y="2314"/>
                </a:lnTo>
                <a:lnTo>
                  <a:pt x="0" y="0"/>
                </a:lnTo>
                <a:close/>
              </a:path>
            </a:pathLst>
          </a:custGeom>
          <a:noFill/>
          <a:ln w="2880">
            <a:solidFill>
              <a:srgbClr val="CFDBF3"/>
            </a:solidFill>
            <a:miter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4616280" y="1387080"/>
            <a:ext cx="2840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Argumentation Log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232320" y="1093680"/>
            <a:ext cx="628200" cy="628560"/>
          </a:xfrm>
          <a:custGeom>
            <a:avLst/>
            <a:gdLst/>
            <a:ahLst/>
            <a:rect l="0" t="0" r="r" b="b"/>
            <a:pathLst>
              <a:path w="1745" h="1746">
                <a:moveTo>
                  <a:pt x="1745" y="873"/>
                </a:moveTo>
                <a:cubicBezTo>
                  <a:pt x="1745" y="901"/>
                  <a:pt x="1744" y="930"/>
                  <a:pt x="1741" y="958"/>
                </a:cubicBezTo>
                <a:cubicBezTo>
                  <a:pt x="1738" y="986"/>
                  <a:pt x="1734" y="1015"/>
                  <a:pt x="1729" y="1043"/>
                </a:cubicBezTo>
                <a:cubicBezTo>
                  <a:pt x="1723" y="1071"/>
                  <a:pt x="1716" y="1098"/>
                  <a:pt x="1708" y="1126"/>
                </a:cubicBezTo>
                <a:cubicBezTo>
                  <a:pt x="1700" y="1153"/>
                  <a:pt x="1690" y="1180"/>
                  <a:pt x="1679" y="1206"/>
                </a:cubicBezTo>
                <a:cubicBezTo>
                  <a:pt x="1668" y="1233"/>
                  <a:pt x="1656" y="1259"/>
                  <a:pt x="1642" y="1284"/>
                </a:cubicBezTo>
                <a:cubicBezTo>
                  <a:pt x="1629" y="1309"/>
                  <a:pt x="1614" y="1334"/>
                  <a:pt x="1598" y="1358"/>
                </a:cubicBezTo>
                <a:cubicBezTo>
                  <a:pt x="1583" y="1382"/>
                  <a:pt x="1566" y="1405"/>
                  <a:pt x="1547" y="1427"/>
                </a:cubicBezTo>
                <a:cubicBezTo>
                  <a:pt x="1529" y="1449"/>
                  <a:pt x="1510" y="1470"/>
                  <a:pt x="1490" y="1490"/>
                </a:cubicBezTo>
                <a:cubicBezTo>
                  <a:pt x="1470" y="1511"/>
                  <a:pt x="1449" y="1530"/>
                  <a:pt x="1427" y="1548"/>
                </a:cubicBezTo>
                <a:cubicBezTo>
                  <a:pt x="1405" y="1566"/>
                  <a:pt x="1382" y="1583"/>
                  <a:pt x="1358" y="1599"/>
                </a:cubicBezTo>
                <a:cubicBezTo>
                  <a:pt x="1334" y="1615"/>
                  <a:pt x="1310" y="1629"/>
                  <a:pt x="1284" y="1643"/>
                </a:cubicBezTo>
                <a:cubicBezTo>
                  <a:pt x="1259" y="1656"/>
                  <a:pt x="1233" y="1668"/>
                  <a:pt x="1207" y="1679"/>
                </a:cubicBezTo>
                <a:cubicBezTo>
                  <a:pt x="1181" y="1690"/>
                  <a:pt x="1154" y="1700"/>
                  <a:pt x="1126" y="1708"/>
                </a:cubicBezTo>
                <a:cubicBezTo>
                  <a:pt x="1099" y="1717"/>
                  <a:pt x="1071" y="1723"/>
                  <a:pt x="1043" y="1729"/>
                </a:cubicBezTo>
                <a:cubicBezTo>
                  <a:pt x="1015" y="1735"/>
                  <a:pt x="986" y="1739"/>
                  <a:pt x="958" y="1742"/>
                </a:cubicBezTo>
                <a:cubicBezTo>
                  <a:pt x="929" y="1744"/>
                  <a:pt x="901" y="1746"/>
                  <a:pt x="872" y="1746"/>
                </a:cubicBezTo>
                <a:cubicBezTo>
                  <a:pt x="844" y="1746"/>
                  <a:pt x="815" y="1744"/>
                  <a:pt x="787" y="1742"/>
                </a:cubicBezTo>
                <a:cubicBezTo>
                  <a:pt x="758" y="1739"/>
                  <a:pt x="730" y="1735"/>
                  <a:pt x="702" y="1729"/>
                </a:cubicBezTo>
                <a:cubicBezTo>
                  <a:pt x="674" y="1723"/>
                  <a:pt x="646" y="1717"/>
                  <a:pt x="619" y="1708"/>
                </a:cubicBezTo>
                <a:cubicBezTo>
                  <a:pt x="592" y="1700"/>
                  <a:pt x="565" y="1690"/>
                  <a:pt x="538" y="1679"/>
                </a:cubicBezTo>
                <a:cubicBezTo>
                  <a:pt x="512" y="1668"/>
                  <a:pt x="486" y="1656"/>
                  <a:pt x="461" y="1643"/>
                </a:cubicBezTo>
                <a:cubicBezTo>
                  <a:pt x="436" y="1629"/>
                  <a:pt x="411" y="1615"/>
                  <a:pt x="388" y="1599"/>
                </a:cubicBezTo>
                <a:cubicBezTo>
                  <a:pt x="364" y="1583"/>
                  <a:pt x="341" y="1566"/>
                  <a:pt x="319" y="1548"/>
                </a:cubicBezTo>
                <a:cubicBezTo>
                  <a:pt x="297" y="1530"/>
                  <a:pt x="276" y="1511"/>
                  <a:pt x="255" y="1490"/>
                </a:cubicBezTo>
                <a:cubicBezTo>
                  <a:pt x="235" y="1470"/>
                  <a:pt x="216" y="1449"/>
                  <a:pt x="198" y="1427"/>
                </a:cubicBezTo>
                <a:cubicBezTo>
                  <a:pt x="180" y="1405"/>
                  <a:pt x="163" y="1382"/>
                  <a:pt x="147" y="1358"/>
                </a:cubicBezTo>
                <a:cubicBezTo>
                  <a:pt x="131" y="1334"/>
                  <a:pt x="116" y="1309"/>
                  <a:pt x="103" y="1284"/>
                </a:cubicBezTo>
                <a:cubicBezTo>
                  <a:pt x="90" y="1259"/>
                  <a:pt x="77" y="1233"/>
                  <a:pt x="66" y="1206"/>
                </a:cubicBezTo>
                <a:cubicBezTo>
                  <a:pt x="55" y="1180"/>
                  <a:pt x="46" y="1153"/>
                  <a:pt x="38" y="1126"/>
                </a:cubicBezTo>
                <a:cubicBezTo>
                  <a:pt x="29" y="1098"/>
                  <a:pt x="22" y="1071"/>
                  <a:pt x="17" y="1043"/>
                </a:cubicBezTo>
                <a:cubicBezTo>
                  <a:pt x="11" y="1015"/>
                  <a:pt x="7" y="986"/>
                  <a:pt x="4" y="958"/>
                </a:cubicBezTo>
                <a:cubicBezTo>
                  <a:pt x="1" y="930"/>
                  <a:pt x="0" y="901"/>
                  <a:pt x="0" y="873"/>
                </a:cubicBezTo>
                <a:cubicBezTo>
                  <a:pt x="0" y="844"/>
                  <a:pt x="1" y="816"/>
                  <a:pt x="4" y="787"/>
                </a:cubicBezTo>
                <a:cubicBezTo>
                  <a:pt x="7" y="759"/>
                  <a:pt x="11" y="730"/>
                  <a:pt x="17" y="702"/>
                </a:cubicBezTo>
                <a:cubicBezTo>
                  <a:pt x="22" y="674"/>
                  <a:pt x="29" y="647"/>
                  <a:pt x="38" y="619"/>
                </a:cubicBezTo>
                <a:cubicBezTo>
                  <a:pt x="46" y="592"/>
                  <a:pt x="55" y="565"/>
                  <a:pt x="66" y="539"/>
                </a:cubicBezTo>
                <a:cubicBezTo>
                  <a:pt x="77" y="512"/>
                  <a:pt x="90" y="487"/>
                  <a:pt x="103" y="461"/>
                </a:cubicBezTo>
                <a:cubicBezTo>
                  <a:pt x="116" y="436"/>
                  <a:pt x="131" y="412"/>
                  <a:pt x="147" y="388"/>
                </a:cubicBezTo>
                <a:cubicBezTo>
                  <a:pt x="163" y="364"/>
                  <a:pt x="180" y="341"/>
                  <a:pt x="198" y="319"/>
                </a:cubicBezTo>
                <a:cubicBezTo>
                  <a:pt x="216" y="297"/>
                  <a:pt x="235" y="276"/>
                  <a:pt x="255" y="256"/>
                </a:cubicBezTo>
                <a:cubicBezTo>
                  <a:pt x="276" y="236"/>
                  <a:pt x="297" y="216"/>
                  <a:pt x="319" y="198"/>
                </a:cubicBezTo>
                <a:cubicBezTo>
                  <a:pt x="341" y="180"/>
                  <a:pt x="364" y="163"/>
                  <a:pt x="388" y="147"/>
                </a:cubicBezTo>
                <a:cubicBezTo>
                  <a:pt x="411" y="131"/>
                  <a:pt x="436" y="117"/>
                  <a:pt x="461" y="103"/>
                </a:cubicBezTo>
                <a:cubicBezTo>
                  <a:pt x="486" y="90"/>
                  <a:pt x="512" y="78"/>
                  <a:pt x="538" y="67"/>
                </a:cubicBezTo>
                <a:cubicBezTo>
                  <a:pt x="565" y="56"/>
                  <a:pt x="592" y="46"/>
                  <a:pt x="619" y="38"/>
                </a:cubicBezTo>
                <a:cubicBezTo>
                  <a:pt x="646" y="30"/>
                  <a:pt x="674" y="23"/>
                  <a:pt x="702" y="17"/>
                </a:cubicBezTo>
                <a:cubicBezTo>
                  <a:pt x="730" y="12"/>
                  <a:pt x="758" y="7"/>
                  <a:pt x="787" y="5"/>
                </a:cubicBezTo>
                <a:cubicBezTo>
                  <a:pt x="815" y="2"/>
                  <a:pt x="844" y="0"/>
                  <a:pt x="872" y="0"/>
                </a:cubicBezTo>
                <a:cubicBezTo>
                  <a:pt x="901" y="0"/>
                  <a:pt x="929" y="2"/>
                  <a:pt x="958" y="5"/>
                </a:cubicBezTo>
                <a:cubicBezTo>
                  <a:pt x="986" y="7"/>
                  <a:pt x="1015" y="12"/>
                  <a:pt x="1043" y="17"/>
                </a:cubicBezTo>
                <a:cubicBezTo>
                  <a:pt x="1071" y="23"/>
                  <a:pt x="1099" y="30"/>
                  <a:pt x="1126" y="38"/>
                </a:cubicBezTo>
                <a:cubicBezTo>
                  <a:pt x="1154" y="46"/>
                  <a:pt x="1181" y="56"/>
                  <a:pt x="1207" y="67"/>
                </a:cubicBezTo>
                <a:cubicBezTo>
                  <a:pt x="1233" y="78"/>
                  <a:pt x="1259" y="90"/>
                  <a:pt x="1284" y="103"/>
                </a:cubicBezTo>
                <a:cubicBezTo>
                  <a:pt x="1310" y="117"/>
                  <a:pt x="1334" y="131"/>
                  <a:pt x="1358" y="147"/>
                </a:cubicBezTo>
                <a:cubicBezTo>
                  <a:pt x="1382" y="163"/>
                  <a:pt x="1405" y="180"/>
                  <a:pt x="1427" y="198"/>
                </a:cubicBezTo>
                <a:cubicBezTo>
                  <a:pt x="1449" y="216"/>
                  <a:pt x="1470" y="236"/>
                  <a:pt x="1490" y="256"/>
                </a:cubicBezTo>
                <a:cubicBezTo>
                  <a:pt x="1510" y="276"/>
                  <a:pt x="1529" y="297"/>
                  <a:pt x="1547" y="319"/>
                </a:cubicBezTo>
                <a:cubicBezTo>
                  <a:pt x="1566" y="341"/>
                  <a:pt x="1583" y="364"/>
                  <a:pt x="1598" y="388"/>
                </a:cubicBezTo>
                <a:cubicBezTo>
                  <a:pt x="1614" y="412"/>
                  <a:pt x="1629" y="436"/>
                  <a:pt x="1642" y="461"/>
                </a:cubicBezTo>
                <a:cubicBezTo>
                  <a:pt x="1656" y="487"/>
                  <a:pt x="1668" y="512"/>
                  <a:pt x="1679" y="539"/>
                </a:cubicBezTo>
                <a:cubicBezTo>
                  <a:pt x="1690" y="565"/>
                  <a:pt x="1700" y="592"/>
                  <a:pt x="1708" y="619"/>
                </a:cubicBezTo>
                <a:cubicBezTo>
                  <a:pt x="1716" y="647"/>
                  <a:pt x="1723" y="674"/>
                  <a:pt x="1729" y="702"/>
                </a:cubicBezTo>
                <a:cubicBezTo>
                  <a:pt x="1734" y="730"/>
                  <a:pt x="1738" y="759"/>
                  <a:pt x="1741" y="787"/>
                </a:cubicBezTo>
                <a:cubicBezTo>
                  <a:pt x="1744" y="816"/>
                  <a:pt x="1745" y="844"/>
                  <a:pt x="1745" y="873"/>
                </a:cubicBezTo>
                <a:close/>
              </a:path>
            </a:pathLst>
          </a:custGeom>
          <a:solidFill>
            <a:srgbClr val="ECEF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6229440" y="1090800"/>
            <a:ext cx="634320" cy="634320"/>
          </a:xfrm>
          <a:custGeom>
            <a:avLst/>
            <a:gdLst/>
            <a:ahLst/>
            <a:rect l="0" t="0" r="r" b="b"/>
            <a:pathLst>
              <a:path w="1762" h="1762">
                <a:moveTo>
                  <a:pt x="1758" y="961"/>
                </a:moveTo>
                <a:cubicBezTo>
                  <a:pt x="1757" y="975"/>
                  <a:pt x="1755" y="989"/>
                  <a:pt x="1753" y="1002"/>
                </a:cubicBezTo>
                <a:lnTo>
                  <a:pt x="1737" y="1000"/>
                </a:lnTo>
                <a:cubicBezTo>
                  <a:pt x="1739" y="987"/>
                  <a:pt x="1741" y="973"/>
                  <a:pt x="1742" y="960"/>
                </a:cubicBezTo>
                <a:lnTo>
                  <a:pt x="1758" y="961"/>
                </a:lnTo>
                <a:moveTo>
                  <a:pt x="1746" y="1044"/>
                </a:moveTo>
                <a:cubicBezTo>
                  <a:pt x="1744" y="1057"/>
                  <a:pt x="1741" y="1070"/>
                  <a:pt x="1738" y="1083"/>
                </a:cubicBezTo>
                <a:lnTo>
                  <a:pt x="1722" y="1080"/>
                </a:lnTo>
                <a:cubicBezTo>
                  <a:pt x="1725" y="1067"/>
                  <a:pt x="1728" y="1054"/>
                  <a:pt x="1730" y="1041"/>
                </a:cubicBezTo>
                <a:lnTo>
                  <a:pt x="1746" y="1044"/>
                </a:lnTo>
                <a:moveTo>
                  <a:pt x="1727" y="1123"/>
                </a:moveTo>
                <a:cubicBezTo>
                  <a:pt x="1724" y="1136"/>
                  <a:pt x="1720" y="1149"/>
                  <a:pt x="1715" y="1162"/>
                </a:cubicBezTo>
                <a:lnTo>
                  <a:pt x="1700" y="1157"/>
                </a:lnTo>
                <a:cubicBezTo>
                  <a:pt x="1704" y="1144"/>
                  <a:pt x="1708" y="1132"/>
                  <a:pt x="1712" y="1119"/>
                </a:cubicBezTo>
                <a:lnTo>
                  <a:pt x="1727" y="1123"/>
                </a:lnTo>
                <a:moveTo>
                  <a:pt x="1701" y="1201"/>
                </a:moveTo>
                <a:cubicBezTo>
                  <a:pt x="1696" y="1214"/>
                  <a:pt x="1691" y="1226"/>
                  <a:pt x="1686" y="1239"/>
                </a:cubicBezTo>
                <a:lnTo>
                  <a:pt x="1671" y="1232"/>
                </a:lnTo>
                <a:cubicBezTo>
                  <a:pt x="1676" y="1220"/>
                  <a:pt x="1681" y="1207"/>
                  <a:pt x="1686" y="1195"/>
                </a:cubicBezTo>
                <a:lnTo>
                  <a:pt x="1701" y="1201"/>
                </a:lnTo>
                <a:moveTo>
                  <a:pt x="1668" y="1276"/>
                </a:moveTo>
                <a:cubicBezTo>
                  <a:pt x="1662" y="1288"/>
                  <a:pt x="1655" y="1300"/>
                  <a:pt x="1649" y="1312"/>
                </a:cubicBezTo>
                <a:lnTo>
                  <a:pt x="1635" y="1304"/>
                </a:lnTo>
                <a:cubicBezTo>
                  <a:pt x="1641" y="1292"/>
                  <a:pt x="1647" y="1280"/>
                  <a:pt x="1653" y="1268"/>
                </a:cubicBezTo>
                <a:lnTo>
                  <a:pt x="1668" y="1276"/>
                </a:lnTo>
                <a:moveTo>
                  <a:pt x="1628" y="1347"/>
                </a:moveTo>
                <a:cubicBezTo>
                  <a:pt x="1621" y="1359"/>
                  <a:pt x="1613" y="1370"/>
                  <a:pt x="1605" y="1382"/>
                </a:cubicBezTo>
                <a:lnTo>
                  <a:pt x="1592" y="1373"/>
                </a:lnTo>
                <a:cubicBezTo>
                  <a:pt x="1600" y="1361"/>
                  <a:pt x="1607" y="1350"/>
                  <a:pt x="1614" y="1338"/>
                </a:cubicBezTo>
                <a:lnTo>
                  <a:pt x="1628" y="1347"/>
                </a:lnTo>
                <a:moveTo>
                  <a:pt x="1581" y="1415"/>
                </a:moveTo>
                <a:cubicBezTo>
                  <a:pt x="1573" y="1426"/>
                  <a:pt x="1564" y="1437"/>
                  <a:pt x="1556" y="1447"/>
                </a:cubicBezTo>
                <a:lnTo>
                  <a:pt x="1543" y="1437"/>
                </a:lnTo>
                <a:cubicBezTo>
                  <a:pt x="1552" y="1427"/>
                  <a:pt x="1560" y="1416"/>
                  <a:pt x="1568" y="1406"/>
                </a:cubicBezTo>
                <a:lnTo>
                  <a:pt x="1581" y="1415"/>
                </a:lnTo>
                <a:moveTo>
                  <a:pt x="1529" y="1478"/>
                </a:moveTo>
                <a:cubicBezTo>
                  <a:pt x="1519" y="1488"/>
                  <a:pt x="1510" y="1498"/>
                  <a:pt x="1500" y="1508"/>
                </a:cubicBezTo>
                <a:lnTo>
                  <a:pt x="1489" y="1496"/>
                </a:lnTo>
                <a:cubicBezTo>
                  <a:pt x="1498" y="1487"/>
                  <a:pt x="1507" y="1477"/>
                  <a:pt x="1517" y="1467"/>
                </a:cubicBezTo>
                <a:lnTo>
                  <a:pt x="1529" y="1478"/>
                </a:lnTo>
                <a:moveTo>
                  <a:pt x="1470" y="1536"/>
                </a:moveTo>
                <a:cubicBezTo>
                  <a:pt x="1460" y="1545"/>
                  <a:pt x="1449" y="1554"/>
                  <a:pt x="1439" y="1563"/>
                </a:cubicBezTo>
                <a:lnTo>
                  <a:pt x="1429" y="1550"/>
                </a:lnTo>
                <a:cubicBezTo>
                  <a:pt x="1439" y="1542"/>
                  <a:pt x="1449" y="1533"/>
                  <a:pt x="1459" y="1524"/>
                </a:cubicBezTo>
                <a:lnTo>
                  <a:pt x="1470" y="1536"/>
                </a:lnTo>
                <a:moveTo>
                  <a:pt x="1406" y="1588"/>
                </a:moveTo>
                <a:cubicBezTo>
                  <a:pt x="1396" y="1596"/>
                  <a:pt x="1384" y="1604"/>
                  <a:pt x="1373" y="1612"/>
                </a:cubicBezTo>
                <a:lnTo>
                  <a:pt x="1364" y="1598"/>
                </a:lnTo>
                <a:cubicBezTo>
                  <a:pt x="1375" y="1591"/>
                  <a:pt x="1386" y="1583"/>
                  <a:pt x="1397" y="1575"/>
                </a:cubicBezTo>
                <a:lnTo>
                  <a:pt x="1406" y="1588"/>
                </a:lnTo>
                <a:moveTo>
                  <a:pt x="1339" y="1634"/>
                </a:moveTo>
                <a:cubicBezTo>
                  <a:pt x="1327" y="1641"/>
                  <a:pt x="1315" y="1648"/>
                  <a:pt x="1303" y="1654"/>
                </a:cubicBezTo>
                <a:lnTo>
                  <a:pt x="1295" y="1640"/>
                </a:lnTo>
                <a:cubicBezTo>
                  <a:pt x="1307" y="1634"/>
                  <a:pt x="1319" y="1627"/>
                  <a:pt x="1330" y="1620"/>
                </a:cubicBezTo>
                <a:lnTo>
                  <a:pt x="1339" y="1634"/>
                </a:lnTo>
                <a:moveTo>
                  <a:pt x="1267" y="1673"/>
                </a:moveTo>
                <a:cubicBezTo>
                  <a:pt x="1254" y="1679"/>
                  <a:pt x="1242" y="1685"/>
                  <a:pt x="1229" y="1690"/>
                </a:cubicBezTo>
                <a:lnTo>
                  <a:pt x="1223" y="1675"/>
                </a:lnTo>
                <a:cubicBezTo>
                  <a:pt x="1235" y="1670"/>
                  <a:pt x="1247" y="1664"/>
                  <a:pt x="1260" y="1658"/>
                </a:cubicBezTo>
                <a:lnTo>
                  <a:pt x="1267" y="1673"/>
                </a:lnTo>
                <a:moveTo>
                  <a:pt x="1191" y="1705"/>
                </a:moveTo>
                <a:cubicBezTo>
                  <a:pt x="1179" y="1710"/>
                  <a:pt x="1165" y="1715"/>
                  <a:pt x="1152" y="1719"/>
                </a:cubicBezTo>
                <a:lnTo>
                  <a:pt x="1147" y="1704"/>
                </a:lnTo>
                <a:cubicBezTo>
                  <a:pt x="1159" y="1699"/>
                  <a:pt x="1172" y="1695"/>
                  <a:pt x="1186" y="1690"/>
                </a:cubicBezTo>
                <a:lnTo>
                  <a:pt x="1191" y="1705"/>
                </a:lnTo>
                <a:moveTo>
                  <a:pt x="1113" y="1731"/>
                </a:moveTo>
                <a:cubicBezTo>
                  <a:pt x="1099" y="1734"/>
                  <a:pt x="1086" y="1738"/>
                  <a:pt x="1073" y="1741"/>
                </a:cubicBezTo>
                <a:lnTo>
                  <a:pt x="1069" y="1725"/>
                </a:lnTo>
                <a:cubicBezTo>
                  <a:pt x="1082" y="1722"/>
                  <a:pt x="1095" y="1719"/>
                  <a:pt x="1108" y="1715"/>
                </a:cubicBezTo>
                <a:lnTo>
                  <a:pt x="1113" y="1731"/>
                </a:lnTo>
                <a:moveTo>
                  <a:pt x="1033" y="1749"/>
                </a:moveTo>
                <a:cubicBezTo>
                  <a:pt x="1019" y="1751"/>
                  <a:pt x="1005" y="1753"/>
                  <a:pt x="991" y="1755"/>
                </a:cubicBezTo>
                <a:lnTo>
                  <a:pt x="989" y="1739"/>
                </a:lnTo>
                <a:cubicBezTo>
                  <a:pt x="1003" y="1737"/>
                  <a:pt x="1016" y="1735"/>
                  <a:pt x="1030" y="1733"/>
                </a:cubicBezTo>
                <a:lnTo>
                  <a:pt x="1033" y="1749"/>
                </a:lnTo>
                <a:moveTo>
                  <a:pt x="950" y="1759"/>
                </a:moveTo>
                <a:cubicBezTo>
                  <a:pt x="937" y="1760"/>
                  <a:pt x="923" y="1761"/>
                  <a:pt x="910" y="1761"/>
                </a:cubicBezTo>
                <a:lnTo>
                  <a:pt x="909" y="1745"/>
                </a:lnTo>
                <a:cubicBezTo>
                  <a:pt x="922" y="1745"/>
                  <a:pt x="936" y="1744"/>
                  <a:pt x="949" y="1743"/>
                </a:cubicBezTo>
                <a:lnTo>
                  <a:pt x="950" y="1759"/>
                </a:lnTo>
                <a:moveTo>
                  <a:pt x="870" y="1762"/>
                </a:moveTo>
                <a:cubicBezTo>
                  <a:pt x="856" y="1762"/>
                  <a:pt x="843" y="1761"/>
                  <a:pt x="830" y="1760"/>
                </a:cubicBezTo>
                <a:lnTo>
                  <a:pt x="831" y="1744"/>
                </a:lnTo>
                <a:cubicBezTo>
                  <a:pt x="844" y="1745"/>
                  <a:pt x="857" y="1745"/>
                  <a:pt x="870" y="1746"/>
                </a:cubicBezTo>
                <a:lnTo>
                  <a:pt x="870" y="1762"/>
                </a:lnTo>
                <a:moveTo>
                  <a:pt x="789" y="1757"/>
                </a:moveTo>
                <a:cubicBezTo>
                  <a:pt x="775" y="1756"/>
                  <a:pt x="761" y="1754"/>
                  <a:pt x="748" y="1752"/>
                </a:cubicBezTo>
                <a:lnTo>
                  <a:pt x="750" y="1736"/>
                </a:lnTo>
                <a:cubicBezTo>
                  <a:pt x="764" y="1738"/>
                  <a:pt x="777" y="1740"/>
                  <a:pt x="791" y="1741"/>
                </a:cubicBezTo>
                <a:lnTo>
                  <a:pt x="789" y="1757"/>
                </a:lnTo>
                <a:moveTo>
                  <a:pt x="707" y="1745"/>
                </a:moveTo>
                <a:cubicBezTo>
                  <a:pt x="693" y="1742"/>
                  <a:pt x="680" y="1739"/>
                  <a:pt x="667" y="1736"/>
                </a:cubicBezTo>
                <a:lnTo>
                  <a:pt x="671" y="1720"/>
                </a:lnTo>
                <a:cubicBezTo>
                  <a:pt x="684" y="1723"/>
                  <a:pt x="697" y="1726"/>
                  <a:pt x="710" y="1729"/>
                </a:cubicBezTo>
                <a:lnTo>
                  <a:pt x="707" y="1745"/>
                </a:lnTo>
                <a:moveTo>
                  <a:pt x="627" y="1725"/>
                </a:moveTo>
                <a:cubicBezTo>
                  <a:pt x="614" y="1721"/>
                  <a:pt x="601" y="1717"/>
                  <a:pt x="588" y="1712"/>
                </a:cubicBezTo>
                <a:lnTo>
                  <a:pt x="594" y="1697"/>
                </a:lnTo>
                <a:cubicBezTo>
                  <a:pt x="606" y="1701"/>
                  <a:pt x="619" y="1705"/>
                  <a:pt x="632" y="1709"/>
                </a:cubicBezTo>
                <a:lnTo>
                  <a:pt x="627" y="1725"/>
                </a:lnTo>
                <a:moveTo>
                  <a:pt x="550" y="1698"/>
                </a:moveTo>
                <a:cubicBezTo>
                  <a:pt x="537" y="1693"/>
                  <a:pt x="525" y="1687"/>
                  <a:pt x="513" y="1681"/>
                </a:cubicBezTo>
                <a:lnTo>
                  <a:pt x="519" y="1667"/>
                </a:lnTo>
                <a:cubicBezTo>
                  <a:pt x="531" y="1672"/>
                  <a:pt x="544" y="1678"/>
                  <a:pt x="556" y="1683"/>
                </a:cubicBezTo>
                <a:lnTo>
                  <a:pt x="550" y="1698"/>
                </a:lnTo>
                <a:moveTo>
                  <a:pt x="476" y="1663"/>
                </a:moveTo>
                <a:cubicBezTo>
                  <a:pt x="463" y="1657"/>
                  <a:pt x="452" y="1651"/>
                  <a:pt x="440" y="1644"/>
                </a:cubicBezTo>
                <a:lnTo>
                  <a:pt x="448" y="1630"/>
                </a:lnTo>
                <a:cubicBezTo>
                  <a:pt x="459" y="1636"/>
                  <a:pt x="471" y="1643"/>
                  <a:pt x="483" y="1649"/>
                </a:cubicBezTo>
                <a:lnTo>
                  <a:pt x="476" y="1663"/>
                </a:lnTo>
                <a:moveTo>
                  <a:pt x="405" y="1622"/>
                </a:moveTo>
                <a:cubicBezTo>
                  <a:pt x="393" y="1615"/>
                  <a:pt x="382" y="1607"/>
                  <a:pt x="371" y="1600"/>
                </a:cubicBezTo>
                <a:lnTo>
                  <a:pt x="380" y="1586"/>
                </a:lnTo>
                <a:cubicBezTo>
                  <a:pt x="391" y="1594"/>
                  <a:pt x="402" y="1602"/>
                  <a:pt x="413" y="1609"/>
                </a:cubicBezTo>
                <a:lnTo>
                  <a:pt x="405" y="1622"/>
                </a:lnTo>
                <a:moveTo>
                  <a:pt x="338" y="1575"/>
                </a:moveTo>
                <a:cubicBezTo>
                  <a:pt x="327" y="1567"/>
                  <a:pt x="317" y="1558"/>
                  <a:pt x="306" y="1549"/>
                </a:cubicBezTo>
                <a:lnTo>
                  <a:pt x="317" y="1537"/>
                </a:lnTo>
                <a:cubicBezTo>
                  <a:pt x="327" y="1546"/>
                  <a:pt x="337" y="1554"/>
                  <a:pt x="348" y="1562"/>
                </a:cubicBezTo>
                <a:lnTo>
                  <a:pt x="338" y="1575"/>
                </a:lnTo>
                <a:moveTo>
                  <a:pt x="276" y="1522"/>
                </a:moveTo>
                <a:cubicBezTo>
                  <a:pt x="266" y="1512"/>
                  <a:pt x="256" y="1502"/>
                  <a:pt x="246" y="1493"/>
                </a:cubicBezTo>
                <a:lnTo>
                  <a:pt x="258" y="1481"/>
                </a:lnTo>
                <a:cubicBezTo>
                  <a:pt x="267" y="1491"/>
                  <a:pt x="277" y="1500"/>
                  <a:pt x="287" y="1510"/>
                </a:cubicBezTo>
                <a:lnTo>
                  <a:pt x="276" y="1522"/>
                </a:lnTo>
                <a:moveTo>
                  <a:pt x="219" y="1462"/>
                </a:moveTo>
                <a:cubicBezTo>
                  <a:pt x="210" y="1452"/>
                  <a:pt x="201" y="1441"/>
                  <a:pt x="192" y="1431"/>
                </a:cubicBezTo>
                <a:lnTo>
                  <a:pt x="205" y="1421"/>
                </a:lnTo>
                <a:cubicBezTo>
                  <a:pt x="213" y="1431"/>
                  <a:pt x="222" y="1441"/>
                  <a:pt x="231" y="1452"/>
                </a:cubicBezTo>
                <a:lnTo>
                  <a:pt x="219" y="1462"/>
                </a:lnTo>
                <a:moveTo>
                  <a:pt x="167" y="1398"/>
                </a:moveTo>
                <a:cubicBezTo>
                  <a:pt x="159" y="1387"/>
                  <a:pt x="152" y="1376"/>
                  <a:pt x="144" y="1364"/>
                </a:cubicBezTo>
                <a:lnTo>
                  <a:pt x="158" y="1355"/>
                </a:lnTo>
                <a:cubicBezTo>
                  <a:pt x="165" y="1366"/>
                  <a:pt x="173" y="1378"/>
                  <a:pt x="181" y="1389"/>
                </a:cubicBezTo>
                <a:lnTo>
                  <a:pt x="167" y="1398"/>
                </a:lnTo>
                <a:moveTo>
                  <a:pt x="122" y="1329"/>
                </a:moveTo>
                <a:cubicBezTo>
                  <a:pt x="116" y="1317"/>
                  <a:pt x="109" y="1305"/>
                  <a:pt x="102" y="1293"/>
                </a:cubicBezTo>
                <a:lnTo>
                  <a:pt x="117" y="1285"/>
                </a:lnTo>
                <a:cubicBezTo>
                  <a:pt x="123" y="1297"/>
                  <a:pt x="130" y="1309"/>
                  <a:pt x="136" y="1320"/>
                </a:cubicBezTo>
                <a:lnTo>
                  <a:pt x="122" y="1329"/>
                </a:lnTo>
                <a:moveTo>
                  <a:pt x="84" y="1256"/>
                </a:moveTo>
                <a:cubicBezTo>
                  <a:pt x="78" y="1244"/>
                  <a:pt x="73" y="1232"/>
                  <a:pt x="67" y="1219"/>
                </a:cubicBezTo>
                <a:lnTo>
                  <a:pt x="82" y="1213"/>
                </a:lnTo>
                <a:cubicBezTo>
                  <a:pt x="88" y="1225"/>
                  <a:pt x="93" y="1237"/>
                  <a:pt x="99" y="1249"/>
                </a:cubicBezTo>
                <a:lnTo>
                  <a:pt x="84" y="1256"/>
                </a:lnTo>
                <a:moveTo>
                  <a:pt x="53" y="1181"/>
                </a:moveTo>
                <a:cubicBezTo>
                  <a:pt x="48" y="1168"/>
                  <a:pt x="44" y="1155"/>
                  <a:pt x="40" y="1142"/>
                </a:cubicBezTo>
                <a:lnTo>
                  <a:pt x="55" y="1137"/>
                </a:lnTo>
                <a:cubicBezTo>
                  <a:pt x="59" y="1150"/>
                  <a:pt x="63" y="1163"/>
                  <a:pt x="68" y="1175"/>
                </a:cubicBezTo>
                <a:lnTo>
                  <a:pt x="53" y="1181"/>
                </a:lnTo>
                <a:moveTo>
                  <a:pt x="28" y="1102"/>
                </a:moveTo>
                <a:cubicBezTo>
                  <a:pt x="25" y="1089"/>
                  <a:pt x="22" y="1076"/>
                  <a:pt x="19" y="1063"/>
                </a:cubicBezTo>
                <a:lnTo>
                  <a:pt x="35" y="1059"/>
                </a:lnTo>
                <a:cubicBezTo>
                  <a:pt x="38" y="1072"/>
                  <a:pt x="41" y="1085"/>
                  <a:pt x="44" y="1098"/>
                </a:cubicBezTo>
                <a:lnTo>
                  <a:pt x="28" y="1102"/>
                </a:lnTo>
                <a:moveTo>
                  <a:pt x="11" y="1022"/>
                </a:moveTo>
                <a:cubicBezTo>
                  <a:pt x="9" y="1008"/>
                  <a:pt x="7" y="994"/>
                  <a:pt x="6" y="981"/>
                </a:cubicBezTo>
                <a:lnTo>
                  <a:pt x="22" y="979"/>
                </a:lnTo>
                <a:cubicBezTo>
                  <a:pt x="23" y="992"/>
                  <a:pt x="25" y="1006"/>
                  <a:pt x="27" y="1019"/>
                </a:cubicBezTo>
                <a:lnTo>
                  <a:pt x="11" y="1022"/>
                </a:lnTo>
                <a:moveTo>
                  <a:pt x="2" y="940"/>
                </a:moveTo>
                <a:cubicBezTo>
                  <a:pt x="1" y="926"/>
                  <a:pt x="0" y="913"/>
                  <a:pt x="0" y="900"/>
                </a:cubicBezTo>
                <a:lnTo>
                  <a:pt x="16" y="899"/>
                </a:lnTo>
                <a:cubicBezTo>
                  <a:pt x="17" y="912"/>
                  <a:pt x="17" y="926"/>
                  <a:pt x="18" y="939"/>
                </a:cubicBezTo>
                <a:lnTo>
                  <a:pt x="2" y="940"/>
                </a:lnTo>
                <a:moveTo>
                  <a:pt x="0" y="860"/>
                </a:moveTo>
                <a:cubicBezTo>
                  <a:pt x="0" y="846"/>
                  <a:pt x="1" y="833"/>
                  <a:pt x="2" y="819"/>
                </a:cubicBezTo>
                <a:lnTo>
                  <a:pt x="18" y="821"/>
                </a:lnTo>
                <a:cubicBezTo>
                  <a:pt x="17" y="834"/>
                  <a:pt x="17" y="847"/>
                  <a:pt x="16" y="860"/>
                </a:cubicBezTo>
                <a:lnTo>
                  <a:pt x="0" y="860"/>
                </a:lnTo>
                <a:moveTo>
                  <a:pt x="6" y="779"/>
                </a:moveTo>
                <a:cubicBezTo>
                  <a:pt x="7" y="765"/>
                  <a:pt x="9" y="751"/>
                  <a:pt x="12" y="737"/>
                </a:cubicBezTo>
                <a:lnTo>
                  <a:pt x="28" y="740"/>
                </a:lnTo>
                <a:cubicBezTo>
                  <a:pt x="25" y="753"/>
                  <a:pt x="24" y="767"/>
                  <a:pt x="22" y="780"/>
                </a:cubicBezTo>
                <a:lnTo>
                  <a:pt x="6" y="779"/>
                </a:lnTo>
                <a:moveTo>
                  <a:pt x="19" y="697"/>
                </a:moveTo>
                <a:cubicBezTo>
                  <a:pt x="22" y="683"/>
                  <a:pt x="25" y="670"/>
                  <a:pt x="29" y="657"/>
                </a:cubicBezTo>
                <a:lnTo>
                  <a:pt x="44" y="661"/>
                </a:lnTo>
                <a:cubicBezTo>
                  <a:pt x="41" y="674"/>
                  <a:pt x="38" y="687"/>
                  <a:pt x="35" y="700"/>
                </a:cubicBezTo>
                <a:lnTo>
                  <a:pt x="19" y="697"/>
                </a:lnTo>
                <a:moveTo>
                  <a:pt x="40" y="617"/>
                </a:moveTo>
                <a:cubicBezTo>
                  <a:pt x="44" y="604"/>
                  <a:pt x="49" y="592"/>
                  <a:pt x="53" y="579"/>
                </a:cubicBezTo>
                <a:lnTo>
                  <a:pt x="69" y="584"/>
                </a:lnTo>
                <a:cubicBezTo>
                  <a:pt x="64" y="597"/>
                  <a:pt x="60" y="610"/>
                  <a:pt x="56" y="622"/>
                </a:cubicBezTo>
                <a:lnTo>
                  <a:pt x="40" y="617"/>
                </a:lnTo>
                <a:moveTo>
                  <a:pt x="68" y="540"/>
                </a:moveTo>
                <a:cubicBezTo>
                  <a:pt x="73" y="528"/>
                  <a:pt x="79" y="515"/>
                  <a:pt x="85" y="503"/>
                </a:cubicBezTo>
                <a:lnTo>
                  <a:pt x="100" y="510"/>
                </a:lnTo>
                <a:cubicBezTo>
                  <a:pt x="94" y="522"/>
                  <a:pt x="88" y="534"/>
                  <a:pt x="83" y="547"/>
                </a:cubicBezTo>
                <a:lnTo>
                  <a:pt x="68" y="540"/>
                </a:lnTo>
                <a:moveTo>
                  <a:pt x="103" y="466"/>
                </a:moveTo>
                <a:cubicBezTo>
                  <a:pt x="110" y="454"/>
                  <a:pt x="116" y="443"/>
                  <a:pt x="123" y="431"/>
                </a:cubicBezTo>
                <a:lnTo>
                  <a:pt x="137" y="439"/>
                </a:lnTo>
                <a:cubicBezTo>
                  <a:pt x="131" y="451"/>
                  <a:pt x="124" y="462"/>
                  <a:pt x="118" y="474"/>
                </a:cubicBezTo>
                <a:lnTo>
                  <a:pt x="103" y="466"/>
                </a:lnTo>
                <a:moveTo>
                  <a:pt x="145" y="396"/>
                </a:moveTo>
                <a:cubicBezTo>
                  <a:pt x="153" y="385"/>
                  <a:pt x="160" y="373"/>
                  <a:pt x="168" y="362"/>
                </a:cubicBezTo>
                <a:lnTo>
                  <a:pt x="182" y="372"/>
                </a:lnTo>
                <a:cubicBezTo>
                  <a:pt x="174" y="383"/>
                  <a:pt x="166" y="394"/>
                  <a:pt x="159" y="405"/>
                </a:cubicBezTo>
                <a:lnTo>
                  <a:pt x="145" y="396"/>
                </a:lnTo>
                <a:moveTo>
                  <a:pt x="193" y="330"/>
                </a:moveTo>
                <a:cubicBezTo>
                  <a:pt x="202" y="319"/>
                  <a:pt x="211" y="309"/>
                  <a:pt x="220" y="298"/>
                </a:cubicBezTo>
                <a:lnTo>
                  <a:pt x="232" y="309"/>
                </a:lnTo>
                <a:cubicBezTo>
                  <a:pt x="223" y="319"/>
                  <a:pt x="214" y="330"/>
                  <a:pt x="206" y="340"/>
                </a:cubicBezTo>
                <a:lnTo>
                  <a:pt x="193" y="330"/>
                </a:lnTo>
                <a:moveTo>
                  <a:pt x="248" y="268"/>
                </a:moveTo>
                <a:cubicBezTo>
                  <a:pt x="257" y="258"/>
                  <a:pt x="267" y="249"/>
                  <a:pt x="277" y="239"/>
                </a:cubicBezTo>
                <a:lnTo>
                  <a:pt x="288" y="251"/>
                </a:lnTo>
                <a:cubicBezTo>
                  <a:pt x="278" y="260"/>
                  <a:pt x="269" y="270"/>
                  <a:pt x="259" y="280"/>
                </a:cubicBezTo>
                <a:lnTo>
                  <a:pt x="248" y="268"/>
                </a:lnTo>
                <a:moveTo>
                  <a:pt x="308" y="212"/>
                </a:moveTo>
                <a:cubicBezTo>
                  <a:pt x="318" y="203"/>
                  <a:pt x="329" y="194"/>
                  <a:pt x="339" y="186"/>
                </a:cubicBezTo>
                <a:lnTo>
                  <a:pt x="349" y="199"/>
                </a:lnTo>
                <a:cubicBezTo>
                  <a:pt x="339" y="207"/>
                  <a:pt x="328" y="215"/>
                  <a:pt x="318" y="224"/>
                </a:cubicBezTo>
                <a:lnTo>
                  <a:pt x="308" y="212"/>
                </a:lnTo>
                <a:moveTo>
                  <a:pt x="372" y="161"/>
                </a:moveTo>
                <a:cubicBezTo>
                  <a:pt x="383" y="154"/>
                  <a:pt x="395" y="146"/>
                  <a:pt x="406" y="139"/>
                </a:cubicBezTo>
                <a:lnTo>
                  <a:pt x="415" y="152"/>
                </a:lnTo>
                <a:cubicBezTo>
                  <a:pt x="404" y="160"/>
                  <a:pt x="393" y="167"/>
                  <a:pt x="382" y="175"/>
                </a:cubicBezTo>
                <a:lnTo>
                  <a:pt x="372" y="161"/>
                </a:lnTo>
                <a:moveTo>
                  <a:pt x="441" y="117"/>
                </a:moveTo>
                <a:cubicBezTo>
                  <a:pt x="453" y="111"/>
                  <a:pt x="465" y="104"/>
                  <a:pt x="477" y="98"/>
                </a:cubicBezTo>
                <a:lnTo>
                  <a:pt x="485" y="112"/>
                </a:lnTo>
                <a:cubicBezTo>
                  <a:pt x="473" y="118"/>
                  <a:pt x="461" y="125"/>
                  <a:pt x="449" y="131"/>
                </a:cubicBezTo>
                <a:lnTo>
                  <a:pt x="441" y="117"/>
                </a:lnTo>
                <a:moveTo>
                  <a:pt x="514" y="80"/>
                </a:moveTo>
                <a:cubicBezTo>
                  <a:pt x="527" y="74"/>
                  <a:pt x="539" y="69"/>
                  <a:pt x="552" y="64"/>
                </a:cubicBezTo>
                <a:lnTo>
                  <a:pt x="558" y="79"/>
                </a:lnTo>
                <a:cubicBezTo>
                  <a:pt x="545" y="84"/>
                  <a:pt x="533" y="89"/>
                  <a:pt x="521" y="95"/>
                </a:cubicBezTo>
                <a:lnTo>
                  <a:pt x="514" y="80"/>
                </a:lnTo>
                <a:moveTo>
                  <a:pt x="590" y="49"/>
                </a:moveTo>
                <a:cubicBezTo>
                  <a:pt x="603" y="45"/>
                  <a:pt x="616" y="41"/>
                  <a:pt x="629" y="37"/>
                </a:cubicBezTo>
                <a:lnTo>
                  <a:pt x="634" y="52"/>
                </a:lnTo>
                <a:cubicBezTo>
                  <a:pt x="621" y="56"/>
                  <a:pt x="608" y="60"/>
                  <a:pt x="596" y="65"/>
                </a:cubicBezTo>
                <a:lnTo>
                  <a:pt x="590" y="49"/>
                </a:lnTo>
                <a:moveTo>
                  <a:pt x="669" y="26"/>
                </a:moveTo>
                <a:cubicBezTo>
                  <a:pt x="682" y="23"/>
                  <a:pt x="695" y="20"/>
                  <a:pt x="709" y="17"/>
                </a:cubicBezTo>
                <a:lnTo>
                  <a:pt x="712" y="33"/>
                </a:lnTo>
                <a:cubicBezTo>
                  <a:pt x="699" y="36"/>
                  <a:pt x="686" y="39"/>
                  <a:pt x="673" y="42"/>
                </a:cubicBezTo>
                <a:lnTo>
                  <a:pt x="669" y="26"/>
                </a:lnTo>
                <a:moveTo>
                  <a:pt x="750" y="10"/>
                </a:moveTo>
                <a:cubicBezTo>
                  <a:pt x="763" y="8"/>
                  <a:pt x="777" y="6"/>
                  <a:pt x="791" y="5"/>
                </a:cubicBezTo>
                <a:lnTo>
                  <a:pt x="793" y="21"/>
                </a:lnTo>
                <a:cubicBezTo>
                  <a:pt x="779" y="22"/>
                  <a:pt x="766" y="24"/>
                  <a:pt x="752" y="26"/>
                </a:cubicBezTo>
                <a:lnTo>
                  <a:pt x="750" y="10"/>
                </a:lnTo>
                <a:moveTo>
                  <a:pt x="832" y="2"/>
                </a:moveTo>
                <a:cubicBezTo>
                  <a:pt x="845" y="1"/>
                  <a:pt x="858" y="0"/>
                  <a:pt x="872" y="0"/>
                </a:cubicBezTo>
                <a:lnTo>
                  <a:pt x="872" y="16"/>
                </a:lnTo>
                <a:cubicBezTo>
                  <a:pt x="859" y="17"/>
                  <a:pt x="846" y="17"/>
                  <a:pt x="832" y="18"/>
                </a:cubicBezTo>
                <a:lnTo>
                  <a:pt x="832" y="2"/>
                </a:lnTo>
                <a:moveTo>
                  <a:pt x="912" y="1"/>
                </a:moveTo>
                <a:cubicBezTo>
                  <a:pt x="925" y="1"/>
                  <a:pt x="939" y="2"/>
                  <a:pt x="952" y="3"/>
                </a:cubicBezTo>
                <a:lnTo>
                  <a:pt x="951" y="19"/>
                </a:lnTo>
                <a:cubicBezTo>
                  <a:pt x="937" y="18"/>
                  <a:pt x="924" y="17"/>
                  <a:pt x="911" y="17"/>
                </a:cubicBezTo>
                <a:lnTo>
                  <a:pt x="912" y="1"/>
                </a:lnTo>
                <a:moveTo>
                  <a:pt x="993" y="7"/>
                </a:moveTo>
                <a:cubicBezTo>
                  <a:pt x="1007" y="9"/>
                  <a:pt x="1021" y="11"/>
                  <a:pt x="1034" y="14"/>
                </a:cubicBezTo>
                <a:lnTo>
                  <a:pt x="1032" y="30"/>
                </a:lnTo>
                <a:cubicBezTo>
                  <a:pt x="1018" y="27"/>
                  <a:pt x="1005" y="25"/>
                  <a:pt x="991" y="24"/>
                </a:cubicBezTo>
                <a:lnTo>
                  <a:pt x="993" y="7"/>
                </a:lnTo>
                <a:moveTo>
                  <a:pt x="1075" y="22"/>
                </a:moveTo>
                <a:cubicBezTo>
                  <a:pt x="1088" y="25"/>
                  <a:pt x="1101" y="28"/>
                  <a:pt x="1114" y="32"/>
                </a:cubicBezTo>
                <a:lnTo>
                  <a:pt x="1110" y="48"/>
                </a:lnTo>
                <a:cubicBezTo>
                  <a:pt x="1097" y="44"/>
                  <a:pt x="1084" y="41"/>
                  <a:pt x="1071" y="38"/>
                </a:cubicBezTo>
                <a:lnTo>
                  <a:pt x="1075" y="22"/>
                </a:lnTo>
                <a:moveTo>
                  <a:pt x="1153" y="44"/>
                </a:moveTo>
                <a:cubicBezTo>
                  <a:pt x="1167" y="48"/>
                  <a:pt x="1180" y="52"/>
                  <a:pt x="1193" y="57"/>
                </a:cubicBezTo>
                <a:lnTo>
                  <a:pt x="1187" y="73"/>
                </a:lnTo>
                <a:cubicBezTo>
                  <a:pt x="1174" y="68"/>
                  <a:pt x="1161" y="63"/>
                  <a:pt x="1148" y="59"/>
                </a:cubicBezTo>
                <a:lnTo>
                  <a:pt x="1153" y="44"/>
                </a:lnTo>
                <a:moveTo>
                  <a:pt x="1231" y="73"/>
                </a:moveTo>
                <a:cubicBezTo>
                  <a:pt x="1244" y="78"/>
                  <a:pt x="1256" y="84"/>
                  <a:pt x="1268" y="90"/>
                </a:cubicBezTo>
                <a:lnTo>
                  <a:pt x="1261" y="104"/>
                </a:lnTo>
                <a:cubicBezTo>
                  <a:pt x="1249" y="99"/>
                  <a:pt x="1237" y="93"/>
                  <a:pt x="1225" y="88"/>
                </a:cubicBezTo>
                <a:lnTo>
                  <a:pt x="1231" y="73"/>
                </a:lnTo>
                <a:moveTo>
                  <a:pt x="1305" y="109"/>
                </a:moveTo>
                <a:cubicBezTo>
                  <a:pt x="1317" y="115"/>
                  <a:pt x="1329" y="122"/>
                  <a:pt x="1340" y="129"/>
                </a:cubicBezTo>
                <a:lnTo>
                  <a:pt x="1332" y="143"/>
                </a:lnTo>
                <a:cubicBezTo>
                  <a:pt x="1320" y="136"/>
                  <a:pt x="1309" y="129"/>
                  <a:pt x="1297" y="123"/>
                </a:cubicBezTo>
                <a:lnTo>
                  <a:pt x="1305" y="109"/>
                </a:lnTo>
                <a:moveTo>
                  <a:pt x="1375" y="151"/>
                </a:moveTo>
                <a:cubicBezTo>
                  <a:pt x="1386" y="159"/>
                  <a:pt x="1397" y="167"/>
                  <a:pt x="1408" y="175"/>
                </a:cubicBezTo>
                <a:lnTo>
                  <a:pt x="1398" y="188"/>
                </a:lnTo>
                <a:cubicBezTo>
                  <a:pt x="1388" y="180"/>
                  <a:pt x="1377" y="172"/>
                  <a:pt x="1366" y="165"/>
                </a:cubicBezTo>
                <a:lnTo>
                  <a:pt x="1375" y="151"/>
                </a:lnTo>
                <a:moveTo>
                  <a:pt x="1440" y="200"/>
                </a:moveTo>
                <a:cubicBezTo>
                  <a:pt x="1451" y="209"/>
                  <a:pt x="1461" y="218"/>
                  <a:pt x="1471" y="227"/>
                </a:cubicBezTo>
                <a:lnTo>
                  <a:pt x="1461" y="239"/>
                </a:lnTo>
                <a:cubicBezTo>
                  <a:pt x="1451" y="230"/>
                  <a:pt x="1440" y="222"/>
                  <a:pt x="1430" y="213"/>
                </a:cubicBezTo>
                <a:lnTo>
                  <a:pt x="1440" y="200"/>
                </a:lnTo>
                <a:moveTo>
                  <a:pt x="1501" y="256"/>
                </a:moveTo>
                <a:cubicBezTo>
                  <a:pt x="1511" y="265"/>
                  <a:pt x="1521" y="275"/>
                  <a:pt x="1530" y="285"/>
                </a:cubicBezTo>
                <a:lnTo>
                  <a:pt x="1518" y="296"/>
                </a:lnTo>
                <a:cubicBezTo>
                  <a:pt x="1509" y="286"/>
                  <a:pt x="1499" y="277"/>
                  <a:pt x="1490" y="267"/>
                </a:cubicBezTo>
                <a:lnTo>
                  <a:pt x="1501" y="256"/>
                </a:lnTo>
                <a:moveTo>
                  <a:pt x="1557" y="316"/>
                </a:moveTo>
                <a:cubicBezTo>
                  <a:pt x="1566" y="327"/>
                  <a:pt x="1574" y="337"/>
                  <a:pt x="1582" y="348"/>
                </a:cubicBezTo>
                <a:lnTo>
                  <a:pt x="1570" y="358"/>
                </a:lnTo>
                <a:cubicBezTo>
                  <a:pt x="1561" y="347"/>
                  <a:pt x="1553" y="337"/>
                  <a:pt x="1544" y="327"/>
                </a:cubicBezTo>
                <a:lnTo>
                  <a:pt x="1557" y="316"/>
                </a:lnTo>
                <a:moveTo>
                  <a:pt x="1606" y="381"/>
                </a:moveTo>
                <a:cubicBezTo>
                  <a:pt x="1614" y="393"/>
                  <a:pt x="1622" y="404"/>
                  <a:pt x="1629" y="416"/>
                </a:cubicBezTo>
                <a:lnTo>
                  <a:pt x="1615" y="424"/>
                </a:lnTo>
                <a:cubicBezTo>
                  <a:pt x="1608" y="413"/>
                  <a:pt x="1601" y="402"/>
                  <a:pt x="1593" y="391"/>
                </a:cubicBezTo>
                <a:lnTo>
                  <a:pt x="1606" y="381"/>
                </a:lnTo>
                <a:moveTo>
                  <a:pt x="1650" y="451"/>
                </a:moveTo>
                <a:cubicBezTo>
                  <a:pt x="1656" y="463"/>
                  <a:pt x="1663" y="475"/>
                  <a:pt x="1669" y="487"/>
                </a:cubicBezTo>
                <a:lnTo>
                  <a:pt x="1654" y="494"/>
                </a:lnTo>
                <a:cubicBezTo>
                  <a:pt x="1648" y="482"/>
                  <a:pt x="1642" y="471"/>
                  <a:pt x="1636" y="459"/>
                </a:cubicBezTo>
                <a:lnTo>
                  <a:pt x="1650" y="451"/>
                </a:lnTo>
                <a:moveTo>
                  <a:pt x="1686" y="524"/>
                </a:moveTo>
                <a:cubicBezTo>
                  <a:pt x="1692" y="537"/>
                  <a:pt x="1697" y="549"/>
                  <a:pt x="1702" y="562"/>
                </a:cubicBezTo>
                <a:lnTo>
                  <a:pt x="1687" y="568"/>
                </a:lnTo>
                <a:cubicBezTo>
                  <a:pt x="1682" y="555"/>
                  <a:pt x="1677" y="543"/>
                  <a:pt x="1671" y="531"/>
                </a:cubicBezTo>
                <a:lnTo>
                  <a:pt x="1686" y="524"/>
                </a:lnTo>
                <a:moveTo>
                  <a:pt x="1716" y="601"/>
                </a:moveTo>
                <a:cubicBezTo>
                  <a:pt x="1720" y="614"/>
                  <a:pt x="1724" y="627"/>
                  <a:pt x="1728" y="640"/>
                </a:cubicBezTo>
                <a:lnTo>
                  <a:pt x="1712" y="644"/>
                </a:lnTo>
                <a:cubicBezTo>
                  <a:pt x="1709" y="631"/>
                  <a:pt x="1705" y="619"/>
                  <a:pt x="1701" y="606"/>
                </a:cubicBezTo>
                <a:lnTo>
                  <a:pt x="1716" y="601"/>
                </a:lnTo>
                <a:moveTo>
                  <a:pt x="1738" y="680"/>
                </a:moveTo>
                <a:cubicBezTo>
                  <a:pt x="1741" y="693"/>
                  <a:pt x="1744" y="706"/>
                  <a:pt x="1747" y="719"/>
                </a:cubicBezTo>
                <a:lnTo>
                  <a:pt x="1731" y="722"/>
                </a:lnTo>
                <a:cubicBezTo>
                  <a:pt x="1728" y="709"/>
                  <a:pt x="1726" y="696"/>
                  <a:pt x="1723" y="683"/>
                </a:cubicBezTo>
                <a:lnTo>
                  <a:pt x="1738" y="680"/>
                </a:lnTo>
                <a:moveTo>
                  <a:pt x="1753" y="761"/>
                </a:moveTo>
                <a:cubicBezTo>
                  <a:pt x="1755" y="774"/>
                  <a:pt x="1757" y="788"/>
                  <a:pt x="1758" y="802"/>
                </a:cubicBezTo>
                <a:lnTo>
                  <a:pt x="1742" y="803"/>
                </a:lnTo>
                <a:cubicBezTo>
                  <a:pt x="1741" y="790"/>
                  <a:pt x="1739" y="776"/>
                  <a:pt x="1737" y="763"/>
                </a:cubicBezTo>
                <a:lnTo>
                  <a:pt x="1753" y="761"/>
                </a:lnTo>
                <a:moveTo>
                  <a:pt x="1761" y="842"/>
                </a:moveTo>
                <a:cubicBezTo>
                  <a:pt x="1761" y="855"/>
                  <a:pt x="1762" y="868"/>
                  <a:pt x="1762" y="881"/>
                </a:cubicBezTo>
                <a:cubicBezTo>
                  <a:pt x="1762" y="894"/>
                  <a:pt x="1761" y="907"/>
                  <a:pt x="1761" y="921"/>
                </a:cubicBezTo>
                <a:lnTo>
                  <a:pt x="1744" y="920"/>
                </a:lnTo>
                <a:cubicBezTo>
                  <a:pt x="1745" y="907"/>
                  <a:pt x="1745" y="894"/>
                  <a:pt x="1745" y="881"/>
                </a:cubicBezTo>
                <a:cubicBezTo>
                  <a:pt x="1745" y="868"/>
                  <a:pt x="1745" y="856"/>
                  <a:pt x="1745" y="843"/>
                </a:cubicBezTo>
                <a:lnTo>
                  <a:pt x="1761" y="842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334560" y="994680"/>
            <a:ext cx="3549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80600"/>
                </a:solidFill>
                <a:effectLst/>
                <a:uFillTx/>
                <a:latin typeface="JetBrainsMono"/>
                <a:ea typeface="JetBrainsMono"/>
              </a:rPr>
              <a:t>Shared Contracts Layer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6276600" y="1362960"/>
            <a:ext cx="4161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Data Models: Specification, 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338080" y="3960720"/>
            <a:ext cx="580680" cy="136080"/>
          </a:xfrm>
          <a:custGeom>
            <a:avLst/>
            <a:gdLst/>
            <a:ahLst/>
            <a:rect l="0" t="0" r="r" b="b"/>
            <a:pathLst>
              <a:path w="1613" h="378">
                <a:moveTo>
                  <a:pt x="41" y="0"/>
                </a:moveTo>
                <a:lnTo>
                  <a:pt x="1572" y="0"/>
                </a:lnTo>
                <a:cubicBezTo>
                  <a:pt x="1578" y="0"/>
                  <a:pt x="1583" y="1"/>
                  <a:pt x="1588" y="3"/>
                </a:cubicBezTo>
                <a:cubicBezTo>
                  <a:pt x="1593" y="5"/>
                  <a:pt x="1597" y="8"/>
                  <a:pt x="1601" y="12"/>
                </a:cubicBezTo>
                <a:cubicBezTo>
                  <a:pt x="1605" y="16"/>
                  <a:pt x="1608" y="20"/>
                  <a:pt x="1610" y="25"/>
                </a:cubicBezTo>
                <a:cubicBezTo>
                  <a:pt x="1612" y="30"/>
                  <a:pt x="1613" y="35"/>
                  <a:pt x="1613" y="41"/>
                </a:cubicBezTo>
                <a:lnTo>
                  <a:pt x="1613" y="338"/>
                </a:lnTo>
                <a:cubicBezTo>
                  <a:pt x="1613" y="343"/>
                  <a:pt x="1612" y="348"/>
                  <a:pt x="1610" y="353"/>
                </a:cubicBezTo>
                <a:cubicBezTo>
                  <a:pt x="1608" y="358"/>
                  <a:pt x="1605" y="363"/>
                  <a:pt x="1601" y="367"/>
                </a:cubicBezTo>
                <a:cubicBezTo>
                  <a:pt x="1597" y="370"/>
                  <a:pt x="1593" y="373"/>
                  <a:pt x="1588" y="375"/>
                </a:cubicBezTo>
                <a:cubicBezTo>
                  <a:pt x="1583" y="377"/>
                  <a:pt x="1578" y="378"/>
                  <a:pt x="1572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E1B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338080" y="3960720"/>
            <a:ext cx="580680" cy="136080"/>
          </a:xfrm>
          <a:custGeom>
            <a:avLst/>
            <a:gdLst/>
            <a:ahLst/>
            <a:rect l="0" t="0" r="r" b="b"/>
            <a:pathLst>
              <a:path w="1613" h="378">
                <a:moveTo>
                  <a:pt x="41" y="0"/>
                </a:moveTo>
                <a:lnTo>
                  <a:pt x="1572" y="0"/>
                </a:lnTo>
                <a:cubicBezTo>
                  <a:pt x="1578" y="0"/>
                  <a:pt x="1583" y="1"/>
                  <a:pt x="1588" y="3"/>
                </a:cubicBezTo>
                <a:cubicBezTo>
                  <a:pt x="1593" y="5"/>
                  <a:pt x="1597" y="8"/>
                  <a:pt x="1601" y="12"/>
                </a:cubicBezTo>
                <a:cubicBezTo>
                  <a:pt x="1605" y="16"/>
                  <a:pt x="1608" y="20"/>
                  <a:pt x="1610" y="25"/>
                </a:cubicBezTo>
                <a:cubicBezTo>
                  <a:pt x="1612" y="30"/>
                  <a:pt x="1613" y="35"/>
                  <a:pt x="1613" y="41"/>
                </a:cubicBezTo>
                <a:lnTo>
                  <a:pt x="1613" y="338"/>
                </a:lnTo>
                <a:cubicBezTo>
                  <a:pt x="1613" y="343"/>
                  <a:pt x="1612" y="348"/>
                  <a:pt x="1610" y="353"/>
                </a:cubicBezTo>
                <a:cubicBezTo>
                  <a:pt x="1608" y="358"/>
                  <a:pt x="1605" y="363"/>
                  <a:pt x="1601" y="367"/>
                </a:cubicBezTo>
                <a:cubicBezTo>
                  <a:pt x="1597" y="370"/>
                  <a:pt x="1593" y="373"/>
                  <a:pt x="1588" y="375"/>
                </a:cubicBezTo>
                <a:cubicBezTo>
                  <a:pt x="1583" y="377"/>
                  <a:pt x="1578" y="378"/>
                  <a:pt x="1572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8E24AA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6363360" y="1403640"/>
            <a:ext cx="3063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Plan, ContextBundle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357520" y="1339920"/>
            <a:ext cx="561240" cy="136080"/>
          </a:xfrm>
          <a:custGeom>
            <a:avLst/>
            <a:gdLst/>
            <a:ahLst/>
            <a:rect l="0" t="0" r="r" b="b"/>
            <a:pathLst>
              <a:path w="1559" h="378">
                <a:moveTo>
                  <a:pt x="40" y="0"/>
                </a:moveTo>
                <a:lnTo>
                  <a:pt x="1518" y="0"/>
                </a:lnTo>
                <a:cubicBezTo>
                  <a:pt x="1524" y="0"/>
                  <a:pt x="1529" y="1"/>
                  <a:pt x="1534" y="3"/>
                </a:cubicBezTo>
                <a:cubicBezTo>
                  <a:pt x="1539" y="5"/>
                  <a:pt x="1543" y="8"/>
                  <a:pt x="1547" y="12"/>
                </a:cubicBezTo>
                <a:cubicBezTo>
                  <a:pt x="1551" y="16"/>
                  <a:pt x="1554" y="20"/>
                  <a:pt x="1556" y="25"/>
                </a:cubicBezTo>
                <a:cubicBezTo>
                  <a:pt x="1558" y="30"/>
                  <a:pt x="1559" y="35"/>
                  <a:pt x="1559" y="40"/>
                </a:cubicBezTo>
                <a:lnTo>
                  <a:pt x="1559" y="338"/>
                </a:lnTo>
                <a:cubicBezTo>
                  <a:pt x="1559" y="343"/>
                  <a:pt x="1558" y="348"/>
                  <a:pt x="1556" y="353"/>
                </a:cubicBezTo>
                <a:cubicBezTo>
                  <a:pt x="1554" y="358"/>
                  <a:pt x="1551" y="363"/>
                  <a:pt x="1547" y="366"/>
                </a:cubicBezTo>
                <a:cubicBezTo>
                  <a:pt x="1543" y="370"/>
                  <a:pt x="1539" y="373"/>
                  <a:pt x="1534" y="375"/>
                </a:cubicBezTo>
                <a:cubicBezTo>
                  <a:pt x="1529" y="377"/>
                  <a:pt x="1524" y="378"/>
                  <a:pt x="1518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E1B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357520" y="1339920"/>
            <a:ext cx="561240" cy="136080"/>
          </a:xfrm>
          <a:custGeom>
            <a:avLst/>
            <a:gdLst/>
            <a:ahLst/>
            <a:rect l="0" t="0" r="r" b="b"/>
            <a:pathLst>
              <a:path w="1559" h="378">
                <a:moveTo>
                  <a:pt x="40" y="0"/>
                </a:moveTo>
                <a:lnTo>
                  <a:pt x="1518" y="0"/>
                </a:lnTo>
                <a:cubicBezTo>
                  <a:pt x="1524" y="0"/>
                  <a:pt x="1529" y="1"/>
                  <a:pt x="1534" y="3"/>
                </a:cubicBezTo>
                <a:cubicBezTo>
                  <a:pt x="1539" y="5"/>
                  <a:pt x="1543" y="8"/>
                  <a:pt x="1547" y="12"/>
                </a:cubicBezTo>
                <a:cubicBezTo>
                  <a:pt x="1551" y="16"/>
                  <a:pt x="1554" y="20"/>
                  <a:pt x="1556" y="25"/>
                </a:cubicBezTo>
                <a:cubicBezTo>
                  <a:pt x="1558" y="30"/>
                  <a:pt x="1559" y="35"/>
                  <a:pt x="1559" y="40"/>
                </a:cubicBezTo>
                <a:lnTo>
                  <a:pt x="1559" y="338"/>
                </a:lnTo>
                <a:cubicBezTo>
                  <a:pt x="1559" y="343"/>
                  <a:pt x="1558" y="348"/>
                  <a:pt x="1556" y="353"/>
                </a:cubicBezTo>
                <a:cubicBezTo>
                  <a:pt x="1554" y="358"/>
                  <a:pt x="1551" y="363"/>
                  <a:pt x="1547" y="366"/>
                </a:cubicBezTo>
                <a:cubicBezTo>
                  <a:pt x="1543" y="370"/>
                  <a:pt x="1539" y="373"/>
                  <a:pt x="1534" y="375"/>
                </a:cubicBezTo>
                <a:cubicBezTo>
                  <a:pt x="1529" y="377"/>
                  <a:pt x="1524" y="378"/>
                  <a:pt x="1518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8E24AA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5425920" y="4007880"/>
            <a:ext cx="3211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Textual UI &amp; Displays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4097880" y="2421360"/>
            <a:ext cx="522720" cy="136080"/>
          </a:xfrm>
          <a:custGeom>
            <a:avLst/>
            <a:gdLst/>
            <a:ahLst/>
            <a:rect l="0" t="0" r="r" b="b"/>
            <a:pathLst>
              <a:path w="1452" h="378">
                <a:moveTo>
                  <a:pt x="41" y="0"/>
                </a:moveTo>
                <a:lnTo>
                  <a:pt x="1411" y="0"/>
                </a:lnTo>
                <a:cubicBezTo>
                  <a:pt x="1417" y="0"/>
                  <a:pt x="1422" y="1"/>
                  <a:pt x="1427" y="3"/>
                </a:cubicBezTo>
                <a:cubicBezTo>
                  <a:pt x="1432" y="5"/>
                  <a:pt x="1436" y="8"/>
                  <a:pt x="1440" y="12"/>
                </a:cubicBezTo>
                <a:cubicBezTo>
                  <a:pt x="1444" y="16"/>
                  <a:pt x="1447" y="20"/>
                  <a:pt x="1449" y="25"/>
                </a:cubicBezTo>
                <a:cubicBezTo>
                  <a:pt x="1451" y="30"/>
                  <a:pt x="1452" y="35"/>
                  <a:pt x="1452" y="41"/>
                </a:cubicBezTo>
                <a:lnTo>
                  <a:pt x="1452" y="338"/>
                </a:lnTo>
                <a:cubicBezTo>
                  <a:pt x="1452" y="343"/>
                  <a:pt x="1451" y="348"/>
                  <a:pt x="1449" y="353"/>
                </a:cubicBezTo>
                <a:cubicBezTo>
                  <a:pt x="1447" y="358"/>
                  <a:pt x="1444" y="363"/>
                  <a:pt x="1440" y="367"/>
                </a:cubicBezTo>
                <a:cubicBezTo>
                  <a:pt x="1436" y="370"/>
                  <a:pt x="1432" y="373"/>
                  <a:pt x="1427" y="375"/>
                </a:cubicBezTo>
                <a:cubicBezTo>
                  <a:pt x="1422" y="377"/>
                  <a:pt x="1417" y="378"/>
                  <a:pt x="1411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FFF9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4097880" y="2421360"/>
            <a:ext cx="522720" cy="136080"/>
          </a:xfrm>
          <a:custGeom>
            <a:avLst/>
            <a:gdLst/>
            <a:ahLst/>
            <a:rect l="0" t="0" r="r" b="b"/>
            <a:pathLst>
              <a:path w="1452" h="378">
                <a:moveTo>
                  <a:pt x="41" y="0"/>
                </a:moveTo>
                <a:lnTo>
                  <a:pt x="1411" y="0"/>
                </a:lnTo>
                <a:cubicBezTo>
                  <a:pt x="1417" y="0"/>
                  <a:pt x="1422" y="1"/>
                  <a:pt x="1427" y="3"/>
                </a:cubicBezTo>
                <a:cubicBezTo>
                  <a:pt x="1432" y="5"/>
                  <a:pt x="1436" y="8"/>
                  <a:pt x="1440" y="12"/>
                </a:cubicBezTo>
                <a:cubicBezTo>
                  <a:pt x="1444" y="16"/>
                  <a:pt x="1447" y="20"/>
                  <a:pt x="1449" y="25"/>
                </a:cubicBezTo>
                <a:cubicBezTo>
                  <a:pt x="1451" y="30"/>
                  <a:pt x="1452" y="35"/>
                  <a:pt x="1452" y="41"/>
                </a:cubicBezTo>
                <a:lnTo>
                  <a:pt x="1452" y="338"/>
                </a:lnTo>
                <a:cubicBezTo>
                  <a:pt x="1452" y="343"/>
                  <a:pt x="1451" y="348"/>
                  <a:pt x="1449" y="353"/>
                </a:cubicBezTo>
                <a:cubicBezTo>
                  <a:pt x="1447" y="358"/>
                  <a:pt x="1444" y="363"/>
                  <a:pt x="1440" y="367"/>
                </a:cubicBezTo>
                <a:cubicBezTo>
                  <a:pt x="1436" y="370"/>
                  <a:pt x="1432" y="373"/>
                  <a:pt x="1427" y="375"/>
                </a:cubicBezTo>
                <a:cubicBezTo>
                  <a:pt x="1422" y="377"/>
                  <a:pt x="1417" y="378"/>
                  <a:pt x="1411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FBC02D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5445360" y="1387080"/>
            <a:ext cx="3456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Spec Wizard &amp; Canvas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4088160" y="2091240"/>
            <a:ext cx="542160" cy="136440"/>
          </a:xfrm>
          <a:custGeom>
            <a:avLst/>
            <a:gdLst/>
            <a:ahLst/>
            <a:rect l="0" t="0" r="r" b="b"/>
            <a:pathLst>
              <a:path w="1506" h="379">
                <a:moveTo>
                  <a:pt x="41" y="0"/>
                </a:moveTo>
                <a:lnTo>
                  <a:pt x="1465" y="0"/>
                </a:lnTo>
                <a:cubicBezTo>
                  <a:pt x="1470" y="0"/>
                  <a:pt x="1476" y="1"/>
                  <a:pt x="1481" y="3"/>
                </a:cubicBezTo>
                <a:cubicBezTo>
                  <a:pt x="1486" y="5"/>
                  <a:pt x="1490" y="8"/>
                  <a:pt x="1494" y="12"/>
                </a:cubicBezTo>
                <a:cubicBezTo>
                  <a:pt x="1498" y="16"/>
                  <a:pt x="1500" y="20"/>
                  <a:pt x="1503" y="25"/>
                </a:cubicBezTo>
                <a:cubicBezTo>
                  <a:pt x="1505" y="30"/>
                  <a:pt x="1506" y="36"/>
                  <a:pt x="1506" y="42"/>
                </a:cubicBezTo>
                <a:lnTo>
                  <a:pt x="1506" y="338"/>
                </a:lnTo>
                <a:cubicBezTo>
                  <a:pt x="1506" y="343"/>
                  <a:pt x="1505" y="349"/>
                  <a:pt x="1503" y="353"/>
                </a:cubicBezTo>
                <a:cubicBezTo>
                  <a:pt x="1500" y="358"/>
                  <a:pt x="1498" y="363"/>
                  <a:pt x="1494" y="367"/>
                </a:cubicBezTo>
                <a:cubicBezTo>
                  <a:pt x="1490" y="370"/>
                  <a:pt x="1486" y="373"/>
                  <a:pt x="1481" y="375"/>
                </a:cubicBezTo>
                <a:cubicBezTo>
                  <a:pt x="1476" y="377"/>
                  <a:pt x="1470" y="379"/>
                  <a:pt x="1465" y="379"/>
                </a:cubicBezTo>
                <a:lnTo>
                  <a:pt x="41" y="379"/>
                </a:lnTo>
                <a:cubicBezTo>
                  <a:pt x="35" y="379"/>
                  <a:pt x="30" y="377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9"/>
                  <a:pt x="0" y="343"/>
                  <a:pt x="0" y="338"/>
                </a:cubicBezTo>
                <a:lnTo>
                  <a:pt x="0" y="42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FFF9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4088160" y="2091240"/>
            <a:ext cx="542160" cy="136440"/>
          </a:xfrm>
          <a:custGeom>
            <a:avLst/>
            <a:gdLst/>
            <a:ahLst/>
            <a:rect l="0" t="0" r="r" b="b"/>
            <a:pathLst>
              <a:path w="1506" h="379">
                <a:moveTo>
                  <a:pt x="41" y="0"/>
                </a:moveTo>
                <a:lnTo>
                  <a:pt x="1465" y="0"/>
                </a:lnTo>
                <a:cubicBezTo>
                  <a:pt x="1470" y="0"/>
                  <a:pt x="1476" y="1"/>
                  <a:pt x="1481" y="3"/>
                </a:cubicBezTo>
                <a:cubicBezTo>
                  <a:pt x="1486" y="5"/>
                  <a:pt x="1490" y="8"/>
                  <a:pt x="1494" y="12"/>
                </a:cubicBezTo>
                <a:cubicBezTo>
                  <a:pt x="1498" y="16"/>
                  <a:pt x="1500" y="20"/>
                  <a:pt x="1503" y="25"/>
                </a:cubicBezTo>
                <a:cubicBezTo>
                  <a:pt x="1505" y="30"/>
                  <a:pt x="1506" y="36"/>
                  <a:pt x="1506" y="42"/>
                </a:cubicBezTo>
                <a:lnTo>
                  <a:pt x="1506" y="338"/>
                </a:lnTo>
                <a:cubicBezTo>
                  <a:pt x="1506" y="343"/>
                  <a:pt x="1505" y="349"/>
                  <a:pt x="1503" y="353"/>
                </a:cubicBezTo>
                <a:cubicBezTo>
                  <a:pt x="1500" y="358"/>
                  <a:pt x="1498" y="363"/>
                  <a:pt x="1494" y="367"/>
                </a:cubicBezTo>
                <a:cubicBezTo>
                  <a:pt x="1490" y="370"/>
                  <a:pt x="1486" y="373"/>
                  <a:pt x="1481" y="375"/>
                </a:cubicBezTo>
                <a:cubicBezTo>
                  <a:pt x="1476" y="377"/>
                  <a:pt x="1470" y="379"/>
                  <a:pt x="1465" y="379"/>
                </a:cubicBezTo>
                <a:lnTo>
                  <a:pt x="41" y="379"/>
                </a:lnTo>
                <a:cubicBezTo>
                  <a:pt x="35" y="379"/>
                  <a:pt x="30" y="377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9"/>
                  <a:pt x="0" y="343"/>
                  <a:pt x="0" y="338"/>
                </a:cubicBezTo>
                <a:lnTo>
                  <a:pt x="0" y="42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FBC02D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4185720" y="2468520"/>
            <a:ext cx="2746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Session Controller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782880" y="2751480"/>
            <a:ext cx="445680" cy="136080"/>
          </a:xfrm>
          <a:custGeom>
            <a:avLst/>
            <a:gdLst/>
            <a:ahLst/>
            <a:rect l="0" t="0" r="r" b="b"/>
            <a:pathLst>
              <a:path w="1238" h="378">
                <a:moveTo>
                  <a:pt x="41" y="0"/>
                </a:moveTo>
                <a:lnTo>
                  <a:pt x="1196" y="0"/>
                </a:lnTo>
                <a:cubicBezTo>
                  <a:pt x="1202" y="0"/>
                  <a:pt x="1207" y="1"/>
                  <a:pt x="1212" y="3"/>
                </a:cubicBezTo>
                <a:cubicBezTo>
                  <a:pt x="1217" y="5"/>
                  <a:pt x="1221" y="8"/>
                  <a:pt x="1225" y="12"/>
                </a:cubicBezTo>
                <a:cubicBezTo>
                  <a:pt x="1229" y="16"/>
                  <a:pt x="1232" y="20"/>
                  <a:pt x="1235" y="25"/>
                </a:cubicBezTo>
                <a:cubicBezTo>
                  <a:pt x="1237" y="30"/>
                  <a:pt x="1238" y="35"/>
                  <a:pt x="1238" y="41"/>
                </a:cubicBezTo>
                <a:lnTo>
                  <a:pt x="1238" y="338"/>
                </a:lnTo>
                <a:cubicBezTo>
                  <a:pt x="1238" y="343"/>
                  <a:pt x="1237" y="348"/>
                  <a:pt x="1235" y="353"/>
                </a:cubicBezTo>
                <a:cubicBezTo>
                  <a:pt x="1232" y="358"/>
                  <a:pt x="1229" y="363"/>
                  <a:pt x="1225" y="366"/>
                </a:cubicBezTo>
                <a:cubicBezTo>
                  <a:pt x="1221" y="370"/>
                  <a:pt x="1217" y="373"/>
                  <a:pt x="1212" y="375"/>
                </a:cubicBezTo>
                <a:cubicBezTo>
                  <a:pt x="1207" y="377"/>
                  <a:pt x="1202" y="378"/>
                  <a:pt x="1196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FFF9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782880" y="2751480"/>
            <a:ext cx="445680" cy="136080"/>
          </a:xfrm>
          <a:custGeom>
            <a:avLst/>
            <a:gdLst/>
            <a:ahLst/>
            <a:rect l="0" t="0" r="r" b="b"/>
            <a:pathLst>
              <a:path w="1238" h="378">
                <a:moveTo>
                  <a:pt x="41" y="0"/>
                </a:moveTo>
                <a:lnTo>
                  <a:pt x="1196" y="0"/>
                </a:lnTo>
                <a:cubicBezTo>
                  <a:pt x="1202" y="0"/>
                  <a:pt x="1207" y="1"/>
                  <a:pt x="1212" y="3"/>
                </a:cubicBezTo>
                <a:cubicBezTo>
                  <a:pt x="1217" y="5"/>
                  <a:pt x="1221" y="8"/>
                  <a:pt x="1225" y="12"/>
                </a:cubicBezTo>
                <a:cubicBezTo>
                  <a:pt x="1229" y="16"/>
                  <a:pt x="1232" y="20"/>
                  <a:pt x="1235" y="25"/>
                </a:cubicBezTo>
                <a:cubicBezTo>
                  <a:pt x="1237" y="30"/>
                  <a:pt x="1238" y="35"/>
                  <a:pt x="1238" y="41"/>
                </a:cubicBezTo>
                <a:lnTo>
                  <a:pt x="1238" y="338"/>
                </a:lnTo>
                <a:cubicBezTo>
                  <a:pt x="1238" y="343"/>
                  <a:pt x="1237" y="348"/>
                  <a:pt x="1235" y="353"/>
                </a:cubicBezTo>
                <a:cubicBezTo>
                  <a:pt x="1232" y="358"/>
                  <a:pt x="1229" y="363"/>
                  <a:pt x="1225" y="366"/>
                </a:cubicBezTo>
                <a:cubicBezTo>
                  <a:pt x="1221" y="370"/>
                  <a:pt x="1217" y="373"/>
                  <a:pt x="1212" y="375"/>
                </a:cubicBezTo>
                <a:cubicBezTo>
                  <a:pt x="1207" y="377"/>
                  <a:pt x="1202" y="378"/>
                  <a:pt x="1196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FBC02D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4176000" y="2138400"/>
            <a:ext cx="2876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Specification Agent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3802320" y="3081600"/>
            <a:ext cx="406800" cy="136080"/>
          </a:xfrm>
          <a:custGeom>
            <a:avLst/>
            <a:gdLst/>
            <a:ahLst/>
            <a:rect l="0" t="0" r="r" b="b"/>
            <a:pathLst>
              <a:path w="1130" h="378">
                <a:moveTo>
                  <a:pt x="40" y="0"/>
                </a:moveTo>
                <a:lnTo>
                  <a:pt x="1090" y="0"/>
                </a:lnTo>
                <a:cubicBezTo>
                  <a:pt x="1095" y="0"/>
                  <a:pt x="1100" y="1"/>
                  <a:pt x="1105" y="3"/>
                </a:cubicBezTo>
                <a:cubicBezTo>
                  <a:pt x="1110" y="5"/>
                  <a:pt x="1115" y="8"/>
                  <a:pt x="1118" y="12"/>
                </a:cubicBezTo>
                <a:cubicBezTo>
                  <a:pt x="1122" y="16"/>
                  <a:pt x="1125" y="20"/>
                  <a:pt x="1127" y="25"/>
                </a:cubicBezTo>
                <a:cubicBezTo>
                  <a:pt x="1129" y="30"/>
                  <a:pt x="1130" y="35"/>
                  <a:pt x="1130" y="40"/>
                </a:cubicBezTo>
                <a:lnTo>
                  <a:pt x="1130" y="338"/>
                </a:lnTo>
                <a:cubicBezTo>
                  <a:pt x="1130" y="343"/>
                  <a:pt x="1129" y="348"/>
                  <a:pt x="1127" y="353"/>
                </a:cubicBezTo>
                <a:cubicBezTo>
                  <a:pt x="1125" y="358"/>
                  <a:pt x="1122" y="362"/>
                  <a:pt x="1118" y="366"/>
                </a:cubicBezTo>
                <a:cubicBezTo>
                  <a:pt x="1115" y="370"/>
                  <a:pt x="1110" y="373"/>
                  <a:pt x="1105" y="375"/>
                </a:cubicBezTo>
                <a:cubicBezTo>
                  <a:pt x="1100" y="377"/>
                  <a:pt x="1095" y="378"/>
                  <a:pt x="1090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2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FFF9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3802320" y="3081600"/>
            <a:ext cx="406800" cy="136080"/>
          </a:xfrm>
          <a:custGeom>
            <a:avLst/>
            <a:gdLst/>
            <a:ahLst/>
            <a:rect l="0" t="0" r="r" b="b"/>
            <a:pathLst>
              <a:path w="1130" h="378">
                <a:moveTo>
                  <a:pt x="40" y="0"/>
                </a:moveTo>
                <a:lnTo>
                  <a:pt x="1090" y="0"/>
                </a:lnTo>
                <a:cubicBezTo>
                  <a:pt x="1095" y="0"/>
                  <a:pt x="1100" y="1"/>
                  <a:pt x="1105" y="3"/>
                </a:cubicBezTo>
                <a:cubicBezTo>
                  <a:pt x="1110" y="5"/>
                  <a:pt x="1115" y="8"/>
                  <a:pt x="1118" y="12"/>
                </a:cubicBezTo>
                <a:cubicBezTo>
                  <a:pt x="1122" y="16"/>
                  <a:pt x="1125" y="20"/>
                  <a:pt x="1127" y="25"/>
                </a:cubicBezTo>
                <a:cubicBezTo>
                  <a:pt x="1129" y="30"/>
                  <a:pt x="1130" y="35"/>
                  <a:pt x="1130" y="40"/>
                </a:cubicBezTo>
                <a:lnTo>
                  <a:pt x="1130" y="338"/>
                </a:lnTo>
                <a:cubicBezTo>
                  <a:pt x="1130" y="343"/>
                  <a:pt x="1129" y="348"/>
                  <a:pt x="1127" y="353"/>
                </a:cubicBezTo>
                <a:cubicBezTo>
                  <a:pt x="1125" y="358"/>
                  <a:pt x="1122" y="362"/>
                  <a:pt x="1118" y="366"/>
                </a:cubicBezTo>
                <a:cubicBezTo>
                  <a:pt x="1115" y="370"/>
                  <a:pt x="1110" y="373"/>
                  <a:pt x="1105" y="375"/>
                </a:cubicBezTo>
                <a:cubicBezTo>
                  <a:pt x="1100" y="377"/>
                  <a:pt x="1095" y="378"/>
                  <a:pt x="1090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2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FBC02D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3870720" y="2798640"/>
            <a:ext cx="2282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Planning Agent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4398840" y="2751480"/>
            <a:ext cx="676800" cy="136080"/>
          </a:xfrm>
          <a:custGeom>
            <a:avLst/>
            <a:gdLst/>
            <a:ahLst/>
            <a:rect l="0" t="0" r="r" b="b"/>
            <a:pathLst>
              <a:path w="1880" h="378">
                <a:moveTo>
                  <a:pt x="40" y="0"/>
                </a:moveTo>
                <a:lnTo>
                  <a:pt x="1838" y="0"/>
                </a:lnTo>
                <a:cubicBezTo>
                  <a:pt x="1844" y="0"/>
                  <a:pt x="1849" y="1"/>
                  <a:pt x="1854" y="3"/>
                </a:cubicBezTo>
                <a:cubicBezTo>
                  <a:pt x="1859" y="5"/>
                  <a:pt x="1863" y="8"/>
                  <a:pt x="1867" y="12"/>
                </a:cubicBezTo>
                <a:cubicBezTo>
                  <a:pt x="1871" y="16"/>
                  <a:pt x="1875" y="20"/>
                  <a:pt x="1877" y="25"/>
                </a:cubicBezTo>
                <a:cubicBezTo>
                  <a:pt x="1879" y="30"/>
                  <a:pt x="1880" y="35"/>
                  <a:pt x="1880" y="41"/>
                </a:cubicBezTo>
                <a:lnTo>
                  <a:pt x="1880" y="338"/>
                </a:lnTo>
                <a:cubicBezTo>
                  <a:pt x="1880" y="343"/>
                  <a:pt x="1879" y="348"/>
                  <a:pt x="1877" y="353"/>
                </a:cubicBezTo>
                <a:cubicBezTo>
                  <a:pt x="1875" y="358"/>
                  <a:pt x="1871" y="363"/>
                  <a:pt x="1867" y="366"/>
                </a:cubicBezTo>
                <a:cubicBezTo>
                  <a:pt x="1863" y="370"/>
                  <a:pt x="1859" y="373"/>
                  <a:pt x="1854" y="375"/>
                </a:cubicBezTo>
                <a:cubicBezTo>
                  <a:pt x="1849" y="377"/>
                  <a:pt x="1844" y="378"/>
                  <a:pt x="1838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5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5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FFF9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4398840" y="2751480"/>
            <a:ext cx="676800" cy="136080"/>
          </a:xfrm>
          <a:custGeom>
            <a:avLst/>
            <a:gdLst/>
            <a:ahLst/>
            <a:rect l="0" t="0" r="r" b="b"/>
            <a:pathLst>
              <a:path w="1880" h="378">
                <a:moveTo>
                  <a:pt x="40" y="0"/>
                </a:moveTo>
                <a:lnTo>
                  <a:pt x="1838" y="0"/>
                </a:lnTo>
                <a:cubicBezTo>
                  <a:pt x="1844" y="0"/>
                  <a:pt x="1849" y="1"/>
                  <a:pt x="1854" y="3"/>
                </a:cubicBezTo>
                <a:cubicBezTo>
                  <a:pt x="1859" y="5"/>
                  <a:pt x="1863" y="8"/>
                  <a:pt x="1867" y="12"/>
                </a:cubicBezTo>
                <a:cubicBezTo>
                  <a:pt x="1871" y="16"/>
                  <a:pt x="1875" y="20"/>
                  <a:pt x="1877" y="25"/>
                </a:cubicBezTo>
                <a:cubicBezTo>
                  <a:pt x="1879" y="30"/>
                  <a:pt x="1880" y="35"/>
                  <a:pt x="1880" y="41"/>
                </a:cubicBezTo>
                <a:lnTo>
                  <a:pt x="1880" y="338"/>
                </a:lnTo>
                <a:cubicBezTo>
                  <a:pt x="1880" y="343"/>
                  <a:pt x="1879" y="348"/>
                  <a:pt x="1877" y="353"/>
                </a:cubicBezTo>
                <a:cubicBezTo>
                  <a:pt x="1875" y="358"/>
                  <a:pt x="1871" y="363"/>
                  <a:pt x="1867" y="366"/>
                </a:cubicBezTo>
                <a:cubicBezTo>
                  <a:pt x="1863" y="370"/>
                  <a:pt x="1859" y="373"/>
                  <a:pt x="1854" y="375"/>
                </a:cubicBezTo>
                <a:cubicBezTo>
                  <a:pt x="1849" y="377"/>
                  <a:pt x="1844" y="378"/>
                  <a:pt x="1838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5" y="370"/>
                  <a:pt x="12" y="366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5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FBC02D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3890160" y="3128760"/>
            <a:ext cx="2037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Coding Agent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905520" y="3557520"/>
            <a:ext cx="464760" cy="136440"/>
          </a:xfrm>
          <a:custGeom>
            <a:avLst/>
            <a:gdLst/>
            <a:ahLst/>
            <a:rect l="0" t="0" r="r" b="b"/>
            <a:pathLst>
              <a:path w="1291" h="379">
                <a:moveTo>
                  <a:pt x="40" y="0"/>
                </a:moveTo>
                <a:lnTo>
                  <a:pt x="1250" y="0"/>
                </a:lnTo>
                <a:cubicBezTo>
                  <a:pt x="1256" y="0"/>
                  <a:pt x="1261" y="1"/>
                  <a:pt x="1266" y="3"/>
                </a:cubicBezTo>
                <a:cubicBezTo>
                  <a:pt x="1271" y="6"/>
                  <a:pt x="1275" y="8"/>
                  <a:pt x="1279" y="12"/>
                </a:cubicBezTo>
                <a:cubicBezTo>
                  <a:pt x="1283" y="16"/>
                  <a:pt x="1286" y="20"/>
                  <a:pt x="1288" y="25"/>
                </a:cubicBezTo>
                <a:cubicBezTo>
                  <a:pt x="1290" y="30"/>
                  <a:pt x="1291" y="36"/>
                  <a:pt x="1291" y="41"/>
                </a:cubicBezTo>
                <a:lnTo>
                  <a:pt x="1291" y="338"/>
                </a:lnTo>
                <a:cubicBezTo>
                  <a:pt x="1291" y="344"/>
                  <a:pt x="1290" y="349"/>
                  <a:pt x="1288" y="354"/>
                </a:cubicBezTo>
                <a:cubicBezTo>
                  <a:pt x="1286" y="359"/>
                  <a:pt x="1283" y="363"/>
                  <a:pt x="1279" y="367"/>
                </a:cubicBezTo>
                <a:cubicBezTo>
                  <a:pt x="1275" y="371"/>
                  <a:pt x="1271" y="374"/>
                  <a:pt x="1266" y="376"/>
                </a:cubicBezTo>
                <a:cubicBezTo>
                  <a:pt x="1261" y="378"/>
                  <a:pt x="1256" y="379"/>
                  <a:pt x="1250" y="379"/>
                </a:cubicBezTo>
                <a:lnTo>
                  <a:pt x="40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5" y="371"/>
                  <a:pt x="11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1" y="12"/>
                </a:cubicBezTo>
                <a:cubicBezTo>
                  <a:pt x="15" y="8"/>
                  <a:pt x="20" y="6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C8E6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6905520" y="3557520"/>
            <a:ext cx="464760" cy="136440"/>
          </a:xfrm>
          <a:custGeom>
            <a:avLst/>
            <a:gdLst/>
            <a:ahLst/>
            <a:rect l="0" t="0" r="r" b="b"/>
            <a:pathLst>
              <a:path w="1291" h="379">
                <a:moveTo>
                  <a:pt x="40" y="0"/>
                </a:moveTo>
                <a:lnTo>
                  <a:pt x="1250" y="0"/>
                </a:lnTo>
                <a:cubicBezTo>
                  <a:pt x="1256" y="0"/>
                  <a:pt x="1261" y="1"/>
                  <a:pt x="1266" y="3"/>
                </a:cubicBezTo>
                <a:cubicBezTo>
                  <a:pt x="1271" y="6"/>
                  <a:pt x="1275" y="8"/>
                  <a:pt x="1279" y="12"/>
                </a:cubicBezTo>
                <a:cubicBezTo>
                  <a:pt x="1283" y="16"/>
                  <a:pt x="1286" y="20"/>
                  <a:pt x="1288" y="25"/>
                </a:cubicBezTo>
                <a:cubicBezTo>
                  <a:pt x="1290" y="30"/>
                  <a:pt x="1291" y="36"/>
                  <a:pt x="1291" y="41"/>
                </a:cubicBezTo>
                <a:lnTo>
                  <a:pt x="1291" y="338"/>
                </a:lnTo>
                <a:cubicBezTo>
                  <a:pt x="1291" y="344"/>
                  <a:pt x="1290" y="349"/>
                  <a:pt x="1288" y="354"/>
                </a:cubicBezTo>
                <a:cubicBezTo>
                  <a:pt x="1286" y="359"/>
                  <a:pt x="1283" y="363"/>
                  <a:pt x="1279" y="367"/>
                </a:cubicBezTo>
                <a:cubicBezTo>
                  <a:pt x="1275" y="371"/>
                  <a:pt x="1271" y="374"/>
                  <a:pt x="1266" y="376"/>
                </a:cubicBezTo>
                <a:cubicBezTo>
                  <a:pt x="1261" y="378"/>
                  <a:pt x="1256" y="379"/>
                  <a:pt x="1250" y="379"/>
                </a:cubicBezTo>
                <a:lnTo>
                  <a:pt x="40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5" y="371"/>
                  <a:pt x="11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1" y="12"/>
                </a:cubicBezTo>
                <a:cubicBezTo>
                  <a:pt x="15" y="8"/>
                  <a:pt x="20" y="6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388E3C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4486680" y="2798640"/>
            <a:ext cx="4050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Schema Tailor &amp; Heuristics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895800" y="3960720"/>
            <a:ext cx="484200" cy="136080"/>
          </a:xfrm>
          <a:custGeom>
            <a:avLst/>
            <a:gdLst/>
            <a:ahLst/>
            <a:rect l="0" t="0" r="r" b="b"/>
            <a:pathLst>
              <a:path w="1345" h="378">
                <a:moveTo>
                  <a:pt x="40" y="0"/>
                </a:moveTo>
                <a:lnTo>
                  <a:pt x="1304" y="0"/>
                </a:lnTo>
                <a:cubicBezTo>
                  <a:pt x="1309" y="0"/>
                  <a:pt x="1314" y="1"/>
                  <a:pt x="1319" y="3"/>
                </a:cubicBezTo>
                <a:cubicBezTo>
                  <a:pt x="1324" y="5"/>
                  <a:pt x="1329" y="8"/>
                  <a:pt x="1333" y="12"/>
                </a:cubicBezTo>
                <a:cubicBezTo>
                  <a:pt x="1336" y="16"/>
                  <a:pt x="1339" y="20"/>
                  <a:pt x="1341" y="25"/>
                </a:cubicBezTo>
                <a:cubicBezTo>
                  <a:pt x="1343" y="30"/>
                  <a:pt x="1345" y="35"/>
                  <a:pt x="1345" y="41"/>
                </a:cubicBezTo>
                <a:lnTo>
                  <a:pt x="1345" y="338"/>
                </a:lnTo>
                <a:cubicBezTo>
                  <a:pt x="1345" y="343"/>
                  <a:pt x="1343" y="348"/>
                  <a:pt x="1341" y="353"/>
                </a:cubicBezTo>
                <a:cubicBezTo>
                  <a:pt x="1339" y="358"/>
                  <a:pt x="1336" y="363"/>
                  <a:pt x="1333" y="367"/>
                </a:cubicBezTo>
                <a:cubicBezTo>
                  <a:pt x="1329" y="370"/>
                  <a:pt x="1324" y="373"/>
                  <a:pt x="1319" y="375"/>
                </a:cubicBezTo>
                <a:cubicBezTo>
                  <a:pt x="1314" y="377"/>
                  <a:pt x="1309" y="378"/>
                  <a:pt x="1304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5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5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C8E6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895800" y="3960720"/>
            <a:ext cx="484200" cy="136080"/>
          </a:xfrm>
          <a:custGeom>
            <a:avLst/>
            <a:gdLst/>
            <a:ahLst/>
            <a:rect l="0" t="0" r="r" b="b"/>
            <a:pathLst>
              <a:path w="1345" h="378">
                <a:moveTo>
                  <a:pt x="40" y="0"/>
                </a:moveTo>
                <a:lnTo>
                  <a:pt x="1304" y="0"/>
                </a:lnTo>
                <a:cubicBezTo>
                  <a:pt x="1309" y="0"/>
                  <a:pt x="1314" y="1"/>
                  <a:pt x="1319" y="3"/>
                </a:cubicBezTo>
                <a:cubicBezTo>
                  <a:pt x="1324" y="5"/>
                  <a:pt x="1329" y="8"/>
                  <a:pt x="1333" y="12"/>
                </a:cubicBezTo>
                <a:cubicBezTo>
                  <a:pt x="1336" y="16"/>
                  <a:pt x="1339" y="20"/>
                  <a:pt x="1341" y="25"/>
                </a:cubicBezTo>
                <a:cubicBezTo>
                  <a:pt x="1343" y="30"/>
                  <a:pt x="1345" y="35"/>
                  <a:pt x="1345" y="41"/>
                </a:cubicBezTo>
                <a:lnTo>
                  <a:pt x="1345" y="338"/>
                </a:lnTo>
                <a:cubicBezTo>
                  <a:pt x="1345" y="343"/>
                  <a:pt x="1343" y="348"/>
                  <a:pt x="1341" y="353"/>
                </a:cubicBezTo>
                <a:cubicBezTo>
                  <a:pt x="1339" y="358"/>
                  <a:pt x="1336" y="363"/>
                  <a:pt x="1333" y="367"/>
                </a:cubicBezTo>
                <a:cubicBezTo>
                  <a:pt x="1329" y="370"/>
                  <a:pt x="1324" y="373"/>
                  <a:pt x="1319" y="375"/>
                </a:cubicBezTo>
                <a:cubicBezTo>
                  <a:pt x="1314" y="377"/>
                  <a:pt x="1309" y="378"/>
                  <a:pt x="1304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5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5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388E3C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6993360" y="3604680"/>
            <a:ext cx="2372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Context Service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6736320" y="4363920"/>
            <a:ext cx="445680" cy="136080"/>
          </a:xfrm>
          <a:custGeom>
            <a:avLst/>
            <a:gdLst/>
            <a:ahLst/>
            <a:rect l="0" t="0" r="r" b="b"/>
            <a:pathLst>
              <a:path w="1238" h="378">
                <a:moveTo>
                  <a:pt x="41" y="0"/>
                </a:moveTo>
                <a:lnTo>
                  <a:pt x="1197" y="0"/>
                </a:lnTo>
                <a:cubicBezTo>
                  <a:pt x="1203" y="0"/>
                  <a:pt x="1208" y="1"/>
                  <a:pt x="1213" y="3"/>
                </a:cubicBezTo>
                <a:cubicBezTo>
                  <a:pt x="1218" y="5"/>
                  <a:pt x="1222" y="8"/>
                  <a:pt x="1226" y="12"/>
                </a:cubicBezTo>
                <a:cubicBezTo>
                  <a:pt x="1230" y="16"/>
                  <a:pt x="1233" y="20"/>
                  <a:pt x="1235" y="25"/>
                </a:cubicBezTo>
                <a:cubicBezTo>
                  <a:pt x="1237" y="30"/>
                  <a:pt x="1238" y="35"/>
                  <a:pt x="1238" y="40"/>
                </a:cubicBezTo>
                <a:lnTo>
                  <a:pt x="1238" y="338"/>
                </a:lnTo>
                <a:cubicBezTo>
                  <a:pt x="1238" y="343"/>
                  <a:pt x="1237" y="348"/>
                  <a:pt x="1235" y="353"/>
                </a:cubicBezTo>
                <a:cubicBezTo>
                  <a:pt x="1233" y="358"/>
                  <a:pt x="1230" y="362"/>
                  <a:pt x="1226" y="366"/>
                </a:cubicBezTo>
                <a:cubicBezTo>
                  <a:pt x="1222" y="370"/>
                  <a:pt x="1218" y="373"/>
                  <a:pt x="1213" y="375"/>
                </a:cubicBezTo>
                <a:cubicBezTo>
                  <a:pt x="1208" y="377"/>
                  <a:pt x="1203" y="378"/>
                  <a:pt x="1197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2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C8E6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6736320" y="4363920"/>
            <a:ext cx="445680" cy="136080"/>
          </a:xfrm>
          <a:custGeom>
            <a:avLst/>
            <a:gdLst/>
            <a:ahLst/>
            <a:rect l="0" t="0" r="r" b="b"/>
            <a:pathLst>
              <a:path w="1238" h="378">
                <a:moveTo>
                  <a:pt x="41" y="0"/>
                </a:moveTo>
                <a:lnTo>
                  <a:pt x="1197" y="0"/>
                </a:lnTo>
                <a:cubicBezTo>
                  <a:pt x="1203" y="0"/>
                  <a:pt x="1208" y="1"/>
                  <a:pt x="1213" y="3"/>
                </a:cubicBezTo>
                <a:cubicBezTo>
                  <a:pt x="1218" y="5"/>
                  <a:pt x="1222" y="8"/>
                  <a:pt x="1226" y="12"/>
                </a:cubicBezTo>
                <a:cubicBezTo>
                  <a:pt x="1230" y="16"/>
                  <a:pt x="1233" y="20"/>
                  <a:pt x="1235" y="25"/>
                </a:cubicBezTo>
                <a:cubicBezTo>
                  <a:pt x="1237" y="30"/>
                  <a:pt x="1238" y="35"/>
                  <a:pt x="1238" y="40"/>
                </a:cubicBezTo>
                <a:lnTo>
                  <a:pt x="1238" y="338"/>
                </a:lnTo>
                <a:cubicBezTo>
                  <a:pt x="1238" y="343"/>
                  <a:pt x="1237" y="348"/>
                  <a:pt x="1235" y="353"/>
                </a:cubicBezTo>
                <a:cubicBezTo>
                  <a:pt x="1233" y="358"/>
                  <a:pt x="1230" y="362"/>
                  <a:pt x="1226" y="366"/>
                </a:cubicBezTo>
                <a:cubicBezTo>
                  <a:pt x="1222" y="370"/>
                  <a:pt x="1218" y="373"/>
                  <a:pt x="1213" y="375"/>
                </a:cubicBezTo>
                <a:cubicBezTo>
                  <a:pt x="1208" y="377"/>
                  <a:pt x="1203" y="378"/>
                  <a:pt x="1197" y="378"/>
                </a:cubicBezTo>
                <a:lnTo>
                  <a:pt x="41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6" y="370"/>
                  <a:pt x="12" y="366"/>
                </a:cubicBezTo>
                <a:cubicBezTo>
                  <a:pt x="8" y="362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0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388E3C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6983640" y="4007880"/>
            <a:ext cx="2764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Prompt Assembler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4711680" y="4839840"/>
            <a:ext cx="464760" cy="136440"/>
          </a:xfrm>
          <a:custGeom>
            <a:avLst/>
            <a:gdLst/>
            <a:ahLst/>
            <a:rect l="0" t="0" r="r" b="b"/>
            <a:pathLst>
              <a:path w="1291" h="379">
                <a:moveTo>
                  <a:pt x="40" y="0"/>
                </a:moveTo>
                <a:lnTo>
                  <a:pt x="1250" y="0"/>
                </a:lnTo>
                <a:cubicBezTo>
                  <a:pt x="1256" y="0"/>
                  <a:pt x="1261" y="1"/>
                  <a:pt x="1266" y="3"/>
                </a:cubicBezTo>
                <a:cubicBezTo>
                  <a:pt x="1271" y="6"/>
                  <a:pt x="1275" y="8"/>
                  <a:pt x="1279" y="12"/>
                </a:cubicBezTo>
                <a:cubicBezTo>
                  <a:pt x="1283" y="16"/>
                  <a:pt x="1286" y="20"/>
                  <a:pt x="1288" y="25"/>
                </a:cubicBezTo>
                <a:cubicBezTo>
                  <a:pt x="1290" y="30"/>
                  <a:pt x="1291" y="36"/>
                  <a:pt x="1291" y="41"/>
                </a:cubicBezTo>
                <a:lnTo>
                  <a:pt x="1291" y="338"/>
                </a:lnTo>
                <a:cubicBezTo>
                  <a:pt x="1291" y="344"/>
                  <a:pt x="1290" y="349"/>
                  <a:pt x="1288" y="354"/>
                </a:cubicBezTo>
                <a:cubicBezTo>
                  <a:pt x="1286" y="359"/>
                  <a:pt x="1283" y="363"/>
                  <a:pt x="1279" y="367"/>
                </a:cubicBezTo>
                <a:cubicBezTo>
                  <a:pt x="1275" y="371"/>
                  <a:pt x="1271" y="374"/>
                  <a:pt x="1266" y="376"/>
                </a:cubicBezTo>
                <a:cubicBezTo>
                  <a:pt x="1261" y="378"/>
                  <a:pt x="1256" y="379"/>
                  <a:pt x="1250" y="379"/>
                </a:cubicBezTo>
                <a:lnTo>
                  <a:pt x="40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6" y="371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6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BBDE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4711680" y="4839840"/>
            <a:ext cx="464760" cy="136440"/>
          </a:xfrm>
          <a:custGeom>
            <a:avLst/>
            <a:gdLst/>
            <a:ahLst/>
            <a:rect l="0" t="0" r="r" b="b"/>
            <a:pathLst>
              <a:path w="1291" h="379">
                <a:moveTo>
                  <a:pt x="40" y="0"/>
                </a:moveTo>
                <a:lnTo>
                  <a:pt x="1250" y="0"/>
                </a:lnTo>
                <a:cubicBezTo>
                  <a:pt x="1256" y="0"/>
                  <a:pt x="1261" y="1"/>
                  <a:pt x="1266" y="3"/>
                </a:cubicBezTo>
                <a:cubicBezTo>
                  <a:pt x="1271" y="6"/>
                  <a:pt x="1275" y="8"/>
                  <a:pt x="1279" y="12"/>
                </a:cubicBezTo>
                <a:cubicBezTo>
                  <a:pt x="1283" y="16"/>
                  <a:pt x="1286" y="20"/>
                  <a:pt x="1288" y="25"/>
                </a:cubicBezTo>
                <a:cubicBezTo>
                  <a:pt x="1290" y="30"/>
                  <a:pt x="1291" y="36"/>
                  <a:pt x="1291" y="41"/>
                </a:cubicBezTo>
                <a:lnTo>
                  <a:pt x="1291" y="338"/>
                </a:lnTo>
                <a:cubicBezTo>
                  <a:pt x="1291" y="344"/>
                  <a:pt x="1290" y="349"/>
                  <a:pt x="1288" y="354"/>
                </a:cubicBezTo>
                <a:cubicBezTo>
                  <a:pt x="1286" y="359"/>
                  <a:pt x="1283" y="363"/>
                  <a:pt x="1279" y="367"/>
                </a:cubicBezTo>
                <a:cubicBezTo>
                  <a:pt x="1275" y="371"/>
                  <a:pt x="1271" y="374"/>
                  <a:pt x="1266" y="376"/>
                </a:cubicBezTo>
                <a:cubicBezTo>
                  <a:pt x="1261" y="378"/>
                  <a:pt x="1256" y="379"/>
                  <a:pt x="1250" y="379"/>
                </a:cubicBezTo>
                <a:lnTo>
                  <a:pt x="40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6" y="371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6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1976D2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6824160" y="4411080"/>
            <a:ext cx="2487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Budget Manager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6861960" y="4839840"/>
            <a:ext cx="445680" cy="136440"/>
          </a:xfrm>
          <a:custGeom>
            <a:avLst/>
            <a:gdLst/>
            <a:ahLst/>
            <a:rect l="0" t="0" r="r" b="b"/>
            <a:pathLst>
              <a:path w="1238" h="379">
                <a:moveTo>
                  <a:pt x="41" y="0"/>
                </a:moveTo>
                <a:lnTo>
                  <a:pt x="1197" y="0"/>
                </a:lnTo>
                <a:cubicBezTo>
                  <a:pt x="1202" y="0"/>
                  <a:pt x="1208" y="1"/>
                  <a:pt x="1213" y="3"/>
                </a:cubicBezTo>
                <a:cubicBezTo>
                  <a:pt x="1218" y="6"/>
                  <a:pt x="1222" y="8"/>
                  <a:pt x="1226" y="12"/>
                </a:cubicBezTo>
                <a:cubicBezTo>
                  <a:pt x="1230" y="16"/>
                  <a:pt x="1233" y="20"/>
                  <a:pt x="1235" y="25"/>
                </a:cubicBezTo>
                <a:cubicBezTo>
                  <a:pt x="1237" y="30"/>
                  <a:pt x="1238" y="36"/>
                  <a:pt x="1238" y="41"/>
                </a:cubicBezTo>
                <a:lnTo>
                  <a:pt x="1238" y="338"/>
                </a:lnTo>
                <a:cubicBezTo>
                  <a:pt x="1238" y="344"/>
                  <a:pt x="1237" y="349"/>
                  <a:pt x="1235" y="354"/>
                </a:cubicBezTo>
                <a:cubicBezTo>
                  <a:pt x="1233" y="359"/>
                  <a:pt x="1230" y="363"/>
                  <a:pt x="1226" y="367"/>
                </a:cubicBezTo>
                <a:cubicBezTo>
                  <a:pt x="1222" y="371"/>
                  <a:pt x="1218" y="374"/>
                  <a:pt x="1213" y="376"/>
                </a:cubicBezTo>
                <a:cubicBezTo>
                  <a:pt x="1208" y="378"/>
                  <a:pt x="1202" y="379"/>
                  <a:pt x="1197" y="379"/>
                </a:cubicBezTo>
                <a:lnTo>
                  <a:pt x="41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6" y="371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6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BBDE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6861960" y="4839840"/>
            <a:ext cx="445680" cy="136440"/>
          </a:xfrm>
          <a:custGeom>
            <a:avLst/>
            <a:gdLst/>
            <a:ahLst/>
            <a:rect l="0" t="0" r="r" b="b"/>
            <a:pathLst>
              <a:path w="1238" h="379">
                <a:moveTo>
                  <a:pt x="41" y="0"/>
                </a:moveTo>
                <a:lnTo>
                  <a:pt x="1197" y="0"/>
                </a:lnTo>
                <a:cubicBezTo>
                  <a:pt x="1202" y="0"/>
                  <a:pt x="1208" y="1"/>
                  <a:pt x="1213" y="3"/>
                </a:cubicBezTo>
                <a:cubicBezTo>
                  <a:pt x="1218" y="6"/>
                  <a:pt x="1222" y="8"/>
                  <a:pt x="1226" y="12"/>
                </a:cubicBezTo>
                <a:cubicBezTo>
                  <a:pt x="1230" y="16"/>
                  <a:pt x="1233" y="20"/>
                  <a:pt x="1235" y="25"/>
                </a:cubicBezTo>
                <a:cubicBezTo>
                  <a:pt x="1237" y="30"/>
                  <a:pt x="1238" y="36"/>
                  <a:pt x="1238" y="41"/>
                </a:cubicBezTo>
                <a:lnTo>
                  <a:pt x="1238" y="338"/>
                </a:lnTo>
                <a:cubicBezTo>
                  <a:pt x="1238" y="344"/>
                  <a:pt x="1237" y="349"/>
                  <a:pt x="1235" y="354"/>
                </a:cubicBezTo>
                <a:cubicBezTo>
                  <a:pt x="1233" y="359"/>
                  <a:pt x="1230" y="363"/>
                  <a:pt x="1226" y="367"/>
                </a:cubicBezTo>
                <a:cubicBezTo>
                  <a:pt x="1222" y="371"/>
                  <a:pt x="1218" y="374"/>
                  <a:pt x="1213" y="376"/>
                </a:cubicBezTo>
                <a:cubicBezTo>
                  <a:pt x="1208" y="378"/>
                  <a:pt x="1202" y="379"/>
                  <a:pt x="1197" y="379"/>
                </a:cubicBezTo>
                <a:lnTo>
                  <a:pt x="41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6" y="371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6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1976D2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4799520" y="4887000"/>
            <a:ext cx="2692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Knowledge Graph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6852240" y="5169960"/>
            <a:ext cx="464760" cy="136440"/>
          </a:xfrm>
          <a:custGeom>
            <a:avLst/>
            <a:gdLst/>
            <a:ahLst/>
            <a:rect l="0" t="0" r="r" b="b"/>
            <a:pathLst>
              <a:path w="1291" h="379">
                <a:moveTo>
                  <a:pt x="41" y="0"/>
                </a:moveTo>
                <a:lnTo>
                  <a:pt x="1251" y="0"/>
                </a:lnTo>
                <a:cubicBezTo>
                  <a:pt x="1256" y="0"/>
                  <a:pt x="1261" y="1"/>
                  <a:pt x="1266" y="3"/>
                </a:cubicBezTo>
                <a:cubicBezTo>
                  <a:pt x="1271" y="5"/>
                  <a:pt x="1276" y="8"/>
                  <a:pt x="1280" y="12"/>
                </a:cubicBezTo>
                <a:cubicBezTo>
                  <a:pt x="1283" y="16"/>
                  <a:pt x="1286" y="20"/>
                  <a:pt x="1288" y="25"/>
                </a:cubicBezTo>
                <a:cubicBezTo>
                  <a:pt x="1290" y="30"/>
                  <a:pt x="1291" y="35"/>
                  <a:pt x="1291" y="41"/>
                </a:cubicBezTo>
                <a:lnTo>
                  <a:pt x="1291" y="338"/>
                </a:lnTo>
                <a:cubicBezTo>
                  <a:pt x="1291" y="343"/>
                  <a:pt x="1290" y="349"/>
                  <a:pt x="1288" y="354"/>
                </a:cubicBezTo>
                <a:cubicBezTo>
                  <a:pt x="1286" y="359"/>
                  <a:pt x="1283" y="363"/>
                  <a:pt x="1280" y="367"/>
                </a:cubicBezTo>
                <a:cubicBezTo>
                  <a:pt x="1276" y="370"/>
                  <a:pt x="1271" y="373"/>
                  <a:pt x="1266" y="375"/>
                </a:cubicBezTo>
                <a:cubicBezTo>
                  <a:pt x="1261" y="378"/>
                  <a:pt x="1256" y="379"/>
                  <a:pt x="1251" y="379"/>
                </a:cubicBezTo>
                <a:lnTo>
                  <a:pt x="41" y="379"/>
                </a:lnTo>
                <a:cubicBezTo>
                  <a:pt x="35" y="379"/>
                  <a:pt x="30" y="378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BBDE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6852240" y="5169960"/>
            <a:ext cx="464760" cy="136440"/>
          </a:xfrm>
          <a:custGeom>
            <a:avLst/>
            <a:gdLst/>
            <a:ahLst/>
            <a:rect l="0" t="0" r="r" b="b"/>
            <a:pathLst>
              <a:path w="1291" h="379">
                <a:moveTo>
                  <a:pt x="41" y="0"/>
                </a:moveTo>
                <a:lnTo>
                  <a:pt x="1251" y="0"/>
                </a:lnTo>
                <a:cubicBezTo>
                  <a:pt x="1256" y="0"/>
                  <a:pt x="1261" y="1"/>
                  <a:pt x="1266" y="3"/>
                </a:cubicBezTo>
                <a:cubicBezTo>
                  <a:pt x="1271" y="5"/>
                  <a:pt x="1276" y="8"/>
                  <a:pt x="1280" y="12"/>
                </a:cubicBezTo>
                <a:cubicBezTo>
                  <a:pt x="1283" y="16"/>
                  <a:pt x="1286" y="20"/>
                  <a:pt x="1288" y="25"/>
                </a:cubicBezTo>
                <a:cubicBezTo>
                  <a:pt x="1290" y="30"/>
                  <a:pt x="1291" y="35"/>
                  <a:pt x="1291" y="41"/>
                </a:cubicBezTo>
                <a:lnTo>
                  <a:pt x="1291" y="338"/>
                </a:lnTo>
                <a:cubicBezTo>
                  <a:pt x="1291" y="343"/>
                  <a:pt x="1290" y="349"/>
                  <a:pt x="1288" y="354"/>
                </a:cubicBezTo>
                <a:cubicBezTo>
                  <a:pt x="1286" y="359"/>
                  <a:pt x="1283" y="363"/>
                  <a:pt x="1280" y="367"/>
                </a:cubicBezTo>
                <a:cubicBezTo>
                  <a:pt x="1276" y="370"/>
                  <a:pt x="1271" y="373"/>
                  <a:pt x="1266" y="375"/>
                </a:cubicBezTo>
                <a:cubicBezTo>
                  <a:pt x="1261" y="378"/>
                  <a:pt x="1256" y="379"/>
                  <a:pt x="1251" y="379"/>
                </a:cubicBezTo>
                <a:lnTo>
                  <a:pt x="41" y="379"/>
                </a:lnTo>
                <a:cubicBezTo>
                  <a:pt x="35" y="379"/>
                  <a:pt x="30" y="378"/>
                  <a:pt x="25" y="375"/>
                </a:cubicBezTo>
                <a:cubicBezTo>
                  <a:pt x="20" y="373"/>
                  <a:pt x="16" y="370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1976D2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6949800" y="4887000"/>
            <a:ext cx="2541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Memory Pyramid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3485160" y="3557520"/>
            <a:ext cx="484200" cy="136440"/>
          </a:xfrm>
          <a:custGeom>
            <a:avLst/>
            <a:gdLst/>
            <a:ahLst/>
            <a:rect l="0" t="0" r="r" b="b"/>
            <a:pathLst>
              <a:path w="1345" h="379">
                <a:moveTo>
                  <a:pt x="41" y="0"/>
                </a:moveTo>
                <a:lnTo>
                  <a:pt x="1305" y="0"/>
                </a:lnTo>
                <a:cubicBezTo>
                  <a:pt x="1310" y="0"/>
                  <a:pt x="1315" y="1"/>
                  <a:pt x="1320" y="3"/>
                </a:cubicBezTo>
                <a:cubicBezTo>
                  <a:pt x="1325" y="6"/>
                  <a:pt x="1329" y="8"/>
                  <a:pt x="1333" y="12"/>
                </a:cubicBezTo>
                <a:cubicBezTo>
                  <a:pt x="1337" y="16"/>
                  <a:pt x="1340" y="20"/>
                  <a:pt x="1342" y="25"/>
                </a:cubicBezTo>
                <a:cubicBezTo>
                  <a:pt x="1344" y="30"/>
                  <a:pt x="1345" y="36"/>
                  <a:pt x="1345" y="41"/>
                </a:cubicBezTo>
                <a:lnTo>
                  <a:pt x="1345" y="338"/>
                </a:lnTo>
                <a:cubicBezTo>
                  <a:pt x="1345" y="344"/>
                  <a:pt x="1344" y="349"/>
                  <a:pt x="1342" y="354"/>
                </a:cubicBezTo>
                <a:cubicBezTo>
                  <a:pt x="1340" y="359"/>
                  <a:pt x="1337" y="363"/>
                  <a:pt x="1333" y="367"/>
                </a:cubicBezTo>
                <a:cubicBezTo>
                  <a:pt x="1329" y="371"/>
                  <a:pt x="1325" y="374"/>
                  <a:pt x="1320" y="376"/>
                </a:cubicBezTo>
                <a:cubicBezTo>
                  <a:pt x="1315" y="378"/>
                  <a:pt x="1310" y="379"/>
                  <a:pt x="1305" y="379"/>
                </a:cubicBezTo>
                <a:lnTo>
                  <a:pt x="41" y="379"/>
                </a:lnTo>
                <a:cubicBezTo>
                  <a:pt x="36" y="379"/>
                  <a:pt x="30" y="378"/>
                  <a:pt x="25" y="376"/>
                </a:cubicBezTo>
                <a:cubicBezTo>
                  <a:pt x="21" y="374"/>
                  <a:pt x="16" y="371"/>
                  <a:pt x="12" y="367"/>
                </a:cubicBezTo>
                <a:cubicBezTo>
                  <a:pt x="9" y="363"/>
                  <a:pt x="6" y="359"/>
                  <a:pt x="4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4" y="25"/>
                </a:cubicBezTo>
                <a:cubicBezTo>
                  <a:pt x="6" y="20"/>
                  <a:pt x="9" y="16"/>
                  <a:pt x="12" y="12"/>
                </a:cubicBezTo>
                <a:cubicBezTo>
                  <a:pt x="16" y="8"/>
                  <a:pt x="21" y="6"/>
                  <a:pt x="25" y="3"/>
                </a:cubicBezTo>
                <a:cubicBezTo>
                  <a:pt x="30" y="1"/>
                  <a:pt x="36" y="0"/>
                  <a:pt x="41" y="0"/>
                </a:cubicBezTo>
                <a:close/>
              </a:path>
            </a:pathLst>
          </a:custGeom>
          <a:solidFill>
            <a:srgbClr val="FFCD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3485160" y="3557520"/>
            <a:ext cx="484200" cy="136440"/>
          </a:xfrm>
          <a:custGeom>
            <a:avLst/>
            <a:gdLst/>
            <a:ahLst/>
            <a:rect l="0" t="0" r="r" b="b"/>
            <a:pathLst>
              <a:path w="1345" h="379">
                <a:moveTo>
                  <a:pt x="41" y="0"/>
                </a:moveTo>
                <a:lnTo>
                  <a:pt x="1305" y="0"/>
                </a:lnTo>
                <a:cubicBezTo>
                  <a:pt x="1310" y="0"/>
                  <a:pt x="1315" y="1"/>
                  <a:pt x="1320" y="3"/>
                </a:cubicBezTo>
                <a:cubicBezTo>
                  <a:pt x="1325" y="6"/>
                  <a:pt x="1329" y="8"/>
                  <a:pt x="1333" y="12"/>
                </a:cubicBezTo>
                <a:cubicBezTo>
                  <a:pt x="1337" y="16"/>
                  <a:pt x="1340" y="20"/>
                  <a:pt x="1342" y="25"/>
                </a:cubicBezTo>
                <a:cubicBezTo>
                  <a:pt x="1344" y="30"/>
                  <a:pt x="1345" y="36"/>
                  <a:pt x="1345" y="41"/>
                </a:cubicBezTo>
                <a:lnTo>
                  <a:pt x="1345" y="338"/>
                </a:lnTo>
                <a:cubicBezTo>
                  <a:pt x="1345" y="344"/>
                  <a:pt x="1344" y="349"/>
                  <a:pt x="1342" y="354"/>
                </a:cubicBezTo>
                <a:cubicBezTo>
                  <a:pt x="1340" y="359"/>
                  <a:pt x="1337" y="363"/>
                  <a:pt x="1333" y="367"/>
                </a:cubicBezTo>
                <a:cubicBezTo>
                  <a:pt x="1329" y="371"/>
                  <a:pt x="1325" y="374"/>
                  <a:pt x="1320" y="376"/>
                </a:cubicBezTo>
                <a:cubicBezTo>
                  <a:pt x="1315" y="378"/>
                  <a:pt x="1310" y="379"/>
                  <a:pt x="1305" y="379"/>
                </a:cubicBezTo>
                <a:lnTo>
                  <a:pt x="41" y="379"/>
                </a:lnTo>
                <a:cubicBezTo>
                  <a:pt x="36" y="379"/>
                  <a:pt x="30" y="378"/>
                  <a:pt x="25" y="376"/>
                </a:cubicBezTo>
                <a:cubicBezTo>
                  <a:pt x="21" y="374"/>
                  <a:pt x="16" y="371"/>
                  <a:pt x="12" y="367"/>
                </a:cubicBezTo>
                <a:cubicBezTo>
                  <a:pt x="9" y="363"/>
                  <a:pt x="6" y="359"/>
                  <a:pt x="4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4" y="25"/>
                </a:cubicBezTo>
                <a:cubicBezTo>
                  <a:pt x="6" y="20"/>
                  <a:pt x="9" y="16"/>
                  <a:pt x="12" y="12"/>
                </a:cubicBezTo>
                <a:cubicBezTo>
                  <a:pt x="16" y="8"/>
                  <a:pt x="21" y="6"/>
                  <a:pt x="25" y="3"/>
                </a:cubicBezTo>
                <a:cubicBezTo>
                  <a:pt x="30" y="1"/>
                  <a:pt x="36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D32F2F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6940080" y="5217120"/>
            <a:ext cx="21132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Artifacts Store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3052800" y="3960720"/>
            <a:ext cx="406800" cy="136080"/>
          </a:xfrm>
          <a:custGeom>
            <a:avLst/>
            <a:gdLst/>
            <a:ahLst/>
            <a:rect l="0" t="0" r="r" b="b"/>
            <a:pathLst>
              <a:path w="1130" h="378">
                <a:moveTo>
                  <a:pt x="40" y="0"/>
                </a:moveTo>
                <a:lnTo>
                  <a:pt x="1089" y="0"/>
                </a:lnTo>
                <a:cubicBezTo>
                  <a:pt x="1094" y="0"/>
                  <a:pt x="1099" y="1"/>
                  <a:pt x="1104" y="3"/>
                </a:cubicBezTo>
                <a:cubicBezTo>
                  <a:pt x="1109" y="5"/>
                  <a:pt x="1114" y="8"/>
                  <a:pt x="1118" y="12"/>
                </a:cubicBezTo>
                <a:cubicBezTo>
                  <a:pt x="1122" y="16"/>
                  <a:pt x="1125" y="20"/>
                  <a:pt x="1127" y="25"/>
                </a:cubicBezTo>
                <a:cubicBezTo>
                  <a:pt x="1129" y="30"/>
                  <a:pt x="1130" y="35"/>
                  <a:pt x="1130" y="41"/>
                </a:cubicBezTo>
                <a:lnTo>
                  <a:pt x="1130" y="338"/>
                </a:lnTo>
                <a:cubicBezTo>
                  <a:pt x="1130" y="343"/>
                  <a:pt x="1129" y="348"/>
                  <a:pt x="1127" y="353"/>
                </a:cubicBezTo>
                <a:cubicBezTo>
                  <a:pt x="1125" y="358"/>
                  <a:pt x="1122" y="363"/>
                  <a:pt x="1118" y="367"/>
                </a:cubicBezTo>
                <a:cubicBezTo>
                  <a:pt x="1114" y="370"/>
                  <a:pt x="1109" y="373"/>
                  <a:pt x="1104" y="375"/>
                </a:cubicBezTo>
                <a:cubicBezTo>
                  <a:pt x="1099" y="377"/>
                  <a:pt x="1094" y="378"/>
                  <a:pt x="1089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5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5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FFCD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3052800" y="3960720"/>
            <a:ext cx="406800" cy="136080"/>
          </a:xfrm>
          <a:custGeom>
            <a:avLst/>
            <a:gdLst/>
            <a:ahLst/>
            <a:rect l="0" t="0" r="r" b="b"/>
            <a:pathLst>
              <a:path w="1130" h="378">
                <a:moveTo>
                  <a:pt x="40" y="0"/>
                </a:moveTo>
                <a:lnTo>
                  <a:pt x="1089" y="0"/>
                </a:lnTo>
                <a:cubicBezTo>
                  <a:pt x="1094" y="0"/>
                  <a:pt x="1099" y="1"/>
                  <a:pt x="1104" y="3"/>
                </a:cubicBezTo>
                <a:cubicBezTo>
                  <a:pt x="1109" y="5"/>
                  <a:pt x="1114" y="8"/>
                  <a:pt x="1118" y="12"/>
                </a:cubicBezTo>
                <a:cubicBezTo>
                  <a:pt x="1122" y="16"/>
                  <a:pt x="1125" y="20"/>
                  <a:pt x="1127" y="25"/>
                </a:cubicBezTo>
                <a:cubicBezTo>
                  <a:pt x="1129" y="30"/>
                  <a:pt x="1130" y="35"/>
                  <a:pt x="1130" y="41"/>
                </a:cubicBezTo>
                <a:lnTo>
                  <a:pt x="1130" y="338"/>
                </a:lnTo>
                <a:cubicBezTo>
                  <a:pt x="1130" y="343"/>
                  <a:pt x="1129" y="348"/>
                  <a:pt x="1127" y="353"/>
                </a:cubicBezTo>
                <a:cubicBezTo>
                  <a:pt x="1125" y="358"/>
                  <a:pt x="1122" y="363"/>
                  <a:pt x="1118" y="367"/>
                </a:cubicBezTo>
                <a:cubicBezTo>
                  <a:pt x="1114" y="370"/>
                  <a:pt x="1109" y="373"/>
                  <a:pt x="1104" y="375"/>
                </a:cubicBezTo>
                <a:cubicBezTo>
                  <a:pt x="1099" y="377"/>
                  <a:pt x="1094" y="378"/>
                  <a:pt x="1089" y="378"/>
                </a:cubicBezTo>
                <a:lnTo>
                  <a:pt x="40" y="378"/>
                </a:lnTo>
                <a:cubicBezTo>
                  <a:pt x="35" y="378"/>
                  <a:pt x="30" y="377"/>
                  <a:pt x="25" y="375"/>
                </a:cubicBezTo>
                <a:cubicBezTo>
                  <a:pt x="20" y="373"/>
                  <a:pt x="15" y="370"/>
                  <a:pt x="12" y="367"/>
                </a:cubicBezTo>
                <a:cubicBezTo>
                  <a:pt x="8" y="363"/>
                  <a:pt x="5" y="358"/>
                  <a:pt x="3" y="353"/>
                </a:cubicBezTo>
                <a:cubicBezTo>
                  <a:pt x="1" y="348"/>
                  <a:pt x="0" y="343"/>
                  <a:pt x="0" y="338"/>
                </a:cubicBezTo>
                <a:lnTo>
                  <a:pt x="0" y="41"/>
                </a:lnTo>
                <a:cubicBezTo>
                  <a:pt x="0" y="35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5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5760">
            <a:solidFill>
              <a:srgbClr val="D32F2F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3573000" y="3604680"/>
            <a:ext cx="27468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Approval Gateway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2186280" y="3557520"/>
            <a:ext cx="503280" cy="136440"/>
          </a:xfrm>
          <a:custGeom>
            <a:avLst/>
            <a:gdLst/>
            <a:ahLst/>
            <a:rect l="0" t="0" r="r" b="b"/>
            <a:pathLst>
              <a:path w="1398" h="379">
                <a:moveTo>
                  <a:pt x="41" y="0"/>
                </a:moveTo>
                <a:lnTo>
                  <a:pt x="1358" y="0"/>
                </a:lnTo>
                <a:cubicBezTo>
                  <a:pt x="1363" y="0"/>
                  <a:pt x="1368" y="1"/>
                  <a:pt x="1373" y="3"/>
                </a:cubicBezTo>
                <a:cubicBezTo>
                  <a:pt x="1378" y="6"/>
                  <a:pt x="1383" y="8"/>
                  <a:pt x="1386" y="12"/>
                </a:cubicBezTo>
                <a:cubicBezTo>
                  <a:pt x="1390" y="16"/>
                  <a:pt x="1393" y="20"/>
                  <a:pt x="1395" y="25"/>
                </a:cubicBezTo>
                <a:cubicBezTo>
                  <a:pt x="1397" y="30"/>
                  <a:pt x="1398" y="36"/>
                  <a:pt x="1398" y="41"/>
                </a:cubicBezTo>
                <a:lnTo>
                  <a:pt x="1398" y="338"/>
                </a:lnTo>
                <a:cubicBezTo>
                  <a:pt x="1398" y="344"/>
                  <a:pt x="1397" y="349"/>
                  <a:pt x="1395" y="354"/>
                </a:cubicBezTo>
                <a:cubicBezTo>
                  <a:pt x="1393" y="359"/>
                  <a:pt x="1390" y="363"/>
                  <a:pt x="1386" y="367"/>
                </a:cubicBezTo>
                <a:cubicBezTo>
                  <a:pt x="1383" y="371"/>
                  <a:pt x="1378" y="374"/>
                  <a:pt x="1373" y="376"/>
                </a:cubicBezTo>
                <a:cubicBezTo>
                  <a:pt x="1368" y="378"/>
                  <a:pt x="1363" y="379"/>
                  <a:pt x="1358" y="379"/>
                </a:cubicBezTo>
                <a:lnTo>
                  <a:pt x="41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6" y="371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6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solidFill>
            <a:srgbClr val="E0F7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2186280" y="3557520"/>
            <a:ext cx="503280" cy="136440"/>
          </a:xfrm>
          <a:custGeom>
            <a:avLst/>
            <a:gdLst/>
            <a:ahLst/>
            <a:rect l="0" t="0" r="r" b="b"/>
            <a:pathLst>
              <a:path w="1398" h="379">
                <a:moveTo>
                  <a:pt x="41" y="0"/>
                </a:moveTo>
                <a:lnTo>
                  <a:pt x="1358" y="0"/>
                </a:lnTo>
                <a:cubicBezTo>
                  <a:pt x="1363" y="0"/>
                  <a:pt x="1368" y="1"/>
                  <a:pt x="1373" y="3"/>
                </a:cubicBezTo>
                <a:cubicBezTo>
                  <a:pt x="1378" y="6"/>
                  <a:pt x="1383" y="8"/>
                  <a:pt x="1386" y="12"/>
                </a:cubicBezTo>
                <a:cubicBezTo>
                  <a:pt x="1390" y="16"/>
                  <a:pt x="1393" y="20"/>
                  <a:pt x="1395" y="25"/>
                </a:cubicBezTo>
                <a:cubicBezTo>
                  <a:pt x="1397" y="30"/>
                  <a:pt x="1398" y="36"/>
                  <a:pt x="1398" y="41"/>
                </a:cubicBezTo>
                <a:lnTo>
                  <a:pt x="1398" y="338"/>
                </a:lnTo>
                <a:cubicBezTo>
                  <a:pt x="1398" y="344"/>
                  <a:pt x="1397" y="349"/>
                  <a:pt x="1395" y="354"/>
                </a:cubicBezTo>
                <a:cubicBezTo>
                  <a:pt x="1393" y="359"/>
                  <a:pt x="1390" y="363"/>
                  <a:pt x="1386" y="367"/>
                </a:cubicBezTo>
                <a:cubicBezTo>
                  <a:pt x="1383" y="371"/>
                  <a:pt x="1378" y="374"/>
                  <a:pt x="1373" y="376"/>
                </a:cubicBezTo>
                <a:cubicBezTo>
                  <a:pt x="1368" y="378"/>
                  <a:pt x="1363" y="379"/>
                  <a:pt x="1358" y="379"/>
                </a:cubicBezTo>
                <a:lnTo>
                  <a:pt x="41" y="379"/>
                </a:lnTo>
                <a:cubicBezTo>
                  <a:pt x="35" y="379"/>
                  <a:pt x="30" y="378"/>
                  <a:pt x="25" y="376"/>
                </a:cubicBezTo>
                <a:cubicBezTo>
                  <a:pt x="20" y="374"/>
                  <a:pt x="16" y="371"/>
                  <a:pt x="12" y="367"/>
                </a:cubicBezTo>
                <a:cubicBezTo>
                  <a:pt x="8" y="363"/>
                  <a:pt x="5" y="359"/>
                  <a:pt x="3" y="354"/>
                </a:cubicBezTo>
                <a:cubicBezTo>
                  <a:pt x="1" y="349"/>
                  <a:pt x="0" y="344"/>
                  <a:pt x="0" y="338"/>
                </a:cubicBezTo>
                <a:lnTo>
                  <a:pt x="0" y="41"/>
                </a:lnTo>
                <a:cubicBezTo>
                  <a:pt x="0" y="36"/>
                  <a:pt x="1" y="30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0" y="6"/>
                  <a:pt x="25" y="3"/>
                </a:cubicBezTo>
                <a:cubicBezTo>
                  <a:pt x="30" y="1"/>
                  <a:pt x="35" y="0"/>
                  <a:pt x="41" y="0"/>
                </a:cubicBezTo>
                <a:close/>
              </a:path>
            </a:pathLst>
          </a:custGeom>
          <a:noFill/>
          <a:ln w="5760">
            <a:solidFill>
              <a:srgbClr val="0097A7"/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3140640" y="4007880"/>
            <a:ext cx="20016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Tool Runtime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2274120" y="3604680"/>
            <a:ext cx="2822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0" b="0" u="none" strike="noStrike">
                <a:solidFill>
                  <a:srgbClr val="000000"/>
                </a:solidFill>
                <a:effectLst/>
                <a:uFillTx/>
                <a:latin typeface="JetBrainsMono"/>
                <a:ea typeface="JetBrainsMono"/>
              </a:rPr>
              <a:t>Model API Adapter</a:t>
            </a:r>
            <a:endParaRPr lang="en-US" sz="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80720" y="1514160"/>
            <a:ext cx="4439160" cy="1438920"/>
          </a:xfrm>
          <a:custGeom>
            <a:avLst/>
            <a:gdLst/>
            <a:ahLst/>
            <a:rect l="0" t="0" r="r" b="b"/>
            <a:pathLst>
              <a:path w="12331" h="3997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1"/>
                  <a:pt x="12300" y="31"/>
                </a:cubicBezTo>
                <a:cubicBezTo>
                  <a:pt x="12320" y="52"/>
                  <a:pt x="12331" y="77"/>
                  <a:pt x="12331" y="106"/>
                </a:cubicBezTo>
                <a:lnTo>
                  <a:pt x="12331" y="3891"/>
                </a:lnTo>
                <a:cubicBezTo>
                  <a:pt x="12331" y="3920"/>
                  <a:pt x="12320" y="3945"/>
                  <a:pt x="12300" y="3966"/>
                </a:cubicBezTo>
                <a:cubicBezTo>
                  <a:pt x="12279" y="3986"/>
                  <a:pt x="12254" y="3997"/>
                  <a:pt x="12225" y="3997"/>
                </a:cubicBezTo>
                <a:lnTo>
                  <a:pt x="106" y="3997"/>
                </a:lnTo>
                <a:cubicBezTo>
                  <a:pt x="77" y="3997"/>
                  <a:pt x="52" y="3986"/>
                  <a:pt x="31" y="3966"/>
                </a:cubicBezTo>
                <a:cubicBezTo>
                  <a:pt x="11" y="3945"/>
                  <a:pt x="0" y="3920"/>
                  <a:pt x="0" y="389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98000" y="15141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lnTo>
                  <a:pt x="12233" y="51"/>
                </a:lnTo>
                <a:cubicBezTo>
                  <a:pt x="12218" y="36"/>
                  <a:pt x="12199" y="28"/>
                  <a:pt x="12177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8"/>
                </a:lnTo>
                <a:cubicBezTo>
                  <a:pt x="17" y="7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2"/>
                  <a:pt x="12252" y="32"/>
                </a:cubicBezTo>
                <a:cubicBezTo>
                  <a:pt x="12252" y="33"/>
                  <a:pt x="12253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98000" y="29343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12177" y="24"/>
                </a:lnTo>
                <a:cubicBezTo>
                  <a:pt x="12199" y="24"/>
                  <a:pt x="12218" y="16"/>
                  <a:pt x="12233" y="1"/>
                </a:cubicBezTo>
                <a:cubicBezTo>
                  <a:pt x="12234" y="0"/>
                  <a:pt x="12234" y="0"/>
                  <a:pt x="12234" y="0"/>
                </a:cubicBezTo>
                <a:lnTo>
                  <a:pt x="12253" y="18"/>
                </a:lnTo>
                <a:cubicBezTo>
                  <a:pt x="12253" y="19"/>
                  <a:pt x="12252" y="19"/>
                  <a:pt x="12252" y="20"/>
                </a:cubicBezTo>
                <a:cubicBezTo>
                  <a:pt x="12231" y="41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4601520" y="1525320"/>
            <a:ext cx="18360" cy="1416600"/>
          </a:xfrm>
          <a:custGeom>
            <a:avLst/>
            <a:gdLst/>
            <a:ahLst/>
            <a:rect l="0" t="0" r="r" b="b"/>
            <a:pathLst>
              <a:path w="51" h="3935">
                <a:moveTo>
                  <a:pt x="0" y="3916"/>
                </a:moveTo>
                <a:cubicBezTo>
                  <a:pt x="16" y="3900"/>
                  <a:pt x="23" y="3882"/>
                  <a:pt x="23" y="3860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3860"/>
                </a:lnTo>
                <a:cubicBezTo>
                  <a:pt x="51" y="3889"/>
                  <a:pt x="40" y="3914"/>
                  <a:pt x="19" y="3935"/>
                </a:cubicBezTo>
                <a:lnTo>
                  <a:pt x="0" y="39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80720" y="1514160"/>
            <a:ext cx="4439160" cy="1438920"/>
          </a:xfrm>
          <a:custGeom>
            <a:avLst/>
            <a:gdLst/>
            <a:ahLst/>
            <a:rect l="0" t="0" r="r" b="b"/>
            <a:pathLst>
              <a:path w="12331" h="3997">
                <a:moveTo>
                  <a:pt x="0" y="0"/>
                </a:moveTo>
                <a:lnTo>
                  <a:pt x="12331" y="0"/>
                </a:lnTo>
                <a:lnTo>
                  <a:pt x="12331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80720" y="3028680"/>
            <a:ext cx="4439160" cy="1438560"/>
          </a:xfrm>
          <a:custGeom>
            <a:avLst/>
            <a:gdLst/>
            <a:ahLst/>
            <a:rect l="0" t="0" r="r" b="b"/>
            <a:pathLst>
              <a:path w="12331" h="3996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1"/>
                  <a:pt x="12300" y="31"/>
                </a:cubicBezTo>
                <a:cubicBezTo>
                  <a:pt x="12320" y="52"/>
                  <a:pt x="12331" y="77"/>
                  <a:pt x="12331" y="106"/>
                </a:cubicBezTo>
                <a:lnTo>
                  <a:pt x="12331" y="3891"/>
                </a:lnTo>
                <a:cubicBezTo>
                  <a:pt x="12331" y="3920"/>
                  <a:pt x="12320" y="3945"/>
                  <a:pt x="12300" y="3965"/>
                </a:cubicBezTo>
                <a:cubicBezTo>
                  <a:pt x="12279" y="3986"/>
                  <a:pt x="12254" y="3996"/>
                  <a:pt x="12225" y="3996"/>
                </a:cubicBezTo>
                <a:lnTo>
                  <a:pt x="106" y="3996"/>
                </a:lnTo>
                <a:cubicBezTo>
                  <a:pt x="77" y="3996"/>
                  <a:pt x="52" y="3986"/>
                  <a:pt x="31" y="3965"/>
                </a:cubicBezTo>
                <a:cubicBezTo>
                  <a:pt x="11" y="3945"/>
                  <a:pt x="0" y="3920"/>
                  <a:pt x="0" y="389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98000" y="3028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4" y="52"/>
                  <a:pt x="12234" y="51"/>
                  <a:pt x="12233" y="51"/>
                </a:cubicBezTo>
                <a:cubicBezTo>
                  <a:pt x="12218" y="35"/>
                  <a:pt x="12199" y="27"/>
                  <a:pt x="12177" y="27"/>
                </a:cubicBezTo>
                <a:lnTo>
                  <a:pt x="58" y="27"/>
                </a:lnTo>
                <a:cubicBezTo>
                  <a:pt x="54" y="27"/>
                  <a:pt x="51" y="30"/>
                  <a:pt x="48" y="34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1"/>
                  <a:pt x="12252" y="32"/>
                </a:cubicBezTo>
                <a:cubicBezTo>
                  <a:pt x="12252" y="33"/>
                  <a:pt x="12253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98000" y="44485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20"/>
                </a:moveTo>
                <a:cubicBezTo>
                  <a:pt x="51" y="24"/>
                  <a:pt x="54" y="26"/>
                  <a:pt x="58" y="26"/>
                </a:cubicBezTo>
                <a:lnTo>
                  <a:pt x="12177" y="26"/>
                </a:lnTo>
                <a:cubicBezTo>
                  <a:pt x="12199" y="26"/>
                  <a:pt x="12218" y="18"/>
                  <a:pt x="12233" y="2"/>
                </a:cubicBezTo>
                <a:cubicBezTo>
                  <a:pt x="12234" y="1"/>
                  <a:pt x="12234" y="1"/>
                  <a:pt x="12234" y="0"/>
                </a:cubicBezTo>
                <a:lnTo>
                  <a:pt x="12253" y="20"/>
                </a:lnTo>
                <a:cubicBezTo>
                  <a:pt x="12253" y="21"/>
                  <a:pt x="12252" y="21"/>
                  <a:pt x="12252" y="21"/>
                </a:cubicBezTo>
                <a:cubicBezTo>
                  <a:pt x="12231" y="42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7"/>
                  <a:pt x="0" y="36"/>
                </a:cubicBezTo>
                <a:lnTo>
                  <a:pt x="48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4601520" y="3039840"/>
            <a:ext cx="18360" cy="1416240"/>
          </a:xfrm>
          <a:custGeom>
            <a:avLst/>
            <a:gdLst/>
            <a:ahLst/>
            <a:rect l="0" t="0" r="r" b="b"/>
            <a:pathLst>
              <a:path w="51" h="3934">
                <a:moveTo>
                  <a:pt x="0" y="3916"/>
                </a:moveTo>
                <a:cubicBezTo>
                  <a:pt x="16" y="3900"/>
                  <a:pt x="23" y="3882"/>
                  <a:pt x="23" y="3860"/>
                </a:cubicBezTo>
                <a:lnTo>
                  <a:pt x="23" y="75"/>
                </a:lnTo>
                <a:cubicBezTo>
                  <a:pt x="23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3860"/>
                </a:lnTo>
                <a:cubicBezTo>
                  <a:pt x="51" y="3889"/>
                  <a:pt x="40" y="3914"/>
                  <a:pt x="19" y="3934"/>
                </a:cubicBezTo>
                <a:lnTo>
                  <a:pt x="0" y="39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180720" y="3028680"/>
            <a:ext cx="4439160" cy="1438560"/>
          </a:xfrm>
          <a:custGeom>
            <a:avLst/>
            <a:gdLst/>
            <a:ahLst/>
            <a:rect l="0" t="0" r="r" b="b"/>
            <a:pathLst>
              <a:path w="12331" h="3996">
                <a:moveTo>
                  <a:pt x="0" y="0"/>
                </a:moveTo>
                <a:lnTo>
                  <a:pt x="12331" y="0"/>
                </a:lnTo>
                <a:lnTo>
                  <a:pt x="12331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180720" y="4543200"/>
            <a:ext cx="4439160" cy="1438560"/>
          </a:xfrm>
          <a:custGeom>
            <a:avLst/>
            <a:gdLst/>
            <a:ahLst/>
            <a:rect l="0" t="0" r="r" b="b"/>
            <a:pathLst>
              <a:path w="12331" h="3996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0"/>
                  <a:pt x="12300" y="31"/>
                </a:cubicBezTo>
                <a:cubicBezTo>
                  <a:pt x="12320" y="52"/>
                  <a:pt x="12331" y="77"/>
                  <a:pt x="12331" y="106"/>
                </a:cubicBezTo>
                <a:lnTo>
                  <a:pt x="12331" y="3890"/>
                </a:lnTo>
                <a:cubicBezTo>
                  <a:pt x="12331" y="3920"/>
                  <a:pt x="12320" y="3945"/>
                  <a:pt x="12300" y="3965"/>
                </a:cubicBezTo>
                <a:cubicBezTo>
                  <a:pt x="12279" y="3986"/>
                  <a:pt x="12254" y="3996"/>
                  <a:pt x="12225" y="3996"/>
                </a:cubicBezTo>
                <a:lnTo>
                  <a:pt x="106" y="3996"/>
                </a:lnTo>
                <a:cubicBezTo>
                  <a:pt x="77" y="3996"/>
                  <a:pt x="52" y="3986"/>
                  <a:pt x="31" y="3965"/>
                </a:cubicBezTo>
                <a:cubicBezTo>
                  <a:pt x="11" y="3945"/>
                  <a:pt x="0" y="3920"/>
                  <a:pt x="0" y="3890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198000" y="454320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4" y="52"/>
                  <a:pt x="12234" y="51"/>
                  <a:pt x="12233" y="51"/>
                </a:cubicBezTo>
                <a:cubicBezTo>
                  <a:pt x="12218" y="35"/>
                  <a:pt x="12199" y="28"/>
                  <a:pt x="12177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8"/>
                </a:lnTo>
                <a:cubicBezTo>
                  <a:pt x="17" y="7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1"/>
                  <a:pt x="12252" y="32"/>
                </a:cubicBezTo>
                <a:cubicBezTo>
                  <a:pt x="12252" y="33"/>
                  <a:pt x="12253" y="33"/>
                  <a:pt x="12253" y="33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98000" y="596304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177" y="25"/>
                </a:lnTo>
                <a:cubicBezTo>
                  <a:pt x="12199" y="25"/>
                  <a:pt x="12218" y="17"/>
                  <a:pt x="12233" y="2"/>
                </a:cubicBezTo>
                <a:cubicBezTo>
                  <a:pt x="12234" y="1"/>
                  <a:pt x="12234" y="1"/>
                  <a:pt x="12234" y="0"/>
                </a:cubicBezTo>
                <a:lnTo>
                  <a:pt x="12253" y="19"/>
                </a:lnTo>
                <a:lnTo>
                  <a:pt x="12252" y="20"/>
                </a:lnTo>
                <a:cubicBezTo>
                  <a:pt x="12231" y="42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7"/>
                  <a:pt x="0" y="34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4601520" y="4554360"/>
            <a:ext cx="18360" cy="1416240"/>
          </a:xfrm>
          <a:custGeom>
            <a:avLst/>
            <a:gdLst/>
            <a:ahLst/>
            <a:rect l="0" t="0" r="r" b="b"/>
            <a:pathLst>
              <a:path w="51" h="3934">
                <a:moveTo>
                  <a:pt x="0" y="3916"/>
                </a:moveTo>
                <a:cubicBezTo>
                  <a:pt x="16" y="3900"/>
                  <a:pt x="23" y="3881"/>
                  <a:pt x="23" y="3859"/>
                </a:cubicBezTo>
                <a:lnTo>
                  <a:pt x="23" y="75"/>
                </a:lnTo>
                <a:cubicBezTo>
                  <a:pt x="23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3859"/>
                </a:lnTo>
                <a:cubicBezTo>
                  <a:pt x="51" y="3889"/>
                  <a:pt x="40" y="3914"/>
                  <a:pt x="19" y="3934"/>
                </a:cubicBezTo>
                <a:lnTo>
                  <a:pt x="0" y="39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80720" y="4543200"/>
            <a:ext cx="4439160" cy="1438560"/>
          </a:xfrm>
          <a:custGeom>
            <a:avLst/>
            <a:gdLst/>
            <a:ahLst/>
            <a:rect l="0" t="0" r="r" b="b"/>
            <a:pathLst>
              <a:path w="12331" h="3996">
                <a:moveTo>
                  <a:pt x="0" y="0"/>
                </a:moveTo>
                <a:lnTo>
                  <a:pt x="12331" y="0"/>
                </a:lnTo>
                <a:lnTo>
                  <a:pt x="12331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1254600" y="874440"/>
            <a:ext cx="66560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MODULARITY SERVES THE BUSINESS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352080" y="1990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369720" y="1626120"/>
            <a:ext cx="158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SWAPPABLE UI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525600" y="1910160"/>
            <a:ext cx="4230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Replace Textual TUI with Web UI or IDE plugin — zero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352080" y="2447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525600" y="2129040"/>
            <a:ext cx="1797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business logic changes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543040" y="2361960"/>
            <a:ext cx="609840" cy="219600"/>
          </a:xfrm>
          <a:custGeom>
            <a:avLst/>
            <a:gdLst/>
            <a:ahLst/>
            <a:rect l="0" t="0" r="r" b="b"/>
            <a:pathLst>
              <a:path w="169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615" y="0"/>
                </a:lnTo>
                <a:cubicBezTo>
                  <a:pt x="1625" y="0"/>
                  <a:pt x="1635" y="2"/>
                  <a:pt x="1645" y="6"/>
                </a:cubicBezTo>
                <a:cubicBezTo>
                  <a:pt x="1655" y="10"/>
                  <a:pt x="1664" y="16"/>
                  <a:pt x="1671" y="23"/>
                </a:cubicBezTo>
                <a:cubicBezTo>
                  <a:pt x="1678" y="31"/>
                  <a:pt x="1684" y="39"/>
                  <a:pt x="1688" y="49"/>
                </a:cubicBezTo>
                <a:cubicBezTo>
                  <a:pt x="1692" y="59"/>
                  <a:pt x="1694" y="69"/>
                  <a:pt x="1694" y="80"/>
                </a:cubicBezTo>
                <a:lnTo>
                  <a:pt x="1694" y="530"/>
                </a:lnTo>
                <a:cubicBezTo>
                  <a:pt x="1694" y="541"/>
                  <a:pt x="1692" y="551"/>
                  <a:pt x="1688" y="561"/>
                </a:cubicBezTo>
                <a:cubicBezTo>
                  <a:pt x="1684" y="570"/>
                  <a:pt x="1678" y="579"/>
                  <a:pt x="1671" y="586"/>
                </a:cubicBezTo>
                <a:cubicBezTo>
                  <a:pt x="1664" y="594"/>
                  <a:pt x="1655" y="600"/>
                  <a:pt x="1645" y="604"/>
                </a:cubicBezTo>
                <a:cubicBezTo>
                  <a:pt x="1635" y="608"/>
                  <a:pt x="1625" y="610"/>
                  <a:pt x="1615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525600" y="2367360"/>
            <a:ext cx="2164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UI module only depends on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2581560" y="2388600"/>
            <a:ext cx="4114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UiPort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3148920" y="2367360"/>
            <a:ext cx="1304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protocol; swap it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525600" y="2595960"/>
            <a:ext cx="715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out freely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352080" y="3504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369720" y="3140640"/>
            <a:ext cx="2633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SWAPPABLE PROVIDERS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525600" y="3424680"/>
            <a:ext cx="4153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Swap DeepSeek for Ollama or OpenAI with zero code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352080" y="3962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525600" y="3653280"/>
            <a:ext cx="657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changes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1009440" y="3876480"/>
            <a:ext cx="781560" cy="219600"/>
          </a:xfrm>
          <a:custGeom>
            <a:avLst/>
            <a:gdLst/>
            <a:ahLst/>
            <a:rect l="0" t="0" r="r" b="b"/>
            <a:pathLst>
              <a:path w="2171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091" y="0"/>
                </a:lnTo>
                <a:cubicBezTo>
                  <a:pt x="2102" y="0"/>
                  <a:pt x="2112" y="2"/>
                  <a:pt x="2122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5" y="31"/>
                  <a:pt x="2161" y="39"/>
                  <a:pt x="2165" y="49"/>
                </a:cubicBezTo>
                <a:cubicBezTo>
                  <a:pt x="2169" y="59"/>
                  <a:pt x="2171" y="69"/>
                  <a:pt x="2171" y="79"/>
                </a:cubicBezTo>
                <a:lnTo>
                  <a:pt x="2171" y="530"/>
                </a:lnTo>
                <a:cubicBezTo>
                  <a:pt x="2171" y="541"/>
                  <a:pt x="2169" y="551"/>
                  <a:pt x="2165" y="561"/>
                </a:cubicBezTo>
                <a:cubicBezTo>
                  <a:pt x="2161" y="570"/>
                  <a:pt x="2155" y="579"/>
                  <a:pt x="2147" y="586"/>
                </a:cubicBezTo>
                <a:cubicBezTo>
                  <a:pt x="2140" y="594"/>
                  <a:pt x="2131" y="599"/>
                  <a:pt x="2122" y="604"/>
                </a:cubicBezTo>
                <a:cubicBezTo>
                  <a:pt x="2112" y="608"/>
                  <a:pt x="2102" y="610"/>
                  <a:pt x="2091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525600" y="3881880"/>
            <a:ext cx="532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Single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044360" y="3903120"/>
            <a:ext cx="5511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Provider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788480" y="3881880"/>
            <a:ext cx="2705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protocol adapter handles all model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525600" y="4110480"/>
            <a:ext cx="744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backends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352080" y="5019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523800" y="4933800"/>
            <a:ext cx="1400400" cy="219240"/>
          </a:xfrm>
          <a:custGeom>
            <a:avLst/>
            <a:gdLst/>
            <a:ahLst/>
            <a:rect l="0" t="0" r="r" b="b"/>
            <a:pathLst>
              <a:path w="3890" h="609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811" y="0"/>
                </a:lnTo>
                <a:cubicBezTo>
                  <a:pt x="3821" y="0"/>
                  <a:pt x="3831" y="2"/>
                  <a:pt x="3841" y="6"/>
                </a:cubicBezTo>
                <a:cubicBezTo>
                  <a:pt x="3851" y="10"/>
                  <a:pt x="3859" y="16"/>
                  <a:pt x="3867" y="23"/>
                </a:cubicBezTo>
                <a:cubicBezTo>
                  <a:pt x="3874" y="31"/>
                  <a:pt x="3880" y="39"/>
                  <a:pt x="3884" y="49"/>
                </a:cubicBezTo>
                <a:cubicBezTo>
                  <a:pt x="3888" y="59"/>
                  <a:pt x="3890" y="69"/>
                  <a:pt x="3890" y="79"/>
                </a:cubicBezTo>
                <a:lnTo>
                  <a:pt x="3890" y="529"/>
                </a:lnTo>
                <a:cubicBezTo>
                  <a:pt x="3890" y="540"/>
                  <a:pt x="3888" y="550"/>
                  <a:pt x="3884" y="559"/>
                </a:cubicBezTo>
                <a:cubicBezTo>
                  <a:pt x="3880" y="569"/>
                  <a:pt x="3874" y="578"/>
                  <a:pt x="3867" y="586"/>
                </a:cubicBezTo>
                <a:cubicBezTo>
                  <a:pt x="3859" y="594"/>
                  <a:pt x="3851" y="599"/>
                  <a:pt x="3841" y="603"/>
                </a:cubicBezTo>
                <a:cubicBezTo>
                  <a:pt x="3831" y="607"/>
                  <a:pt x="3821" y="609"/>
                  <a:pt x="3811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6" y="578"/>
                  <a:pt x="10" y="569"/>
                  <a:pt x="6" y="559"/>
                </a:cubicBezTo>
                <a:cubicBezTo>
                  <a:pt x="2" y="550"/>
                  <a:pt x="0" y="540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69720" y="4655160"/>
            <a:ext cx="208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CONTRACTS LAYER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562320" y="4960440"/>
            <a:ext cx="9784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typing.Protocol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925280" y="4938840"/>
            <a:ext cx="2473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defines every module boundary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352080" y="5476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525600" y="5167440"/>
            <a:ext cx="1371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via port interfaces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525600" y="5396040"/>
            <a:ext cx="3583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Enables the numbered execution flow from the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4886280" y="1514160"/>
            <a:ext cx="4438800" cy="1438920"/>
          </a:xfrm>
          <a:custGeom>
            <a:avLst/>
            <a:gdLst/>
            <a:ahLst/>
            <a:rect l="0" t="0" r="r" b="b"/>
            <a:pathLst>
              <a:path w="12330" h="3997">
                <a:moveTo>
                  <a:pt x="31" y="31"/>
                </a:moveTo>
                <a:cubicBezTo>
                  <a:pt x="51" y="11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1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3891"/>
                </a:lnTo>
                <a:cubicBezTo>
                  <a:pt x="12330" y="3920"/>
                  <a:pt x="12320" y="3945"/>
                  <a:pt x="12299" y="3966"/>
                </a:cubicBezTo>
                <a:cubicBezTo>
                  <a:pt x="12279" y="3986"/>
                  <a:pt x="12254" y="3997"/>
                  <a:pt x="12224" y="3997"/>
                </a:cubicBezTo>
                <a:lnTo>
                  <a:pt x="105" y="3997"/>
                </a:lnTo>
                <a:cubicBezTo>
                  <a:pt x="76" y="3997"/>
                  <a:pt x="51" y="3986"/>
                  <a:pt x="31" y="3966"/>
                </a:cubicBezTo>
                <a:cubicBezTo>
                  <a:pt x="10" y="3945"/>
                  <a:pt x="0" y="3920"/>
                  <a:pt x="0" y="3891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4903560" y="15141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2"/>
                  <a:pt x="12233" y="52"/>
                  <a:pt x="12233" y="51"/>
                </a:cubicBezTo>
                <a:cubicBezTo>
                  <a:pt x="12217" y="36"/>
                  <a:pt x="12198" y="28"/>
                  <a:pt x="12176" y="28"/>
                </a:cubicBezTo>
                <a:lnTo>
                  <a:pt x="57" y="28"/>
                </a:lnTo>
                <a:cubicBezTo>
                  <a:pt x="54" y="28"/>
                  <a:pt x="50" y="30"/>
                  <a:pt x="47" y="34"/>
                </a:cubicBezTo>
                <a:lnTo>
                  <a:pt x="0" y="18"/>
                </a:lnTo>
                <a:cubicBezTo>
                  <a:pt x="17" y="7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2"/>
                  <a:pt x="12251" y="32"/>
                </a:cubicBezTo>
                <a:cubicBezTo>
                  <a:pt x="12252" y="33"/>
                  <a:pt x="12252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4903560" y="29343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8"/>
                </a:moveTo>
                <a:cubicBezTo>
                  <a:pt x="50" y="22"/>
                  <a:pt x="54" y="24"/>
                  <a:pt x="57" y="24"/>
                </a:cubicBezTo>
                <a:lnTo>
                  <a:pt x="12176" y="24"/>
                </a:lnTo>
                <a:cubicBezTo>
                  <a:pt x="12198" y="24"/>
                  <a:pt x="12217" y="16"/>
                  <a:pt x="12233" y="1"/>
                </a:cubicBezTo>
                <a:cubicBezTo>
                  <a:pt x="12233" y="0"/>
                  <a:pt x="12233" y="0"/>
                  <a:pt x="12234" y="0"/>
                </a:cubicBezTo>
                <a:lnTo>
                  <a:pt x="12253" y="18"/>
                </a:lnTo>
                <a:cubicBezTo>
                  <a:pt x="12252" y="19"/>
                  <a:pt x="12252" y="19"/>
                  <a:pt x="12251" y="20"/>
                </a:cubicBezTo>
                <a:cubicBezTo>
                  <a:pt x="12231" y="41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9307080" y="1525320"/>
            <a:ext cx="18000" cy="1416600"/>
          </a:xfrm>
          <a:custGeom>
            <a:avLst/>
            <a:gdLst/>
            <a:ahLst/>
            <a:rect l="0" t="0" r="r" b="b"/>
            <a:pathLst>
              <a:path w="50" h="3935">
                <a:moveTo>
                  <a:pt x="0" y="3916"/>
                </a:moveTo>
                <a:cubicBezTo>
                  <a:pt x="15" y="3900"/>
                  <a:pt x="23" y="3882"/>
                  <a:pt x="23" y="3860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3860"/>
                </a:lnTo>
                <a:cubicBezTo>
                  <a:pt x="50" y="3889"/>
                  <a:pt x="39" y="3914"/>
                  <a:pt x="18" y="3935"/>
                </a:cubicBezTo>
                <a:lnTo>
                  <a:pt x="0" y="39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4886280" y="1514160"/>
            <a:ext cx="4438800" cy="1438920"/>
          </a:xfrm>
          <a:custGeom>
            <a:avLst/>
            <a:gdLst/>
            <a:ahLst/>
            <a:rect l="0" t="0" r="r" b="b"/>
            <a:pathLst>
              <a:path w="12330" h="3997">
                <a:moveTo>
                  <a:pt x="0" y="0"/>
                </a:moveTo>
                <a:lnTo>
                  <a:pt x="12330" y="0"/>
                </a:lnTo>
                <a:lnTo>
                  <a:pt x="12330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4886280" y="3028680"/>
            <a:ext cx="4438800" cy="1457640"/>
          </a:xfrm>
          <a:custGeom>
            <a:avLst/>
            <a:gdLst/>
            <a:ahLst/>
            <a:rect l="0" t="0" r="r" b="b"/>
            <a:pathLst>
              <a:path w="12330" h="4049">
                <a:moveTo>
                  <a:pt x="31" y="31"/>
                </a:moveTo>
                <a:cubicBezTo>
                  <a:pt x="51" y="11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1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3944"/>
                </a:lnTo>
                <a:cubicBezTo>
                  <a:pt x="12330" y="3973"/>
                  <a:pt x="12320" y="3998"/>
                  <a:pt x="12299" y="4018"/>
                </a:cubicBezTo>
                <a:cubicBezTo>
                  <a:pt x="12279" y="4039"/>
                  <a:pt x="12254" y="4049"/>
                  <a:pt x="12224" y="4049"/>
                </a:cubicBezTo>
                <a:lnTo>
                  <a:pt x="105" y="4049"/>
                </a:lnTo>
                <a:cubicBezTo>
                  <a:pt x="76" y="4049"/>
                  <a:pt x="51" y="4039"/>
                  <a:pt x="31" y="4018"/>
                </a:cubicBezTo>
                <a:cubicBezTo>
                  <a:pt x="10" y="3998"/>
                  <a:pt x="0" y="3973"/>
                  <a:pt x="0" y="3944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4903560" y="3028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2"/>
                  <a:pt x="12233" y="51"/>
                  <a:pt x="12233" y="51"/>
                </a:cubicBezTo>
                <a:cubicBezTo>
                  <a:pt x="12217" y="35"/>
                  <a:pt x="12198" y="27"/>
                  <a:pt x="12176" y="27"/>
                </a:cubicBezTo>
                <a:lnTo>
                  <a:pt x="57" y="27"/>
                </a:lnTo>
                <a:cubicBezTo>
                  <a:pt x="54" y="27"/>
                  <a:pt x="50" y="30"/>
                  <a:pt x="47" y="34"/>
                </a:cubicBezTo>
                <a:lnTo>
                  <a:pt x="0" y="17"/>
                </a:lnTo>
                <a:cubicBezTo>
                  <a:pt x="17" y="6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1"/>
                  <a:pt x="12251" y="32"/>
                </a:cubicBezTo>
                <a:cubicBezTo>
                  <a:pt x="12252" y="33"/>
                  <a:pt x="12252" y="33"/>
                  <a:pt x="12253" y="34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4903560" y="446760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20"/>
                </a:moveTo>
                <a:cubicBezTo>
                  <a:pt x="50" y="24"/>
                  <a:pt x="54" y="26"/>
                  <a:pt x="57" y="26"/>
                </a:cubicBezTo>
                <a:lnTo>
                  <a:pt x="12176" y="26"/>
                </a:lnTo>
                <a:cubicBezTo>
                  <a:pt x="12198" y="26"/>
                  <a:pt x="12217" y="18"/>
                  <a:pt x="12233" y="2"/>
                </a:cubicBezTo>
                <a:cubicBezTo>
                  <a:pt x="12233" y="1"/>
                  <a:pt x="12233" y="1"/>
                  <a:pt x="12234" y="0"/>
                </a:cubicBezTo>
                <a:lnTo>
                  <a:pt x="12253" y="20"/>
                </a:lnTo>
                <a:cubicBezTo>
                  <a:pt x="12252" y="20"/>
                  <a:pt x="12252" y="21"/>
                  <a:pt x="12251" y="21"/>
                </a:cubicBezTo>
                <a:cubicBezTo>
                  <a:pt x="12231" y="42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7"/>
                  <a:pt x="0" y="35"/>
                </a:cubicBezTo>
                <a:lnTo>
                  <a:pt x="47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9307080" y="3039840"/>
            <a:ext cx="18000" cy="1435320"/>
          </a:xfrm>
          <a:custGeom>
            <a:avLst/>
            <a:gdLst/>
            <a:ahLst/>
            <a:rect l="0" t="0" r="r" b="b"/>
            <a:pathLst>
              <a:path w="50" h="3987">
                <a:moveTo>
                  <a:pt x="0" y="3969"/>
                </a:moveTo>
                <a:cubicBezTo>
                  <a:pt x="15" y="3953"/>
                  <a:pt x="23" y="3934"/>
                  <a:pt x="23" y="3913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3913"/>
                </a:lnTo>
                <a:cubicBezTo>
                  <a:pt x="50" y="3942"/>
                  <a:pt x="39" y="3967"/>
                  <a:pt x="18" y="3987"/>
                </a:cubicBezTo>
                <a:lnTo>
                  <a:pt x="0" y="396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4886280" y="3028680"/>
            <a:ext cx="4438800" cy="1457640"/>
          </a:xfrm>
          <a:custGeom>
            <a:avLst/>
            <a:gdLst/>
            <a:ahLst/>
            <a:rect l="0" t="0" r="r" b="b"/>
            <a:pathLst>
              <a:path w="12330" h="4049">
                <a:moveTo>
                  <a:pt x="0" y="0"/>
                </a:moveTo>
                <a:lnTo>
                  <a:pt x="12330" y="0"/>
                </a:lnTo>
                <a:lnTo>
                  <a:pt x="12330" y="4049"/>
                </a:lnTo>
                <a:lnTo>
                  <a:pt x="0" y="4049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4886280" y="4562280"/>
            <a:ext cx="4438800" cy="1438560"/>
          </a:xfrm>
          <a:custGeom>
            <a:avLst/>
            <a:gdLst/>
            <a:ahLst/>
            <a:rect l="0" t="0" r="r" b="b"/>
            <a:pathLst>
              <a:path w="12330" h="3996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0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3890"/>
                </a:lnTo>
                <a:cubicBezTo>
                  <a:pt x="12330" y="3920"/>
                  <a:pt x="12320" y="3945"/>
                  <a:pt x="12299" y="3965"/>
                </a:cubicBezTo>
                <a:cubicBezTo>
                  <a:pt x="12279" y="3986"/>
                  <a:pt x="12254" y="3996"/>
                  <a:pt x="12224" y="3996"/>
                </a:cubicBezTo>
                <a:lnTo>
                  <a:pt x="105" y="3996"/>
                </a:lnTo>
                <a:cubicBezTo>
                  <a:pt x="76" y="3996"/>
                  <a:pt x="51" y="3986"/>
                  <a:pt x="31" y="3965"/>
                </a:cubicBezTo>
                <a:cubicBezTo>
                  <a:pt x="10" y="3945"/>
                  <a:pt x="0" y="3920"/>
                  <a:pt x="0" y="3890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4886280" y="4562280"/>
            <a:ext cx="4438800" cy="24120"/>
          </a:xfrm>
          <a:custGeom>
            <a:avLst/>
            <a:gdLst/>
            <a:ahLst/>
            <a:rect l="0" t="0" r="r" b="b"/>
            <a:pathLst>
              <a:path w="12330" h="67">
                <a:moveTo>
                  <a:pt x="12267" y="67"/>
                </a:moveTo>
                <a:lnTo>
                  <a:pt x="0" y="67"/>
                </a:lnTo>
                <a:lnTo>
                  <a:pt x="0" y="0"/>
                </a:lnTo>
                <a:lnTo>
                  <a:pt x="12330" y="0"/>
                </a:lnTo>
                <a:lnTo>
                  <a:pt x="12330" y="3"/>
                </a:lnTo>
                <a:lnTo>
                  <a:pt x="12267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4903560" y="59821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9"/>
                </a:moveTo>
                <a:cubicBezTo>
                  <a:pt x="50" y="23"/>
                  <a:pt x="54" y="25"/>
                  <a:pt x="57" y="25"/>
                </a:cubicBezTo>
                <a:lnTo>
                  <a:pt x="12176" y="25"/>
                </a:lnTo>
                <a:cubicBezTo>
                  <a:pt x="12198" y="25"/>
                  <a:pt x="12217" y="17"/>
                  <a:pt x="12233" y="2"/>
                </a:cubicBezTo>
                <a:cubicBezTo>
                  <a:pt x="12233" y="1"/>
                  <a:pt x="12233" y="1"/>
                  <a:pt x="12234" y="0"/>
                </a:cubicBezTo>
                <a:lnTo>
                  <a:pt x="12253" y="19"/>
                </a:lnTo>
                <a:cubicBezTo>
                  <a:pt x="12252" y="19"/>
                  <a:pt x="12252" y="20"/>
                  <a:pt x="12251" y="20"/>
                </a:cubicBezTo>
                <a:cubicBezTo>
                  <a:pt x="12231" y="42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7"/>
                  <a:pt x="0" y="34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9307080" y="4573440"/>
            <a:ext cx="18000" cy="1416240"/>
          </a:xfrm>
          <a:custGeom>
            <a:avLst/>
            <a:gdLst/>
            <a:ahLst/>
            <a:rect l="0" t="0" r="r" b="b"/>
            <a:pathLst>
              <a:path w="50" h="3934">
                <a:moveTo>
                  <a:pt x="0" y="3916"/>
                </a:moveTo>
                <a:cubicBezTo>
                  <a:pt x="15" y="3900"/>
                  <a:pt x="23" y="3881"/>
                  <a:pt x="23" y="3859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3859"/>
                </a:lnTo>
                <a:cubicBezTo>
                  <a:pt x="50" y="3889"/>
                  <a:pt x="39" y="3914"/>
                  <a:pt x="18" y="3934"/>
                </a:cubicBezTo>
                <a:lnTo>
                  <a:pt x="0" y="39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4886280" y="4562280"/>
            <a:ext cx="4438800" cy="1438560"/>
          </a:xfrm>
          <a:custGeom>
            <a:avLst/>
            <a:gdLst/>
            <a:ahLst/>
            <a:rect l="0" t="0" r="r" b="b"/>
            <a:pathLst>
              <a:path w="12330" h="3996">
                <a:moveTo>
                  <a:pt x="0" y="0"/>
                </a:moveTo>
                <a:lnTo>
                  <a:pt x="12330" y="0"/>
                </a:lnTo>
                <a:lnTo>
                  <a:pt x="12330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525600" y="5624640"/>
            <a:ext cx="95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module map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5057640" y="1990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5074920" y="1626120"/>
            <a:ext cx="256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TESTABLE IN ISOLATION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5230800" y="1910160"/>
            <a:ext cx="4114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Every module exposes a Protocol; mock the port, test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5057640" y="2447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5230800" y="2129040"/>
            <a:ext cx="647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logic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5230800" y="2367360"/>
            <a:ext cx="3853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Integration tests verify contract compliance across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5230800" y="2595960"/>
            <a:ext cx="860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boundaries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5057640" y="3504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5074920" y="3140640"/>
            <a:ext cx="219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NO TIGHT COUPLING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057720" y="3419280"/>
            <a:ext cx="600480" cy="219600"/>
          </a:xfrm>
          <a:custGeom>
            <a:avLst/>
            <a:gdLst/>
            <a:ahLst/>
            <a:rect l="0" t="0" r="r" b="b"/>
            <a:pathLst>
              <a:path w="1668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588" y="0"/>
                </a:lnTo>
                <a:cubicBezTo>
                  <a:pt x="1599" y="0"/>
                  <a:pt x="1609" y="2"/>
                  <a:pt x="1619" y="6"/>
                </a:cubicBezTo>
                <a:cubicBezTo>
                  <a:pt x="1629" y="10"/>
                  <a:pt x="1637" y="16"/>
                  <a:pt x="1645" y="23"/>
                </a:cubicBezTo>
                <a:cubicBezTo>
                  <a:pt x="1652" y="31"/>
                  <a:pt x="1658" y="39"/>
                  <a:pt x="1662" y="49"/>
                </a:cubicBezTo>
                <a:cubicBezTo>
                  <a:pt x="1666" y="59"/>
                  <a:pt x="1668" y="69"/>
                  <a:pt x="1668" y="79"/>
                </a:cubicBezTo>
                <a:lnTo>
                  <a:pt x="1668" y="529"/>
                </a:lnTo>
                <a:cubicBezTo>
                  <a:pt x="1668" y="541"/>
                  <a:pt x="1666" y="551"/>
                  <a:pt x="1662" y="561"/>
                </a:cubicBezTo>
                <a:cubicBezTo>
                  <a:pt x="1658" y="570"/>
                  <a:pt x="1652" y="579"/>
                  <a:pt x="1645" y="586"/>
                </a:cubicBezTo>
                <a:cubicBezTo>
                  <a:pt x="1637" y="594"/>
                  <a:pt x="1629" y="599"/>
                  <a:pt x="1619" y="604"/>
                </a:cubicBezTo>
                <a:cubicBezTo>
                  <a:pt x="1609" y="608"/>
                  <a:pt x="1599" y="610"/>
                  <a:pt x="1588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5230800" y="3424680"/>
            <a:ext cx="937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UI has zero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6095160" y="3445920"/>
            <a:ext cx="4114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import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7076880" y="3419280"/>
            <a:ext cx="514800" cy="219600"/>
          </a:xfrm>
          <a:custGeom>
            <a:avLst/>
            <a:gdLst/>
            <a:ahLst/>
            <a:rect l="0" t="0" r="r" b="b"/>
            <a:pathLst>
              <a:path w="1430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350" y="0"/>
                </a:lnTo>
                <a:cubicBezTo>
                  <a:pt x="1361" y="0"/>
                  <a:pt x="1371" y="2"/>
                  <a:pt x="1381" y="6"/>
                </a:cubicBezTo>
                <a:cubicBezTo>
                  <a:pt x="1391" y="10"/>
                  <a:pt x="1399" y="16"/>
                  <a:pt x="1407" y="23"/>
                </a:cubicBezTo>
                <a:cubicBezTo>
                  <a:pt x="1414" y="31"/>
                  <a:pt x="1420" y="39"/>
                  <a:pt x="1424" y="49"/>
                </a:cubicBezTo>
                <a:cubicBezTo>
                  <a:pt x="1428" y="59"/>
                  <a:pt x="1430" y="69"/>
                  <a:pt x="1430" y="79"/>
                </a:cubicBezTo>
                <a:lnTo>
                  <a:pt x="1430" y="529"/>
                </a:lnTo>
                <a:cubicBezTo>
                  <a:pt x="1430" y="541"/>
                  <a:pt x="1428" y="551"/>
                  <a:pt x="1424" y="561"/>
                </a:cubicBezTo>
                <a:cubicBezTo>
                  <a:pt x="1420" y="570"/>
                  <a:pt x="1414" y="579"/>
                  <a:pt x="1407" y="586"/>
                </a:cubicBezTo>
                <a:cubicBezTo>
                  <a:pt x="1399" y="594"/>
                  <a:pt x="1391" y="599"/>
                  <a:pt x="1381" y="604"/>
                </a:cubicBezTo>
                <a:cubicBezTo>
                  <a:pt x="1371" y="608"/>
                  <a:pt x="1361" y="610"/>
                  <a:pt x="1350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6662520" y="3424680"/>
            <a:ext cx="444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from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7115400" y="3445920"/>
            <a:ext cx="3708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agent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5057640" y="373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7594560" y="3424680"/>
            <a:ext cx="618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module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6486480" y="3657600"/>
            <a:ext cx="600120" cy="209880"/>
          </a:xfrm>
          <a:custGeom>
            <a:avLst/>
            <a:gdLst/>
            <a:ahLst/>
            <a:rect l="0" t="0" r="r" b="b"/>
            <a:pathLst>
              <a:path w="1667" h="583">
                <a:moveTo>
                  <a:pt x="0" y="50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588" y="0"/>
                </a:lnTo>
                <a:cubicBezTo>
                  <a:pt x="1599" y="0"/>
                  <a:pt x="1609" y="2"/>
                  <a:pt x="1618" y="6"/>
                </a:cubicBezTo>
                <a:cubicBezTo>
                  <a:pt x="1628" y="10"/>
                  <a:pt x="1637" y="15"/>
                  <a:pt x="1644" y="23"/>
                </a:cubicBezTo>
                <a:cubicBezTo>
                  <a:pt x="1652" y="31"/>
                  <a:pt x="1657" y="40"/>
                  <a:pt x="1661" y="49"/>
                </a:cubicBezTo>
                <a:cubicBezTo>
                  <a:pt x="1665" y="59"/>
                  <a:pt x="1667" y="69"/>
                  <a:pt x="1667" y="80"/>
                </a:cubicBezTo>
                <a:lnTo>
                  <a:pt x="1667" y="503"/>
                </a:lnTo>
                <a:cubicBezTo>
                  <a:pt x="1667" y="514"/>
                  <a:pt x="1665" y="524"/>
                  <a:pt x="1661" y="534"/>
                </a:cubicBezTo>
                <a:cubicBezTo>
                  <a:pt x="1657" y="543"/>
                  <a:pt x="1652" y="552"/>
                  <a:pt x="1644" y="559"/>
                </a:cubicBezTo>
                <a:cubicBezTo>
                  <a:pt x="1637" y="567"/>
                  <a:pt x="1628" y="572"/>
                  <a:pt x="1618" y="577"/>
                </a:cubicBezTo>
                <a:cubicBezTo>
                  <a:pt x="1609" y="581"/>
                  <a:pt x="1599" y="583"/>
                  <a:pt x="1588" y="583"/>
                </a:cubicBezTo>
                <a:lnTo>
                  <a:pt x="79" y="583"/>
                </a:lnTo>
                <a:cubicBezTo>
                  <a:pt x="68" y="583"/>
                  <a:pt x="58" y="581"/>
                  <a:pt x="49" y="577"/>
                </a:cubicBezTo>
                <a:cubicBezTo>
                  <a:pt x="39" y="572"/>
                  <a:pt x="30" y="567"/>
                  <a:pt x="23" y="559"/>
                </a:cubicBezTo>
                <a:cubicBezTo>
                  <a:pt x="15" y="552"/>
                  <a:pt x="10" y="543"/>
                  <a:pt x="6" y="534"/>
                </a:cubicBezTo>
                <a:cubicBezTo>
                  <a:pt x="2" y="524"/>
                  <a:pt x="0" y="514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5230800" y="3653280"/>
            <a:ext cx="1401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Agents have zero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6522120" y="3683880"/>
            <a:ext cx="4114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import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7505640" y="3657600"/>
            <a:ext cx="514440" cy="209880"/>
          </a:xfrm>
          <a:custGeom>
            <a:avLst/>
            <a:gdLst/>
            <a:ahLst/>
            <a:rect l="0" t="0" r="r" b="b"/>
            <a:pathLst>
              <a:path w="1429" h="583">
                <a:moveTo>
                  <a:pt x="0" y="50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1350" y="0"/>
                </a:lnTo>
                <a:cubicBezTo>
                  <a:pt x="1361" y="0"/>
                  <a:pt x="1371" y="2"/>
                  <a:pt x="1380" y="6"/>
                </a:cubicBezTo>
                <a:cubicBezTo>
                  <a:pt x="1390" y="10"/>
                  <a:pt x="1399" y="15"/>
                  <a:pt x="1406" y="23"/>
                </a:cubicBezTo>
                <a:cubicBezTo>
                  <a:pt x="1414" y="31"/>
                  <a:pt x="1419" y="40"/>
                  <a:pt x="1423" y="49"/>
                </a:cubicBezTo>
                <a:cubicBezTo>
                  <a:pt x="1427" y="59"/>
                  <a:pt x="1429" y="69"/>
                  <a:pt x="1429" y="80"/>
                </a:cubicBezTo>
                <a:lnTo>
                  <a:pt x="1429" y="503"/>
                </a:lnTo>
                <a:cubicBezTo>
                  <a:pt x="1429" y="514"/>
                  <a:pt x="1427" y="524"/>
                  <a:pt x="1423" y="534"/>
                </a:cubicBezTo>
                <a:cubicBezTo>
                  <a:pt x="1419" y="543"/>
                  <a:pt x="1414" y="552"/>
                  <a:pt x="1406" y="559"/>
                </a:cubicBezTo>
                <a:cubicBezTo>
                  <a:pt x="1399" y="567"/>
                  <a:pt x="1390" y="572"/>
                  <a:pt x="1380" y="577"/>
                </a:cubicBezTo>
                <a:cubicBezTo>
                  <a:pt x="1371" y="581"/>
                  <a:pt x="1361" y="583"/>
                  <a:pt x="1350" y="583"/>
                </a:cubicBezTo>
                <a:lnTo>
                  <a:pt x="79" y="583"/>
                </a:lnTo>
                <a:cubicBezTo>
                  <a:pt x="69" y="583"/>
                  <a:pt x="58" y="581"/>
                  <a:pt x="49" y="577"/>
                </a:cubicBezTo>
                <a:cubicBezTo>
                  <a:pt x="39" y="572"/>
                  <a:pt x="30" y="567"/>
                  <a:pt x="23" y="559"/>
                </a:cubicBezTo>
                <a:cubicBezTo>
                  <a:pt x="15" y="552"/>
                  <a:pt x="10" y="543"/>
                  <a:pt x="6" y="534"/>
                </a:cubicBezTo>
                <a:cubicBezTo>
                  <a:pt x="2" y="524"/>
                  <a:pt x="0" y="514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7089480" y="3653280"/>
            <a:ext cx="444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from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7542720" y="3683880"/>
            <a:ext cx="3128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tools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8248320" y="3657600"/>
            <a:ext cx="867240" cy="209880"/>
          </a:xfrm>
          <a:custGeom>
            <a:avLst/>
            <a:gdLst/>
            <a:ahLst/>
            <a:rect l="0" t="0" r="r" b="b"/>
            <a:pathLst>
              <a:path w="2409" h="583">
                <a:moveTo>
                  <a:pt x="0" y="50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329" y="0"/>
                </a:lnTo>
                <a:cubicBezTo>
                  <a:pt x="2339" y="0"/>
                  <a:pt x="2349" y="2"/>
                  <a:pt x="2359" y="6"/>
                </a:cubicBezTo>
                <a:cubicBezTo>
                  <a:pt x="2370" y="10"/>
                  <a:pt x="2378" y="15"/>
                  <a:pt x="2386" y="23"/>
                </a:cubicBezTo>
                <a:cubicBezTo>
                  <a:pt x="2393" y="31"/>
                  <a:pt x="2399" y="40"/>
                  <a:pt x="2403" y="49"/>
                </a:cubicBezTo>
                <a:cubicBezTo>
                  <a:pt x="2407" y="59"/>
                  <a:pt x="2409" y="69"/>
                  <a:pt x="2409" y="80"/>
                </a:cubicBezTo>
                <a:lnTo>
                  <a:pt x="2409" y="503"/>
                </a:lnTo>
                <a:cubicBezTo>
                  <a:pt x="2409" y="514"/>
                  <a:pt x="2407" y="524"/>
                  <a:pt x="2403" y="534"/>
                </a:cubicBezTo>
                <a:cubicBezTo>
                  <a:pt x="2399" y="543"/>
                  <a:pt x="2393" y="552"/>
                  <a:pt x="2386" y="559"/>
                </a:cubicBezTo>
                <a:cubicBezTo>
                  <a:pt x="2378" y="567"/>
                  <a:pt x="2370" y="572"/>
                  <a:pt x="2359" y="577"/>
                </a:cubicBezTo>
                <a:cubicBezTo>
                  <a:pt x="2349" y="581"/>
                  <a:pt x="2339" y="583"/>
                  <a:pt x="2329" y="583"/>
                </a:cubicBezTo>
                <a:lnTo>
                  <a:pt x="80" y="583"/>
                </a:lnTo>
                <a:cubicBezTo>
                  <a:pt x="69" y="583"/>
                  <a:pt x="59" y="581"/>
                  <a:pt x="49" y="577"/>
                </a:cubicBezTo>
                <a:cubicBezTo>
                  <a:pt x="40" y="572"/>
                  <a:pt x="31" y="567"/>
                  <a:pt x="24" y="559"/>
                </a:cubicBezTo>
                <a:cubicBezTo>
                  <a:pt x="16" y="552"/>
                  <a:pt x="10" y="543"/>
                  <a:pt x="6" y="534"/>
                </a:cubicBezTo>
                <a:cubicBezTo>
                  <a:pt x="2" y="524"/>
                  <a:pt x="0" y="514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8021520" y="3653280"/>
            <a:ext cx="251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or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5057640" y="39718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8282160" y="3683880"/>
            <a:ext cx="6087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providers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5057640" y="4209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5230800" y="3891240"/>
            <a:ext cx="4046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Compile-time safety via Protocol structural subtyping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5230800" y="4129200"/>
            <a:ext cx="4173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dependencies on other modules, only on Protocols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5057640" y="5038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3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5074920" y="4674240"/>
            <a:ext cx="275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PARALLEL DEVELOPMENT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5230800" y="4957920"/>
            <a:ext cx="3371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UI team, agent team, and tooling team work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5057640" y="5495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5230800" y="5186520"/>
            <a:ext cx="3120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independently behind protocol interfaces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5230800" y="5415120"/>
            <a:ext cx="3660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Contracts serve as the shared agreement — no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5230800" y="5643720"/>
            <a:ext cx="2637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coordination overhead per change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180720" y="2409480"/>
            <a:ext cx="9144360" cy="2115000"/>
          </a:xfrm>
          <a:custGeom>
            <a:avLst/>
            <a:gdLst/>
            <a:ahLst/>
            <a:rect l="0" t="0" r="r" b="b"/>
            <a:pathLst>
              <a:path w="25401" h="5875">
                <a:moveTo>
                  <a:pt x="0" y="0"/>
                </a:moveTo>
                <a:lnTo>
                  <a:pt x="25401" y="0"/>
                </a:lnTo>
                <a:lnTo>
                  <a:pt x="25401" y="5875"/>
                </a:lnTo>
                <a:lnTo>
                  <a:pt x="0" y="587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984320" y="3426840"/>
            <a:ext cx="51775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LAYER &amp; MODULE DEEP DIVE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3952800" y="23461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04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2906640" y="3987720"/>
            <a:ext cx="3972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From the TUI to the Tool Runtime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180720" y="2790720"/>
            <a:ext cx="4439160" cy="1914840"/>
          </a:xfrm>
          <a:custGeom>
            <a:avLst/>
            <a:gdLst/>
            <a:ahLst/>
            <a:rect l="0" t="0" r="r" b="b"/>
            <a:pathLst>
              <a:path w="12331" h="5319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0"/>
                  <a:pt x="12300" y="31"/>
                </a:cubicBezTo>
                <a:cubicBezTo>
                  <a:pt x="12320" y="51"/>
                  <a:pt x="12331" y="76"/>
                  <a:pt x="12331" y="106"/>
                </a:cubicBezTo>
                <a:lnTo>
                  <a:pt x="12331" y="5213"/>
                </a:lnTo>
                <a:cubicBezTo>
                  <a:pt x="12331" y="5242"/>
                  <a:pt x="12320" y="5267"/>
                  <a:pt x="12300" y="5288"/>
                </a:cubicBezTo>
                <a:cubicBezTo>
                  <a:pt x="12279" y="5309"/>
                  <a:pt x="12254" y="5319"/>
                  <a:pt x="12225" y="5319"/>
                </a:cubicBezTo>
                <a:lnTo>
                  <a:pt x="106" y="5319"/>
                </a:lnTo>
                <a:cubicBezTo>
                  <a:pt x="77" y="5319"/>
                  <a:pt x="52" y="5309"/>
                  <a:pt x="31" y="5288"/>
                </a:cubicBezTo>
                <a:cubicBezTo>
                  <a:pt x="11" y="5267"/>
                  <a:pt x="0" y="5242"/>
                  <a:pt x="0" y="5213"/>
                </a:cubicBezTo>
                <a:lnTo>
                  <a:pt x="0" y="106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198000" y="27907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4" y="51"/>
                  <a:pt x="12234" y="51"/>
                  <a:pt x="12233" y="50"/>
                </a:cubicBezTo>
                <a:cubicBezTo>
                  <a:pt x="12218" y="35"/>
                  <a:pt x="12199" y="27"/>
                  <a:pt x="12177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5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0"/>
                  <a:pt x="12252" y="32"/>
                </a:cubicBezTo>
                <a:lnTo>
                  <a:pt x="12253" y="33"/>
                </a:ln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198000" y="468684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177" y="25"/>
                </a:lnTo>
                <a:cubicBezTo>
                  <a:pt x="12199" y="25"/>
                  <a:pt x="12218" y="18"/>
                  <a:pt x="12233" y="1"/>
                </a:cubicBezTo>
                <a:cubicBezTo>
                  <a:pt x="12234" y="1"/>
                  <a:pt x="12234" y="0"/>
                  <a:pt x="12234" y="0"/>
                </a:cubicBezTo>
                <a:lnTo>
                  <a:pt x="12253" y="20"/>
                </a:lnTo>
                <a:cubicBezTo>
                  <a:pt x="12253" y="20"/>
                  <a:pt x="12252" y="20"/>
                  <a:pt x="12252" y="21"/>
                </a:cubicBezTo>
                <a:cubicBezTo>
                  <a:pt x="12231" y="42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4601520" y="2801880"/>
            <a:ext cx="18360" cy="1892520"/>
          </a:xfrm>
          <a:custGeom>
            <a:avLst/>
            <a:gdLst/>
            <a:ahLst/>
            <a:rect l="0" t="0" r="r" b="b"/>
            <a:pathLst>
              <a:path w="51" h="5257">
                <a:moveTo>
                  <a:pt x="0" y="5238"/>
                </a:moveTo>
                <a:cubicBezTo>
                  <a:pt x="16" y="5223"/>
                  <a:pt x="23" y="5204"/>
                  <a:pt x="23" y="5182"/>
                </a:cubicBezTo>
                <a:lnTo>
                  <a:pt x="23" y="75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5"/>
                </a:cubicBezTo>
                <a:lnTo>
                  <a:pt x="51" y="5182"/>
                </a:lnTo>
                <a:cubicBezTo>
                  <a:pt x="51" y="5211"/>
                  <a:pt x="40" y="5236"/>
                  <a:pt x="19" y="5257"/>
                </a:cubicBezTo>
                <a:lnTo>
                  <a:pt x="0" y="523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180720" y="2790720"/>
            <a:ext cx="4439160" cy="1914840"/>
          </a:xfrm>
          <a:custGeom>
            <a:avLst/>
            <a:gdLst/>
            <a:ahLst/>
            <a:rect l="0" t="0" r="r" b="b"/>
            <a:pathLst>
              <a:path w="12331" h="5319">
                <a:moveTo>
                  <a:pt x="0" y="0"/>
                </a:moveTo>
                <a:lnTo>
                  <a:pt x="12331" y="0"/>
                </a:lnTo>
                <a:lnTo>
                  <a:pt x="12331" y="5319"/>
                </a:lnTo>
                <a:lnTo>
                  <a:pt x="0" y="5319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3220200" y="1655280"/>
            <a:ext cx="2979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LAYER 1: UI &amp; UX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81080" y="2410560"/>
            <a:ext cx="4066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What: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Pure presentation layer on Textual. </a:t>
            </a:r>
            <a:r>
              <a:rPr lang="en-US" sz="115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Zero business logic.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352080" y="3267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30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523800" y="3190680"/>
            <a:ext cx="781200" cy="209880"/>
          </a:xfrm>
          <a:custGeom>
            <a:avLst/>
            <a:gdLst/>
            <a:ahLst/>
            <a:rect l="0" t="0" r="r" b="b"/>
            <a:pathLst>
              <a:path w="2170" h="583">
                <a:moveTo>
                  <a:pt x="0" y="504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2091" y="0"/>
                </a:lnTo>
                <a:cubicBezTo>
                  <a:pt x="2101" y="0"/>
                  <a:pt x="2112" y="2"/>
                  <a:pt x="2121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4" y="31"/>
                  <a:pt x="2160" y="39"/>
                  <a:pt x="2164" y="49"/>
                </a:cubicBezTo>
                <a:cubicBezTo>
                  <a:pt x="2168" y="59"/>
                  <a:pt x="2170" y="69"/>
                  <a:pt x="2170" y="79"/>
                </a:cubicBezTo>
                <a:lnTo>
                  <a:pt x="2170" y="504"/>
                </a:lnTo>
                <a:cubicBezTo>
                  <a:pt x="2170" y="514"/>
                  <a:pt x="2168" y="524"/>
                  <a:pt x="2164" y="534"/>
                </a:cubicBezTo>
                <a:cubicBezTo>
                  <a:pt x="2160" y="544"/>
                  <a:pt x="2154" y="552"/>
                  <a:pt x="2147" y="560"/>
                </a:cubicBezTo>
                <a:cubicBezTo>
                  <a:pt x="2140" y="567"/>
                  <a:pt x="2131" y="573"/>
                  <a:pt x="2121" y="577"/>
                </a:cubicBezTo>
                <a:cubicBezTo>
                  <a:pt x="2112" y="581"/>
                  <a:pt x="2101" y="583"/>
                  <a:pt x="2091" y="583"/>
                </a:cubicBezTo>
                <a:lnTo>
                  <a:pt x="79" y="583"/>
                </a:lnTo>
                <a:cubicBezTo>
                  <a:pt x="69" y="583"/>
                  <a:pt x="58" y="581"/>
                  <a:pt x="49" y="577"/>
                </a:cubicBezTo>
                <a:cubicBezTo>
                  <a:pt x="39" y="573"/>
                  <a:pt x="30" y="567"/>
                  <a:pt x="23" y="560"/>
                </a:cubicBezTo>
                <a:cubicBezTo>
                  <a:pt x="16" y="552"/>
                  <a:pt x="10" y="544"/>
                  <a:pt x="6" y="534"/>
                </a:cubicBezTo>
                <a:cubicBezTo>
                  <a:pt x="2" y="524"/>
                  <a:pt x="0" y="514"/>
                  <a:pt x="0" y="50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369720" y="2902680"/>
            <a:ext cx="154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KEY MODULES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562320" y="3217320"/>
            <a:ext cx="6663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CorgeApp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352080" y="3504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523800" y="3419280"/>
            <a:ext cx="1848240" cy="219600"/>
          </a:xfrm>
          <a:custGeom>
            <a:avLst/>
            <a:gdLst/>
            <a:ahLst/>
            <a:rect l="0" t="0" r="r" b="b"/>
            <a:pathLst>
              <a:path w="5134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5054" y="0"/>
                </a:lnTo>
                <a:cubicBezTo>
                  <a:pt x="5065" y="0"/>
                  <a:pt x="5075" y="2"/>
                  <a:pt x="5085" y="6"/>
                </a:cubicBezTo>
                <a:cubicBezTo>
                  <a:pt x="5094" y="10"/>
                  <a:pt x="5103" y="16"/>
                  <a:pt x="5110" y="23"/>
                </a:cubicBezTo>
                <a:cubicBezTo>
                  <a:pt x="5118" y="31"/>
                  <a:pt x="5124" y="39"/>
                  <a:pt x="5128" y="49"/>
                </a:cubicBezTo>
                <a:cubicBezTo>
                  <a:pt x="5132" y="59"/>
                  <a:pt x="5134" y="69"/>
                  <a:pt x="5134" y="79"/>
                </a:cubicBezTo>
                <a:lnTo>
                  <a:pt x="5134" y="529"/>
                </a:lnTo>
                <a:cubicBezTo>
                  <a:pt x="5134" y="541"/>
                  <a:pt x="5132" y="551"/>
                  <a:pt x="5128" y="561"/>
                </a:cubicBezTo>
                <a:cubicBezTo>
                  <a:pt x="5124" y="570"/>
                  <a:pt x="5118" y="579"/>
                  <a:pt x="5110" y="586"/>
                </a:cubicBezTo>
                <a:cubicBezTo>
                  <a:pt x="5103" y="594"/>
                  <a:pt x="5094" y="599"/>
                  <a:pt x="5085" y="604"/>
                </a:cubicBezTo>
                <a:cubicBezTo>
                  <a:pt x="5075" y="608"/>
                  <a:pt x="5065" y="610"/>
                  <a:pt x="5054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1306440" y="3186360"/>
            <a:ext cx="1526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Main application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562320" y="3445920"/>
            <a:ext cx="13975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DirectorySelectorApp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2367360" y="3424680"/>
            <a:ext cx="1748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Keyboard-first repo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352080" y="3962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523800" y="3876480"/>
            <a:ext cx="1133640" cy="219600"/>
          </a:xfrm>
          <a:custGeom>
            <a:avLst/>
            <a:gdLst/>
            <a:ahLst/>
            <a:rect l="0" t="0" r="r" b="b"/>
            <a:pathLst>
              <a:path w="3149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070" y="0"/>
                </a:lnTo>
                <a:cubicBezTo>
                  <a:pt x="3080" y="0"/>
                  <a:pt x="3091" y="2"/>
                  <a:pt x="3100" y="6"/>
                </a:cubicBezTo>
                <a:cubicBezTo>
                  <a:pt x="3110" y="10"/>
                  <a:pt x="3119" y="16"/>
                  <a:pt x="3126" y="23"/>
                </a:cubicBezTo>
                <a:cubicBezTo>
                  <a:pt x="3133" y="31"/>
                  <a:pt x="3139" y="39"/>
                  <a:pt x="3143" y="49"/>
                </a:cubicBezTo>
                <a:cubicBezTo>
                  <a:pt x="3147" y="59"/>
                  <a:pt x="3149" y="69"/>
                  <a:pt x="3149" y="79"/>
                </a:cubicBezTo>
                <a:lnTo>
                  <a:pt x="3149" y="530"/>
                </a:lnTo>
                <a:cubicBezTo>
                  <a:pt x="3149" y="541"/>
                  <a:pt x="3147" y="551"/>
                  <a:pt x="3143" y="561"/>
                </a:cubicBezTo>
                <a:cubicBezTo>
                  <a:pt x="3139" y="570"/>
                  <a:pt x="3133" y="579"/>
                  <a:pt x="3126" y="586"/>
                </a:cubicBezTo>
                <a:cubicBezTo>
                  <a:pt x="3119" y="594"/>
                  <a:pt x="3110" y="599"/>
                  <a:pt x="3100" y="603"/>
                </a:cubicBezTo>
                <a:cubicBezTo>
                  <a:pt x="3091" y="608"/>
                  <a:pt x="3080" y="610"/>
                  <a:pt x="3070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525600" y="3653280"/>
            <a:ext cx="464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picker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562320" y="3903120"/>
            <a:ext cx="9702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CanvasScreen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352080" y="4200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523800" y="4114800"/>
            <a:ext cx="1933920" cy="209880"/>
          </a:xfrm>
          <a:custGeom>
            <a:avLst/>
            <a:gdLst/>
            <a:ahLst/>
            <a:rect l="0" t="0" r="r" b="b"/>
            <a:pathLst>
              <a:path w="5372" h="583">
                <a:moveTo>
                  <a:pt x="0" y="503"/>
                </a:moveTo>
                <a:lnTo>
                  <a:pt x="0" y="79"/>
                </a:lnTo>
                <a:cubicBezTo>
                  <a:pt x="0" y="68"/>
                  <a:pt x="2" y="58"/>
                  <a:pt x="6" y="48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5"/>
                </a:cubicBezTo>
                <a:cubicBezTo>
                  <a:pt x="58" y="1"/>
                  <a:pt x="69" y="0"/>
                  <a:pt x="79" y="0"/>
                </a:cubicBezTo>
                <a:lnTo>
                  <a:pt x="5292" y="0"/>
                </a:lnTo>
                <a:cubicBezTo>
                  <a:pt x="5303" y="0"/>
                  <a:pt x="5313" y="2"/>
                  <a:pt x="5323" y="6"/>
                </a:cubicBezTo>
                <a:cubicBezTo>
                  <a:pt x="5332" y="10"/>
                  <a:pt x="5341" y="15"/>
                  <a:pt x="5349" y="23"/>
                </a:cubicBezTo>
                <a:cubicBezTo>
                  <a:pt x="5356" y="30"/>
                  <a:pt x="5362" y="39"/>
                  <a:pt x="5366" y="48"/>
                </a:cubicBezTo>
                <a:cubicBezTo>
                  <a:pt x="5370" y="58"/>
                  <a:pt x="5372" y="68"/>
                  <a:pt x="5372" y="79"/>
                </a:cubicBezTo>
                <a:lnTo>
                  <a:pt x="5372" y="503"/>
                </a:lnTo>
                <a:cubicBezTo>
                  <a:pt x="5372" y="514"/>
                  <a:pt x="5370" y="524"/>
                  <a:pt x="5366" y="534"/>
                </a:cubicBezTo>
                <a:cubicBezTo>
                  <a:pt x="5362" y="543"/>
                  <a:pt x="5356" y="552"/>
                  <a:pt x="5349" y="559"/>
                </a:cubicBezTo>
                <a:cubicBezTo>
                  <a:pt x="5341" y="567"/>
                  <a:pt x="5332" y="572"/>
                  <a:pt x="5323" y="577"/>
                </a:cubicBezTo>
                <a:cubicBezTo>
                  <a:pt x="5313" y="581"/>
                  <a:pt x="5303" y="583"/>
                  <a:pt x="5292" y="583"/>
                </a:cubicBezTo>
                <a:lnTo>
                  <a:pt x="79" y="583"/>
                </a:lnTo>
                <a:cubicBezTo>
                  <a:pt x="69" y="583"/>
                  <a:pt x="58" y="581"/>
                  <a:pt x="49" y="577"/>
                </a:cubicBezTo>
                <a:cubicBezTo>
                  <a:pt x="39" y="572"/>
                  <a:pt x="30" y="567"/>
                  <a:pt x="23" y="559"/>
                </a:cubicBezTo>
                <a:cubicBezTo>
                  <a:pt x="16" y="552"/>
                  <a:pt x="10" y="543"/>
                  <a:pt x="6" y="534"/>
                </a:cubicBezTo>
                <a:cubicBezTo>
                  <a:pt x="2" y="524"/>
                  <a:pt x="0" y="514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1659960" y="3881880"/>
            <a:ext cx="1719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Sticky note canvas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562320" y="4141080"/>
            <a:ext cx="13726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InteractiveDiffScreen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352080" y="44290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8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523800" y="4343400"/>
            <a:ext cx="1229040" cy="219240"/>
          </a:xfrm>
          <a:custGeom>
            <a:avLst/>
            <a:gdLst/>
            <a:ahLst/>
            <a:rect l="0" t="0" r="r" b="b"/>
            <a:pathLst>
              <a:path w="3414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8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34" y="0"/>
                </a:lnTo>
                <a:cubicBezTo>
                  <a:pt x="3345" y="0"/>
                  <a:pt x="3355" y="1"/>
                  <a:pt x="3365" y="5"/>
                </a:cubicBezTo>
                <a:cubicBezTo>
                  <a:pt x="3375" y="10"/>
                  <a:pt x="3383" y="15"/>
                  <a:pt x="3391" y="23"/>
                </a:cubicBezTo>
                <a:cubicBezTo>
                  <a:pt x="3398" y="30"/>
                  <a:pt x="3404" y="39"/>
                  <a:pt x="3408" y="48"/>
                </a:cubicBezTo>
                <a:cubicBezTo>
                  <a:pt x="3412" y="58"/>
                  <a:pt x="3414" y="68"/>
                  <a:pt x="3414" y="79"/>
                </a:cubicBezTo>
                <a:lnTo>
                  <a:pt x="3414" y="530"/>
                </a:lnTo>
                <a:cubicBezTo>
                  <a:pt x="3414" y="540"/>
                  <a:pt x="3412" y="550"/>
                  <a:pt x="3408" y="560"/>
                </a:cubicBezTo>
                <a:cubicBezTo>
                  <a:pt x="3404" y="570"/>
                  <a:pt x="3398" y="578"/>
                  <a:pt x="3391" y="586"/>
                </a:cubicBezTo>
                <a:cubicBezTo>
                  <a:pt x="3383" y="593"/>
                  <a:pt x="3375" y="599"/>
                  <a:pt x="3365" y="603"/>
                </a:cubicBezTo>
                <a:cubicBezTo>
                  <a:pt x="3355" y="607"/>
                  <a:pt x="3345" y="609"/>
                  <a:pt x="3334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2455560" y="4119840"/>
            <a:ext cx="1777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4-context split pane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562320" y="4369680"/>
            <a:ext cx="10688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MessageScreen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1876320" y="4343400"/>
            <a:ext cx="1229040" cy="219240"/>
          </a:xfrm>
          <a:custGeom>
            <a:avLst/>
            <a:gdLst/>
            <a:ahLst/>
            <a:rect l="0" t="0" r="r" b="b"/>
            <a:pathLst>
              <a:path w="3414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8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335" y="0"/>
                </a:lnTo>
                <a:cubicBezTo>
                  <a:pt x="3345" y="0"/>
                  <a:pt x="3355" y="1"/>
                  <a:pt x="3365" y="5"/>
                </a:cubicBezTo>
                <a:cubicBezTo>
                  <a:pt x="3375" y="10"/>
                  <a:pt x="3383" y="15"/>
                  <a:pt x="3391" y="23"/>
                </a:cubicBezTo>
                <a:cubicBezTo>
                  <a:pt x="3398" y="30"/>
                  <a:pt x="3404" y="39"/>
                  <a:pt x="3408" y="48"/>
                </a:cubicBezTo>
                <a:cubicBezTo>
                  <a:pt x="3412" y="58"/>
                  <a:pt x="3414" y="68"/>
                  <a:pt x="3414" y="79"/>
                </a:cubicBezTo>
                <a:lnTo>
                  <a:pt x="3414" y="530"/>
                </a:lnTo>
                <a:cubicBezTo>
                  <a:pt x="3414" y="540"/>
                  <a:pt x="3412" y="550"/>
                  <a:pt x="3408" y="560"/>
                </a:cubicBezTo>
                <a:cubicBezTo>
                  <a:pt x="3404" y="570"/>
                  <a:pt x="3398" y="578"/>
                  <a:pt x="3391" y="586"/>
                </a:cubicBezTo>
                <a:cubicBezTo>
                  <a:pt x="3383" y="593"/>
                  <a:pt x="3375" y="599"/>
                  <a:pt x="3365" y="603"/>
                </a:cubicBezTo>
                <a:cubicBezTo>
                  <a:pt x="3355" y="607"/>
                  <a:pt x="3345" y="609"/>
                  <a:pt x="333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1748520" y="4348440"/>
            <a:ext cx="173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/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4886280" y="2295360"/>
            <a:ext cx="4438800" cy="1905480"/>
          </a:xfrm>
          <a:custGeom>
            <a:avLst/>
            <a:gdLst/>
            <a:ahLst/>
            <a:rect l="0" t="0" r="r" b="b"/>
            <a:pathLst>
              <a:path w="12330" h="5293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0"/>
                  <a:pt x="12299" y="31"/>
                </a:cubicBezTo>
                <a:cubicBezTo>
                  <a:pt x="12320" y="52"/>
                  <a:pt x="12330" y="77"/>
                  <a:pt x="12330" y="106"/>
                </a:cubicBezTo>
                <a:lnTo>
                  <a:pt x="12330" y="5187"/>
                </a:lnTo>
                <a:cubicBezTo>
                  <a:pt x="12330" y="5216"/>
                  <a:pt x="12320" y="5241"/>
                  <a:pt x="12299" y="5262"/>
                </a:cubicBezTo>
                <a:cubicBezTo>
                  <a:pt x="12279" y="5282"/>
                  <a:pt x="12254" y="5293"/>
                  <a:pt x="12224" y="5293"/>
                </a:cubicBezTo>
                <a:lnTo>
                  <a:pt x="105" y="5293"/>
                </a:lnTo>
                <a:cubicBezTo>
                  <a:pt x="76" y="5293"/>
                  <a:pt x="51" y="5282"/>
                  <a:pt x="31" y="5262"/>
                </a:cubicBezTo>
                <a:cubicBezTo>
                  <a:pt x="10" y="5241"/>
                  <a:pt x="0" y="5216"/>
                  <a:pt x="0" y="5187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4903560" y="22953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2"/>
                  <a:pt x="12233" y="51"/>
                  <a:pt x="12233" y="51"/>
                </a:cubicBezTo>
                <a:cubicBezTo>
                  <a:pt x="12217" y="35"/>
                  <a:pt x="12198" y="27"/>
                  <a:pt x="12176" y="27"/>
                </a:cubicBezTo>
                <a:lnTo>
                  <a:pt x="57" y="27"/>
                </a:lnTo>
                <a:cubicBezTo>
                  <a:pt x="54" y="27"/>
                  <a:pt x="50" y="29"/>
                  <a:pt x="47" y="34"/>
                </a:cubicBezTo>
                <a:lnTo>
                  <a:pt x="0" y="17"/>
                </a:lnTo>
                <a:cubicBezTo>
                  <a:pt x="17" y="6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0"/>
                  <a:pt x="12251" y="32"/>
                </a:cubicBezTo>
                <a:cubicBezTo>
                  <a:pt x="12252" y="32"/>
                  <a:pt x="12252" y="33"/>
                  <a:pt x="12253" y="33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4903560" y="41821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8"/>
                </a:moveTo>
                <a:cubicBezTo>
                  <a:pt x="50" y="22"/>
                  <a:pt x="54" y="24"/>
                  <a:pt x="57" y="24"/>
                </a:cubicBezTo>
                <a:lnTo>
                  <a:pt x="12176" y="24"/>
                </a:lnTo>
                <a:cubicBezTo>
                  <a:pt x="12198" y="24"/>
                  <a:pt x="12217" y="16"/>
                  <a:pt x="12233" y="1"/>
                </a:cubicBezTo>
                <a:cubicBezTo>
                  <a:pt x="12233" y="0"/>
                  <a:pt x="12233" y="0"/>
                  <a:pt x="12234" y="0"/>
                </a:cubicBezTo>
                <a:lnTo>
                  <a:pt x="12253" y="18"/>
                </a:lnTo>
                <a:cubicBezTo>
                  <a:pt x="12252" y="19"/>
                  <a:pt x="12252" y="19"/>
                  <a:pt x="12251" y="20"/>
                </a:cubicBezTo>
                <a:cubicBezTo>
                  <a:pt x="12231" y="41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9307080" y="2306520"/>
            <a:ext cx="18000" cy="1883160"/>
          </a:xfrm>
          <a:custGeom>
            <a:avLst/>
            <a:gdLst/>
            <a:ahLst/>
            <a:rect l="0" t="0" r="r" b="b"/>
            <a:pathLst>
              <a:path w="50" h="5231">
                <a:moveTo>
                  <a:pt x="0" y="5212"/>
                </a:moveTo>
                <a:cubicBezTo>
                  <a:pt x="15" y="5196"/>
                  <a:pt x="23" y="5178"/>
                  <a:pt x="23" y="5156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5156"/>
                </a:lnTo>
                <a:cubicBezTo>
                  <a:pt x="50" y="5185"/>
                  <a:pt x="39" y="5210"/>
                  <a:pt x="18" y="5231"/>
                </a:cubicBezTo>
                <a:lnTo>
                  <a:pt x="0" y="521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4886280" y="2295360"/>
            <a:ext cx="4438800" cy="1905480"/>
          </a:xfrm>
          <a:custGeom>
            <a:avLst/>
            <a:gdLst/>
            <a:ahLst/>
            <a:rect l="0" t="0" r="r" b="b"/>
            <a:pathLst>
              <a:path w="12330" h="5293">
                <a:moveTo>
                  <a:pt x="0" y="0"/>
                </a:moveTo>
                <a:lnTo>
                  <a:pt x="12330" y="0"/>
                </a:lnTo>
                <a:lnTo>
                  <a:pt x="12330" y="5293"/>
                </a:lnTo>
                <a:lnTo>
                  <a:pt x="0" y="529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1915560" y="4369680"/>
            <a:ext cx="9864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ConfirmScreen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5057640" y="2771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9"/>
                  <a:pt x="136" y="136"/>
                </a:cubicBezTo>
                <a:cubicBezTo>
                  <a:pt x="129" y="144"/>
                  <a:pt x="120" y="149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5074920" y="2407320"/>
            <a:ext cx="2146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DESIGN PRINCIPLES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5057640" y="3000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5229000" y="2914560"/>
            <a:ext cx="609840" cy="219240"/>
          </a:xfrm>
          <a:custGeom>
            <a:avLst/>
            <a:gdLst/>
            <a:ahLst/>
            <a:rect l="0" t="0" r="r" b="b"/>
            <a:pathLst>
              <a:path w="169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615" y="0"/>
                </a:lnTo>
                <a:cubicBezTo>
                  <a:pt x="1626" y="0"/>
                  <a:pt x="1636" y="2"/>
                  <a:pt x="1645" y="6"/>
                </a:cubicBezTo>
                <a:cubicBezTo>
                  <a:pt x="1655" y="10"/>
                  <a:pt x="1664" y="16"/>
                  <a:pt x="1671" y="23"/>
                </a:cubicBezTo>
                <a:cubicBezTo>
                  <a:pt x="1679" y="30"/>
                  <a:pt x="1684" y="39"/>
                  <a:pt x="1688" y="49"/>
                </a:cubicBezTo>
                <a:cubicBezTo>
                  <a:pt x="1692" y="58"/>
                  <a:pt x="1694" y="69"/>
                  <a:pt x="1694" y="79"/>
                </a:cubicBezTo>
                <a:lnTo>
                  <a:pt x="1694" y="530"/>
                </a:lnTo>
                <a:cubicBezTo>
                  <a:pt x="1694" y="540"/>
                  <a:pt x="1692" y="551"/>
                  <a:pt x="1688" y="560"/>
                </a:cubicBezTo>
                <a:cubicBezTo>
                  <a:pt x="1684" y="570"/>
                  <a:pt x="1679" y="579"/>
                  <a:pt x="1671" y="586"/>
                </a:cubicBezTo>
                <a:cubicBezTo>
                  <a:pt x="1664" y="593"/>
                  <a:pt x="1655" y="599"/>
                  <a:pt x="1645" y="603"/>
                </a:cubicBezTo>
                <a:cubicBezTo>
                  <a:pt x="1636" y="607"/>
                  <a:pt x="1626" y="609"/>
                  <a:pt x="161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5230800" y="2691000"/>
            <a:ext cx="2762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Keyboard-first: auto-focus on mount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5267520" y="2940840"/>
            <a:ext cx="4237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Ctrl+D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6800760" y="2914560"/>
            <a:ext cx="600480" cy="219240"/>
          </a:xfrm>
          <a:custGeom>
            <a:avLst/>
            <a:gdLst/>
            <a:ahLst/>
            <a:rect l="0" t="0" r="r" b="b"/>
            <a:pathLst>
              <a:path w="1668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1588" y="0"/>
                </a:lnTo>
                <a:cubicBezTo>
                  <a:pt x="1599" y="0"/>
                  <a:pt x="1609" y="2"/>
                  <a:pt x="1619" y="6"/>
                </a:cubicBezTo>
                <a:cubicBezTo>
                  <a:pt x="1628" y="10"/>
                  <a:pt x="1637" y="16"/>
                  <a:pt x="1644" y="23"/>
                </a:cubicBezTo>
                <a:cubicBezTo>
                  <a:pt x="1652" y="30"/>
                  <a:pt x="1658" y="39"/>
                  <a:pt x="1662" y="49"/>
                </a:cubicBezTo>
                <a:cubicBezTo>
                  <a:pt x="1666" y="58"/>
                  <a:pt x="1668" y="69"/>
                  <a:pt x="1668" y="79"/>
                </a:cubicBezTo>
                <a:lnTo>
                  <a:pt x="1668" y="530"/>
                </a:lnTo>
                <a:cubicBezTo>
                  <a:pt x="1668" y="540"/>
                  <a:pt x="1666" y="551"/>
                  <a:pt x="1662" y="560"/>
                </a:cubicBezTo>
                <a:cubicBezTo>
                  <a:pt x="1658" y="570"/>
                  <a:pt x="1652" y="579"/>
                  <a:pt x="1644" y="586"/>
                </a:cubicBezTo>
                <a:cubicBezTo>
                  <a:pt x="1637" y="593"/>
                  <a:pt x="1628" y="599"/>
                  <a:pt x="1619" y="603"/>
                </a:cubicBezTo>
                <a:cubicBezTo>
                  <a:pt x="1609" y="607"/>
                  <a:pt x="1599" y="609"/>
                  <a:pt x="1588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5834880" y="2919600"/>
            <a:ext cx="1055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= diﬀ toggle,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6833880" y="2940840"/>
            <a:ext cx="4154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Ctrl+A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8229240" y="2914560"/>
            <a:ext cx="610200" cy="219240"/>
          </a:xfrm>
          <a:custGeom>
            <a:avLst/>
            <a:gdLst/>
            <a:ahLst/>
            <a:rect l="0" t="0" r="r" b="b"/>
            <a:pathLst>
              <a:path w="1695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14" y="0"/>
                </a:lnTo>
                <a:cubicBezTo>
                  <a:pt x="1625" y="0"/>
                  <a:pt x="1635" y="2"/>
                  <a:pt x="1645" y="6"/>
                </a:cubicBezTo>
                <a:cubicBezTo>
                  <a:pt x="1655" y="10"/>
                  <a:pt x="1663" y="16"/>
                  <a:pt x="1671" y="23"/>
                </a:cubicBezTo>
                <a:cubicBezTo>
                  <a:pt x="1678" y="30"/>
                  <a:pt x="1684" y="39"/>
                  <a:pt x="1688" y="49"/>
                </a:cubicBezTo>
                <a:cubicBezTo>
                  <a:pt x="1693" y="58"/>
                  <a:pt x="1695" y="69"/>
                  <a:pt x="1695" y="79"/>
                </a:cubicBezTo>
                <a:lnTo>
                  <a:pt x="1695" y="530"/>
                </a:lnTo>
                <a:cubicBezTo>
                  <a:pt x="1695" y="540"/>
                  <a:pt x="1693" y="551"/>
                  <a:pt x="1688" y="560"/>
                </a:cubicBezTo>
                <a:cubicBezTo>
                  <a:pt x="1684" y="570"/>
                  <a:pt x="1678" y="579"/>
                  <a:pt x="1671" y="586"/>
                </a:cubicBezTo>
                <a:cubicBezTo>
                  <a:pt x="1663" y="593"/>
                  <a:pt x="1655" y="599"/>
                  <a:pt x="1645" y="603"/>
                </a:cubicBezTo>
                <a:cubicBezTo>
                  <a:pt x="1635" y="607"/>
                  <a:pt x="1625" y="609"/>
                  <a:pt x="1614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1" y="570"/>
                  <a:pt x="7" y="560"/>
                </a:cubicBezTo>
                <a:cubicBezTo>
                  <a:pt x="3" y="551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7401240" y="2919600"/>
            <a:ext cx="923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= approve,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8270640" y="2940840"/>
            <a:ext cx="4939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Escape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8838000" y="2919600"/>
            <a:ext cx="173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=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5057640" y="3457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5229000" y="3381120"/>
            <a:ext cx="1667160" cy="209880"/>
          </a:xfrm>
          <a:custGeom>
            <a:avLst/>
            <a:gdLst/>
            <a:ahLst/>
            <a:rect l="0" t="0" r="r" b="b"/>
            <a:pathLst>
              <a:path w="4631" h="583">
                <a:moveTo>
                  <a:pt x="0" y="504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552" y="0"/>
                </a:lnTo>
                <a:cubicBezTo>
                  <a:pt x="4562" y="0"/>
                  <a:pt x="4573" y="2"/>
                  <a:pt x="4582" y="6"/>
                </a:cubicBezTo>
                <a:cubicBezTo>
                  <a:pt x="4592" y="10"/>
                  <a:pt x="4601" y="16"/>
                  <a:pt x="4608" y="23"/>
                </a:cubicBezTo>
                <a:cubicBezTo>
                  <a:pt x="4616" y="31"/>
                  <a:pt x="4621" y="39"/>
                  <a:pt x="4625" y="49"/>
                </a:cubicBezTo>
                <a:cubicBezTo>
                  <a:pt x="4629" y="59"/>
                  <a:pt x="4631" y="69"/>
                  <a:pt x="4631" y="80"/>
                </a:cubicBezTo>
                <a:lnTo>
                  <a:pt x="4631" y="504"/>
                </a:lnTo>
                <a:cubicBezTo>
                  <a:pt x="4631" y="514"/>
                  <a:pt x="4629" y="525"/>
                  <a:pt x="4625" y="534"/>
                </a:cubicBezTo>
                <a:cubicBezTo>
                  <a:pt x="4621" y="544"/>
                  <a:pt x="4616" y="553"/>
                  <a:pt x="4608" y="560"/>
                </a:cubicBezTo>
                <a:cubicBezTo>
                  <a:pt x="4601" y="567"/>
                  <a:pt x="4592" y="573"/>
                  <a:pt x="4582" y="577"/>
                </a:cubicBezTo>
                <a:cubicBezTo>
                  <a:pt x="4573" y="581"/>
                  <a:pt x="4562" y="583"/>
                  <a:pt x="4552" y="583"/>
                </a:cubicBezTo>
                <a:lnTo>
                  <a:pt x="79" y="583"/>
                </a:lnTo>
                <a:cubicBezTo>
                  <a:pt x="69" y="583"/>
                  <a:pt x="59" y="581"/>
                  <a:pt x="49" y="577"/>
                </a:cubicBezTo>
                <a:cubicBezTo>
                  <a:pt x="39" y="573"/>
                  <a:pt x="31" y="567"/>
                  <a:pt x="23" y="560"/>
                </a:cubicBezTo>
                <a:cubicBezTo>
                  <a:pt x="16" y="553"/>
                  <a:pt x="10" y="544"/>
                  <a:pt x="6" y="534"/>
                </a:cubicBezTo>
                <a:cubicBezTo>
                  <a:pt x="2" y="525"/>
                  <a:pt x="0" y="514"/>
                  <a:pt x="0" y="50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5230800" y="3148200"/>
            <a:ext cx="425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reject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5267520" y="3407760"/>
            <a:ext cx="13708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@work(thread=True)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6895800" y="3376800"/>
            <a:ext cx="2260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keeps TUI responsive during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5057640" y="3924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5230800" y="3605400"/>
            <a:ext cx="734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LLM calls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4684680" y="4123800"/>
            <a:ext cx="4392360" cy="1393200"/>
          </a:xfrm>
          <a:custGeom>
            <a:avLst/>
            <a:gdLst/>
            <a:ahLst/>
            <a:rect l="0" t="0" r="r" b="b"/>
            <a:pathLst>
              <a:path w="12201" h="3870">
                <a:moveTo>
                  <a:pt x="586" y="530"/>
                </a:moveTo>
                <a:lnTo>
                  <a:pt x="586" y="3071"/>
                </a:lnTo>
                <a:cubicBezTo>
                  <a:pt x="586" y="3093"/>
                  <a:pt x="594" y="3112"/>
                  <a:pt x="609" y="3127"/>
                </a:cubicBezTo>
                <a:cubicBezTo>
                  <a:pt x="625" y="3143"/>
                  <a:pt x="644" y="3150"/>
                  <a:pt x="665" y="3150"/>
                </a:cubicBezTo>
                <a:lnTo>
                  <a:pt x="11541" y="3150"/>
                </a:lnTo>
                <a:cubicBezTo>
                  <a:pt x="11563" y="3150"/>
                  <a:pt x="11581" y="3143"/>
                  <a:pt x="11597" y="3127"/>
                </a:cubicBezTo>
                <a:cubicBezTo>
                  <a:pt x="11612" y="3112"/>
                  <a:pt x="11620" y="3093"/>
                  <a:pt x="11620" y="3071"/>
                </a:cubicBezTo>
                <a:lnTo>
                  <a:pt x="11620" y="530"/>
                </a:lnTo>
                <a:cubicBezTo>
                  <a:pt x="11620" y="508"/>
                  <a:pt x="11612" y="489"/>
                  <a:pt x="11597" y="474"/>
                </a:cubicBezTo>
                <a:cubicBezTo>
                  <a:pt x="11581" y="458"/>
                  <a:pt x="11563" y="451"/>
                  <a:pt x="11541" y="451"/>
                </a:cubicBezTo>
                <a:lnTo>
                  <a:pt x="665" y="451"/>
                </a:lnTo>
                <a:cubicBezTo>
                  <a:pt x="644" y="451"/>
                  <a:pt x="625" y="458"/>
                  <a:pt x="609" y="474"/>
                </a:cubicBezTo>
                <a:cubicBezTo>
                  <a:pt x="594" y="489"/>
                  <a:pt x="586" y="508"/>
                  <a:pt x="586" y="530"/>
                </a:cubicBezTo>
                <a:moveTo>
                  <a:pt x="0" y="0"/>
                </a:moveTo>
                <a:lnTo>
                  <a:pt x="12201" y="0"/>
                </a:lnTo>
                <a:lnTo>
                  <a:pt x="12201" y="3870"/>
                </a:lnTo>
                <a:lnTo>
                  <a:pt x="0" y="38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4886280" y="4276440"/>
            <a:ext cx="3991320" cy="991080"/>
          </a:xfrm>
          <a:custGeom>
            <a:avLst/>
            <a:gdLst/>
            <a:ahLst/>
            <a:rect l="0" t="0" r="r" b="b"/>
            <a:pathLst>
              <a:path w="11087" h="2753">
                <a:moveTo>
                  <a:pt x="0" y="264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0981" y="0"/>
                </a:lnTo>
                <a:cubicBezTo>
                  <a:pt x="10995" y="0"/>
                  <a:pt x="11008" y="3"/>
                  <a:pt x="11021" y="8"/>
                </a:cubicBezTo>
                <a:cubicBezTo>
                  <a:pt x="11034" y="14"/>
                  <a:pt x="11046" y="21"/>
                  <a:pt x="11056" y="31"/>
                </a:cubicBezTo>
                <a:cubicBezTo>
                  <a:pt x="11066" y="41"/>
                  <a:pt x="11073" y="53"/>
                  <a:pt x="11079" y="66"/>
                </a:cubicBezTo>
                <a:cubicBezTo>
                  <a:pt x="11084" y="79"/>
                  <a:pt x="11087" y="92"/>
                  <a:pt x="11087" y="106"/>
                </a:cubicBezTo>
                <a:lnTo>
                  <a:pt x="11087" y="2647"/>
                </a:lnTo>
                <a:cubicBezTo>
                  <a:pt x="11087" y="2661"/>
                  <a:pt x="11084" y="2675"/>
                  <a:pt x="11079" y="2688"/>
                </a:cubicBezTo>
                <a:cubicBezTo>
                  <a:pt x="11073" y="2701"/>
                  <a:pt x="11066" y="2712"/>
                  <a:pt x="11056" y="2722"/>
                </a:cubicBezTo>
                <a:cubicBezTo>
                  <a:pt x="11046" y="2732"/>
                  <a:pt x="11034" y="2739"/>
                  <a:pt x="11021" y="2745"/>
                </a:cubicBezTo>
                <a:cubicBezTo>
                  <a:pt x="11008" y="2750"/>
                  <a:pt x="10995" y="2753"/>
                  <a:pt x="10981" y="2753"/>
                </a:cubicBezTo>
                <a:lnTo>
                  <a:pt x="105" y="2753"/>
                </a:lnTo>
                <a:cubicBezTo>
                  <a:pt x="91" y="2753"/>
                  <a:pt x="78" y="2750"/>
                  <a:pt x="65" y="2745"/>
                </a:cubicBezTo>
                <a:cubicBezTo>
                  <a:pt x="52" y="2739"/>
                  <a:pt x="41" y="2732"/>
                  <a:pt x="31" y="2722"/>
                </a:cubicBezTo>
                <a:cubicBezTo>
                  <a:pt x="21" y="2712"/>
                  <a:pt x="13" y="2701"/>
                  <a:pt x="8" y="2688"/>
                </a:cubicBezTo>
                <a:cubicBezTo>
                  <a:pt x="2" y="2675"/>
                  <a:pt x="0" y="2661"/>
                  <a:pt x="0" y="2647"/>
                </a:cubicBezTo>
                <a:close/>
              </a:path>
            </a:pathLst>
          </a:custGeom>
          <a:solidFill>
            <a:srgbClr val="1E1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5230800" y="3843720"/>
            <a:ext cx="3090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Swappable: UI is a view, not a controller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4970160" y="4349160"/>
            <a:ext cx="1833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# CliUi implements UiPort protocol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4970160" y="4492080"/>
            <a:ext cx="596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class CliUi: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4970160" y="4635000"/>
            <a:ext cx="2035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def request_approval(self, request):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4970160" y="4777560"/>
            <a:ext cx="2148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return self._app.push_screen_wait(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4970160" y="4920480"/>
            <a:ext cx="1559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    InteractiveDiffScreen(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4970160" y="5063400"/>
            <a:ext cx="212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        title="Approval Required", ...))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80720" y="3095280"/>
            <a:ext cx="8877600" cy="1458000"/>
          </a:xfrm>
          <a:custGeom>
            <a:avLst/>
            <a:gdLst/>
            <a:ahLst/>
            <a:rect l="0" t="0" r="r" b="b"/>
            <a:pathLst>
              <a:path w="24660" h="4050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24555" y="0"/>
                </a:lnTo>
                <a:cubicBezTo>
                  <a:pt x="24584" y="0"/>
                  <a:pt x="24609" y="11"/>
                  <a:pt x="24629" y="31"/>
                </a:cubicBezTo>
                <a:cubicBezTo>
                  <a:pt x="24650" y="52"/>
                  <a:pt x="24660" y="77"/>
                  <a:pt x="24660" y="106"/>
                </a:cubicBezTo>
                <a:lnTo>
                  <a:pt x="24660" y="3944"/>
                </a:lnTo>
                <a:cubicBezTo>
                  <a:pt x="24660" y="3973"/>
                  <a:pt x="24650" y="3998"/>
                  <a:pt x="24629" y="4019"/>
                </a:cubicBezTo>
                <a:cubicBezTo>
                  <a:pt x="24609" y="4039"/>
                  <a:pt x="24584" y="4050"/>
                  <a:pt x="24555" y="4050"/>
                </a:cubicBezTo>
                <a:lnTo>
                  <a:pt x="106" y="4050"/>
                </a:lnTo>
                <a:cubicBezTo>
                  <a:pt x="77" y="4050"/>
                  <a:pt x="52" y="4039"/>
                  <a:pt x="31" y="4019"/>
                </a:cubicBezTo>
                <a:cubicBezTo>
                  <a:pt x="11" y="3998"/>
                  <a:pt x="0" y="3973"/>
                  <a:pt x="0" y="3944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198000" y="3095280"/>
            <a:ext cx="8849880" cy="19080"/>
          </a:xfrm>
          <a:custGeom>
            <a:avLst/>
            <a:gdLst/>
            <a:ahLst/>
            <a:rect l="0" t="0" r="r" b="b"/>
            <a:pathLst>
              <a:path w="24583" h="53">
                <a:moveTo>
                  <a:pt x="24564" y="53"/>
                </a:moveTo>
                <a:cubicBezTo>
                  <a:pt x="24564" y="52"/>
                  <a:pt x="24563" y="52"/>
                  <a:pt x="24563" y="51"/>
                </a:cubicBezTo>
                <a:cubicBezTo>
                  <a:pt x="24547" y="35"/>
                  <a:pt x="24528" y="27"/>
                  <a:pt x="24507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24507" y="0"/>
                </a:lnTo>
                <a:cubicBezTo>
                  <a:pt x="24536" y="0"/>
                  <a:pt x="24561" y="11"/>
                  <a:pt x="24581" y="31"/>
                </a:cubicBezTo>
                <a:cubicBezTo>
                  <a:pt x="24582" y="32"/>
                  <a:pt x="24582" y="32"/>
                  <a:pt x="24583" y="33"/>
                </a:cubicBezTo>
                <a:lnTo>
                  <a:pt x="24564" y="5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98000" y="4534560"/>
            <a:ext cx="8849880" cy="18720"/>
          </a:xfrm>
          <a:custGeom>
            <a:avLst/>
            <a:gdLst/>
            <a:ahLst/>
            <a:rect l="0" t="0" r="r" b="b"/>
            <a:pathLst>
              <a:path w="24583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24507" y="24"/>
                </a:lnTo>
                <a:cubicBezTo>
                  <a:pt x="24528" y="24"/>
                  <a:pt x="24547" y="16"/>
                  <a:pt x="24563" y="1"/>
                </a:cubicBezTo>
                <a:cubicBezTo>
                  <a:pt x="24563" y="0"/>
                  <a:pt x="24564" y="0"/>
                  <a:pt x="24564" y="0"/>
                </a:cubicBezTo>
                <a:lnTo>
                  <a:pt x="24583" y="18"/>
                </a:lnTo>
                <a:cubicBezTo>
                  <a:pt x="24582" y="19"/>
                  <a:pt x="24582" y="19"/>
                  <a:pt x="24581" y="20"/>
                </a:cubicBezTo>
                <a:cubicBezTo>
                  <a:pt x="24561" y="41"/>
                  <a:pt x="24536" y="52"/>
                  <a:pt x="2450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9040320" y="3106440"/>
            <a:ext cx="18000" cy="1435680"/>
          </a:xfrm>
          <a:custGeom>
            <a:avLst/>
            <a:gdLst/>
            <a:ahLst/>
            <a:rect l="0" t="0" r="r" b="b"/>
            <a:pathLst>
              <a:path w="50" h="3988">
                <a:moveTo>
                  <a:pt x="0" y="3969"/>
                </a:moveTo>
                <a:cubicBezTo>
                  <a:pt x="16" y="3953"/>
                  <a:pt x="24" y="3935"/>
                  <a:pt x="24" y="3913"/>
                </a:cubicBezTo>
                <a:lnTo>
                  <a:pt x="24" y="75"/>
                </a:lnTo>
                <a:cubicBezTo>
                  <a:pt x="24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0" y="46"/>
                  <a:pt x="50" y="75"/>
                </a:cubicBezTo>
                <a:lnTo>
                  <a:pt x="50" y="3913"/>
                </a:lnTo>
                <a:cubicBezTo>
                  <a:pt x="50" y="3942"/>
                  <a:pt x="40" y="3967"/>
                  <a:pt x="19" y="3988"/>
                </a:cubicBezTo>
                <a:lnTo>
                  <a:pt x="0" y="396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180720" y="3095280"/>
            <a:ext cx="8877600" cy="1458000"/>
          </a:xfrm>
          <a:custGeom>
            <a:avLst/>
            <a:gdLst/>
            <a:ahLst/>
            <a:rect l="0" t="0" r="r" b="b"/>
            <a:pathLst>
              <a:path w="24660" h="4050">
                <a:moveTo>
                  <a:pt x="0" y="0"/>
                </a:moveTo>
                <a:lnTo>
                  <a:pt x="24660" y="0"/>
                </a:lnTo>
                <a:lnTo>
                  <a:pt x="24660" y="4050"/>
                </a:lnTo>
                <a:lnTo>
                  <a:pt x="0" y="405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2333520" y="2714400"/>
            <a:ext cx="810000" cy="181440"/>
          </a:xfrm>
          <a:custGeom>
            <a:avLst/>
            <a:gdLst/>
            <a:ahLst/>
            <a:rect l="0" t="0" r="r" b="b"/>
            <a:pathLst>
              <a:path w="2250" h="504">
                <a:moveTo>
                  <a:pt x="0" y="424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170" y="0"/>
                </a:lnTo>
                <a:cubicBezTo>
                  <a:pt x="2181" y="0"/>
                  <a:pt x="2191" y="2"/>
                  <a:pt x="2201" y="6"/>
                </a:cubicBezTo>
                <a:cubicBezTo>
                  <a:pt x="2210" y="10"/>
                  <a:pt x="2219" y="16"/>
                  <a:pt x="2227" y="23"/>
                </a:cubicBezTo>
                <a:cubicBezTo>
                  <a:pt x="2234" y="31"/>
                  <a:pt x="2240" y="39"/>
                  <a:pt x="2244" y="49"/>
                </a:cubicBezTo>
                <a:cubicBezTo>
                  <a:pt x="2248" y="59"/>
                  <a:pt x="2250" y="69"/>
                  <a:pt x="2250" y="80"/>
                </a:cubicBezTo>
                <a:lnTo>
                  <a:pt x="2250" y="424"/>
                </a:lnTo>
                <a:cubicBezTo>
                  <a:pt x="2250" y="435"/>
                  <a:pt x="2248" y="445"/>
                  <a:pt x="2244" y="455"/>
                </a:cubicBezTo>
                <a:cubicBezTo>
                  <a:pt x="2240" y="464"/>
                  <a:pt x="2234" y="473"/>
                  <a:pt x="2227" y="481"/>
                </a:cubicBezTo>
                <a:cubicBezTo>
                  <a:pt x="2219" y="488"/>
                  <a:pt x="2210" y="494"/>
                  <a:pt x="2201" y="498"/>
                </a:cubicBezTo>
                <a:cubicBezTo>
                  <a:pt x="2191" y="502"/>
                  <a:pt x="2181" y="504"/>
                  <a:pt x="2170" y="504"/>
                </a:cubicBezTo>
                <a:lnTo>
                  <a:pt x="79" y="504"/>
                </a:lnTo>
                <a:cubicBezTo>
                  <a:pt x="69" y="504"/>
                  <a:pt x="59" y="502"/>
                  <a:pt x="49" y="498"/>
                </a:cubicBezTo>
                <a:cubicBezTo>
                  <a:pt x="39" y="494"/>
                  <a:pt x="30" y="488"/>
                  <a:pt x="23" y="481"/>
                </a:cubicBezTo>
                <a:cubicBezTo>
                  <a:pt x="16" y="473"/>
                  <a:pt x="10" y="464"/>
                  <a:pt x="6" y="455"/>
                </a:cubicBezTo>
                <a:cubicBezTo>
                  <a:pt x="2" y="445"/>
                  <a:pt x="0" y="435"/>
                  <a:pt x="0" y="42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498960" y="1960200"/>
            <a:ext cx="8055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CANVASSCREEN &amp; STICKY NOTE VALIDATION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362320" y="2731680"/>
            <a:ext cx="683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@node.&lt;id&gt;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3141000" y="2715120"/>
            <a:ext cx="4075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references validate against the knowledge graph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as you type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352080" y="3571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369720" y="3207240"/>
            <a:ext cx="158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KEY BEHAVIOR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352080" y="3800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525600" y="3491280"/>
            <a:ext cx="4268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Validation is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debounced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fires after user stops typing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352080" y="4038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525600" y="3719880"/>
            <a:ext cx="2550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Valid reference: accepted silently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352080" y="4267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60"/>
                  <a:pt x="81" y="160"/>
                </a:cubicBezTo>
                <a:cubicBezTo>
                  <a:pt x="70" y="160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525600" y="3957840"/>
            <a:ext cx="2984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Invalid reference: visible error indicator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525600" y="4186440"/>
            <a:ext cx="4152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Unresolved stickies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block spec phase advancement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2315160" y="4632120"/>
            <a:ext cx="4996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Turns the canvas from a text dump into a </a:t>
            </a:r>
            <a:r>
              <a:rPr lang="en-US" sz="10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live knowledge graph-aware scratchpad</a:t>
            </a: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80720" y="2981160"/>
            <a:ext cx="1800720" cy="295560"/>
          </a:xfrm>
          <a:custGeom>
            <a:avLst/>
            <a:gdLst/>
            <a:ahLst/>
            <a:rect l="0" t="0" r="r" b="b"/>
            <a:pathLst>
              <a:path w="5002" h="821">
                <a:moveTo>
                  <a:pt x="0" y="0"/>
                </a:moveTo>
                <a:lnTo>
                  <a:pt x="5002" y="0"/>
                </a:lnTo>
                <a:lnTo>
                  <a:pt x="5002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1981080" y="2981160"/>
            <a:ext cx="1638720" cy="295560"/>
          </a:xfrm>
          <a:custGeom>
            <a:avLst/>
            <a:gdLst/>
            <a:ahLst/>
            <a:rect l="0" t="0" r="r" b="b"/>
            <a:pathLst>
              <a:path w="4552" h="821">
                <a:moveTo>
                  <a:pt x="0" y="0"/>
                </a:moveTo>
                <a:lnTo>
                  <a:pt x="4552" y="0"/>
                </a:lnTo>
                <a:lnTo>
                  <a:pt x="4552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3619440" y="2981160"/>
            <a:ext cx="2724480" cy="295560"/>
          </a:xfrm>
          <a:custGeom>
            <a:avLst/>
            <a:gdLst/>
            <a:ahLst/>
            <a:rect l="0" t="0" r="r" b="b"/>
            <a:pathLst>
              <a:path w="7568" h="821">
                <a:moveTo>
                  <a:pt x="0" y="0"/>
                </a:moveTo>
                <a:lnTo>
                  <a:pt x="7568" y="0"/>
                </a:lnTo>
                <a:lnTo>
                  <a:pt x="756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6343560" y="2981160"/>
            <a:ext cx="1238400" cy="295560"/>
          </a:xfrm>
          <a:custGeom>
            <a:avLst/>
            <a:gdLst/>
            <a:ahLst/>
            <a:rect l="0" t="0" r="r" b="b"/>
            <a:pathLst>
              <a:path w="3440" h="821">
                <a:moveTo>
                  <a:pt x="0" y="0"/>
                </a:moveTo>
                <a:lnTo>
                  <a:pt x="3440" y="0"/>
                </a:lnTo>
                <a:lnTo>
                  <a:pt x="344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7581600" y="2981160"/>
            <a:ext cx="1743480" cy="295560"/>
          </a:xfrm>
          <a:custGeom>
            <a:avLst/>
            <a:gdLst/>
            <a:ahLst/>
            <a:rect l="0" t="0" r="r" b="b"/>
            <a:pathLst>
              <a:path w="4843" h="821">
                <a:moveTo>
                  <a:pt x="0" y="0"/>
                </a:moveTo>
                <a:lnTo>
                  <a:pt x="4843" y="0"/>
                </a:lnTo>
                <a:lnTo>
                  <a:pt x="484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180720" y="3552480"/>
            <a:ext cx="1800720" cy="286200"/>
          </a:xfrm>
          <a:custGeom>
            <a:avLst/>
            <a:gdLst/>
            <a:ahLst/>
            <a:rect l="0" t="0" r="r" b="b"/>
            <a:pathLst>
              <a:path w="5002" h="795">
                <a:moveTo>
                  <a:pt x="0" y="0"/>
                </a:moveTo>
                <a:lnTo>
                  <a:pt x="5002" y="0"/>
                </a:lnTo>
                <a:lnTo>
                  <a:pt x="500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1981080" y="3552480"/>
            <a:ext cx="1638720" cy="286200"/>
          </a:xfrm>
          <a:custGeom>
            <a:avLst/>
            <a:gdLst/>
            <a:ahLst/>
            <a:rect l="0" t="0" r="r" b="b"/>
            <a:pathLst>
              <a:path w="4552" h="795">
                <a:moveTo>
                  <a:pt x="0" y="0"/>
                </a:moveTo>
                <a:lnTo>
                  <a:pt x="4552" y="0"/>
                </a:lnTo>
                <a:lnTo>
                  <a:pt x="455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3619440" y="3552480"/>
            <a:ext cx="2724480" cy="286200"/>
          </a:xfrm>
          <a:custGeom>
            <a:avLst/>
            <a:gdLst/>
            <a:ahLst/>
            <a:rect l="0" t="0" r="r" b="b"/>
            <a:pathLst>
              <a:path w="7568" h="795">
                <a:moveTo>
                  <a:pt x="0" y="0"/>
                </a:moveTo>
                <a:lnTo>
                  <a:pt x="7568" y="0"/>
                </a:lnTo>
                <a:lnTo>
                  <a:pt x="756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343560" y="3552480"/>
            <a:ext cx="1238400" cy="286200"/>
          </a:xfrm>
          <a:custGeom>
            <a:avLst/>
            <a:gdLst/>
            <a:ahLst/>
            <a:rect l="0" t="0" r="r" b="b"/>
            <a:pathLst>
              <a:path w="3440" h="795">
                <a:moveTo>
                  <a:pt x="0" y="0"/>
                </a:moveTo>
                <a:lnTo>
                  <a:pt x="3440" y="0"/>
                </a:lnTo>
                <a:lnTo>
                  <a:pt x="344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7581600" y="3552480"/>
            <a:ext cx="1743480" cy="286200"/>
          </a:xfrm>
          <a:custGeom>
            <a:avLst/>
            <a:gdLst/>
            <a:ahLst/>
            <a:rect l="0" t="0" r="r" b="b"/>
            <a:pathLst>
              <a:path w="4843" h="795">
                <a:moveTo>
                  <a:pt x="0" y="0"/>
                </a:moveTo>
                <a:lnTo>
                  <a:pt x="4843" y="0"/>
                </a:lnTo>
                <a:lnTo>
                  <a:pt x="484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80720" y="4114800"/>
            <a:ext cx="1800720" cy="276480"/>
          </a:xfrm>
          <a:custGeom>
            <a:avLst/>
            <a:gdLst/>
            <a:ahLst/>
            <a:rect l="0" t="0" r="r" b="b"/>
            <a:pathLst>
              <a:path w="5002" h="768">
                <a:moveTo>
                  <a:pt x="0" y="0"/>
                </a:moveTo>
                <a:lnTo>
                  <a:pt x="5002" y="0"/>
                </a:lnTo>
                <a:lnTo>
                  <a:pt x="5002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1981080" y="4114800"/>
            <a:ext cx="1638720" cy="276480"/>
          </a:xfrm>
          <a:custGeom>
            <a:avLst/>
            <a:gdLst/>
            <a:ahLst/>
            <a:rect l="0" t="0" r="r" b="b"/>
            <a:pathLst>
              <a:path w="4552" h="768">
                <a:moveTo>
                  <a:pt x="0" y="0"/>
                </a:moveTo>
                <a:lnTo>
                  <a:pt x="4552" y="0"/>
                </a:lnTo>
                <a:lnTo>
                  <a:pt x="4552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3619440" y="4114800"/>
            <a:ext cx="2724480" cy="276480"/>
          </a:xfrm>
          <a:custGeom>
            <a:avLst/>
            <a:gdLst/>
            <a:ahLst/>
            <a:rect l="0" t="0" r="r" b="b"/>
            <a:pathLst>
              <a:path w="7568" h="768">
                <a:moveTo>
                  <a:pt x="0" y="0"/>
                </a:moveTo>
                <a:lnTo>
                  <a:pt x="7568" y="0"/>
                </a:lnTo>
                <a:lnTo>
                  <a:pt x="756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6343560" y="4114800"/>
            <a:ext cx="1238400" cy="276480"/>
          </a:xfrm>
          <a:custGeom>
            <a:avLst/>
            <a:gdLst/>
            <a:ahLst/>
            <a:rect l="0" t="0" r="r" b="b"/>
            <a:pathLst>
              <a:path w="3440" h="768">
                <a:moveTo>
                  <a:pt x="0" y="0"/>
                </a:moveTo>
                <a:lnTo>
                  <a:pt x="3440" y="0"/>
                </a:lnTo>
                <a:lnTo>
                  <a:pt x="3440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7581600" y="4114800"/>
            <a:ext cx="1743480" cy="276480"/>
          </a:xfrm>
          <a:custGeom>
            <a:avLst/>
            <a:gdLst/>
            <a:ahLst/>
            <a:rect l="0" t="0" r="r" b="b"/>
            <a:pathLst>
              <a:path w="4843" h="768">
                <a:moveTo>
                  <a:pt x="0" y="0"/>
                </a:moveTo>
                <a:lnTo>
                  <a:pt x="4843" y="0"/>
                </a:lnTo>
                <a:lnTo>
                  <a:pt x="484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180720" y="326700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981080" y="326700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3619440" y="32670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6343560" y="326700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7581600" y="326700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180720" y="3552480"/>
            <a:ext cx="1800720" cy="10080"/>
          </a:xfrm>
          <a:custGeom>
            <a:avLst/>
            <a:gdLst/>
            <a:ahLst/>
            <a:rect l="0" t="0" r="r" b="b"/>
            <a:pathLst>
              <a:path w="5002" h="28">
                <a:moveTo>
                  <a:pt x="0" y="0"/>
                </a:moveTo>
                <a:lnTo>
                  <a:pt x="5002" y="0"/>
                </a:lnTo>
                <a:lnTo>
                  <a:pt x="50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1981080" y="355248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3619440" y="355248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6343560" y="3552480"/>
            <a:ext cx="1238400" cy="10080"/>
          </a:xfrm>
          <a:custGeom>
            <a:avLst/>
            <a:gdLst/>
            <a:ah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7581600" y="355248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180720" y="382896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1981080" y="382896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3619440" y="382896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6343560" y="382896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7581600" y="382896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180720" y="411480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1981080" y="411480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3619440" y="41148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6343560" y="411480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7581600" y="411480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319680" y="1988640"/>
            <a:ext cx="84736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INTERACTIVEDIFFSCREEN — 4 CONTEXTS, ONE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3497760" y="2417400"/>
            <a:ext cx="23385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COMPONENT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244800" y="3017520"/>
            <a:ext cx="596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Context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2042280" y="3017520"/>
            <a:ext cx="7210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Left Pane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3683160" y="3017520"/>
            <a:ext cx="836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Right Pane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6404040" y="3017520"/>
            <a:ext cx="898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Read-Only?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7646040" y="3017520"/>
            <a:ext cx="485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Ctrl+D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244800" y="3303360"/>
            <a:ext cx="1438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Argumentation Diﬀ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2042280" y="3303360"/>
            <a:ext cx="1174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Raw canvas text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5181480" y="3305160"/>
            <a:ext cx="552600" cy="190800"/>
          </a:xfrm>
          <a:custGeom>
            <a:avLst/>
            <a:gdLst/>
            <a:ahLst/>
            <a:rect l="0" t="0" r="r" b="b"/>
            <a:pathLst>
              <a:path w="1535" h="530">
                <a:moveTo>
                  <a:pt x="0" y="450"/>
                </a:moveTo>
                <a:lnTo>
                  <a:pt x="0" y="80"/>
                </a:lnTo>
                <a:cubicBezTo>
                  <a:pt x="0" y="68"/>
                  <a:pt x="2" y="58"/>
                  <a:pt x="6" y="48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456" y="0"/>
                </a:lnTo>
                <a:cubicBezTo>
                  <a:pt x="1467" y="0"/>
                  <a:pt x="1477" y="2"/>
                  <a:pt x="1486" y="6"/>
                </a:cubicBezTo>
                <a:cubicBezTo>
                  <a:pt x="1496" y="10"/>
                  <a:pt x="1505" y="15"/>
                  <a:pt x="1512" y="23"/>
                </a:cubicBezTo>
                <a:cubicBezTo>
                  <a:pt x="1520" y="30"/>
                  <a:pt x="1525" y="39"/>
                  <a:pt x="1529" y="48"/>
                </a:cubicBezTo>
                <a:cubicBezTo>
                  <a:pt x="1533" y="58"/>
                  <a:pt x="1535" y="68"/>
                  <a:pt x="1535" y="80"/>
                </a:cubicBezTo>
                <a:lnTo>
                  <a:pt x="1535" y="450"/>
                </a:lnTo>
                <a:cubicBezTo>
                  <a:pt x="1535" y="461"/>
                  <a:pt x="1533" y="471"/>
                  <a:pt x="1529" y="481"/>
                </a:cubicBezTo>
                <a:cubicBezTo>
                  <a:pt x="1525" y="490"/>
                  <a:pt x="1520" y="499"/>
                  <a:pt x="1512" y="506"/>
                </a:cubicBezTo>
                <a:cubicBezTo>
                  <a:pt x="1505" y="514"/>
                  <a:pt x="1496" y="520"/>
                  <a:pt x="1486" y="524"/>
                </a:cubicBezTo>
                <a:cubicBezTo>
                  <a:pt x="1477" y="528"/>
                  <a:pt x="1467" y="530"/>
                  <a:pt x="1456" y="530"/>
                </a:cubicBezTo>
                <a:lnTo>
                  <a:pt x="79" y="530"/>
                </a:lnTo>
                <a:cubicBezTo>
                  <a:pt x="69" y="530"/>
                  <a:pt x="59" y="528"/>
                  <a:pt x="49" y="524"/>
                </a:cubicBezTo>
                <a:cubicBezTo>
                  <a:pt x="39" y="520"/>
                  <a:pt x="31" y="514"/>
                  <a:pt x="23" y="506"/>
                </a:cubicBezTo>
                <a:cubicBezTo>
                  <a:pt x="16" y="499"/>
                  <a:pt x="10" y="490"/>
                  <a:pt x="6" y="481"/>
                </a:cubicBezTo>
                <a:cubicBezTo>
                  <a:pt x="2" y="471"/>
                  <a:pt x="0" y="461"/>
                  <a:pt x="0" y="45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3683160" y="3303360"/>
            <a:ext cx="16106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Concretized spec with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5212800" y="3331800"/>
            <a:ext cx="4003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[GAP:]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6404040" y="3303360"/>
            <a:ext cx="916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(editable)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7646040" y="3303360"/>
            <a:ext cx="1003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Diﬀ vs canvas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244800" y="3589200"/>
            <a:ext cx="1263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Tech Plan Editor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2042280" y="3589200"/>
            <a:ext cx="10681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Approved spec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3683160" y="3589200"/>
            <a:ext cx="15750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Draft architecture plan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6404040" y="3589200"/>
            <a:ext cx="916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(editable)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7646040" y="3589200"/>
            <a:ext cx="11016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Diﬀ vs previous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244800" y="3865320"/>
            <a:ext cx="9432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Steps Editor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042280" y="3865320"/>
            <a:ext cx="1032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Technical plan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3683160" y="3865320"/>
            <a:ext cx="15926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Ordered step checklist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6404040" y="3865320"/>
            <a:ext cx="916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(editable)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7646040" y="3865320"/>
            <a:ext cx="1012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Diﬀ vs original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244800" y="4151160"/>
            <a:ext cx="1396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Approval Gateway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042280" y="4151160"/>
            <a:ext cx="1297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Reason / code diﬀ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3683160" y="4151160"/>
            <a:ext cx="1388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Tool action payload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6404040" y="4151160"/>
            <a:ext cx="2854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Yes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7646040" y="4151160"/>
            <a:ext cx="13777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Toggle reason / diﬀ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3348000" y="4591800"/>
            <a:ext cx="2968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One parameterized component, infinite reuse.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1501560" y="2026800"/>
            <a:ext cx="62154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CONFIRMSCREEN &amp; TUI PATTERNS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180720" y="3105000"/>
            <a:ext cx="2905560" cy="1267200"/>
          </a:xfrm>
          <a:custGeom>
            <a:avLst/>
            <a:gdLst/>
            <a:ahLst/>
            <a:rect l="0" t="0" r="r" b="b"/>
            <a:pathLst>
              <a:path w="8071" h="3520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7965" y="0"/>
                </a:lnTo>
                <a:cubicBezTo>
                  <a:pt x="7994" y="0"/>
                  <a:pt x="8019" y="10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3414"/>
                </a:lnTo>
                <a:cubicBezTo>
                  <a:pt x="8071" y="3443"/>
                  <a:pt x="8061" y="3468"/>
                  <a:pt x="8040" y="3489"/>
                </a:cubicBezTo>
                <a:cubicBezTo>
                  <a:pt x="8019" y="3510"/>
                  <a:pt x="7994" y="3520"/>
                  <a:pt x="7965" y="3520"/>
                </a:cubicBezTo>
                <a:lnTo>
                  <a:pt x="106" y="3520"/>
                </a:lnTo>
                <a:cubicBezTo>
                  <a:pt x="77" y="3520"/>
                  <a:pt x="52" y="3510"/>
                  <a:pt x="31" y="3489"/>
                </a:cubicBezTo>
                <a:cubicBezTo>
                  <a:pt x="11" y="3468"/>
                  <a:pt x="0" y="3443"/>
                  <a:pt x="0" y="3414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180720" y="3105000"/>
            <a:ext cx="2905560" cy="24120"/>
          </a:xfrm>
          <a:custGeom>
            <a:avLst/>
            <a:gdLst/>
            <a:ahLst/>
            <a:rect l="0" t="0" r="r" b="b"/>
            <a:pathLst>
              <a:path w="8071" h="67">
                <a:moveTo>
                  <a:pt x="8007" y="67"/>
                </a:moveTo>
                <a:lnTo>
                  <a:pt x="0" y="67"/>
                </a:lnTo>
                <a:lnTo>
                  <a:pt x="0" y="0"/>
                </a:lnTo>
                <a:lnTo>
                  <a:pt x="8071" y="0"/>
                </a:lnTo>
                <a:lnTo>
                  <a:pt x="8071" y="3"/>
                </a:lnTo>
                <a:lnTo>
                  <a:pt x="8007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198000" y="4353480"/>
            <a:ext cx="2877480" cy="18720"/>
          </a:xfrm>
          <a:custGeom>
            <a:avLst/>
            <a:gdLst/>
            <a:ahLst/>
            <a:rect l="0" t="0" r="r" b="b"/>
            <a:pathLst>
              <a:path w="7993" h="52">
                <a:moveTo>
                  <a:pt x="48" y="18"/>
                </a:moveTo>
                <a:cubicBezTo>
                  <a:pt x="51" y="23"/>
                  <a:pt x="54" y="25"/>
                  <a:pt x="58" y="25"/>
                </a:cubicBezTo>
                <a:lnTo>
                  <a:pt x="7917" y="25"/>
                </a:lnTo>
                <a:cubicBezTo>
                  <a:pt x="7939" y="25"/>
                  <a:pt x="7958" y="17"/>
                  <a:pt x="7973" y="1"/>
                </a:cubicBezTo>
                <a:cubicBezTo>
                  <a:pt x="7974" y="1"/>
                  <a:pt x="7974" y="0"/>
                  <a:pt x="7975" y="0"/>
                </a:cubicBezTo>
                <a:lnTo>
                  <a:pt x="7993" y="19"/>
                </a:lnTo>
                <a:cubicBezTo>
                  <a:pt x="7993" y="19"/>
                  <a:pt x="7992" y="19"/>
                  <a:pt x="7992" y="21"/>
                </a:cubicBezTo>
                <a:cubicBezTo>
                  <a:pt x="7971" y="42"/>
                  <a:pt x="7946" y="52"/>
                  <a:pt x="791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180720" y="3105000"/>
            <a:ext cx="2905560" cy="1267200"/>
          </a:xfrm>
          <a:custGeom>
            <a:avLst/>
            <a:gdLst/>
            <a:ahLst/>
            <a:rect l="0" t="0" r="r" b="b"/>
            <a:pathLst>
              <a:path w="8071" h="3520">
                <a:moveTo>
                  <a:pt x="0" y="0"/>
                </a:moveTo>
                <a:lnTo>
                  <a:pt x="8071" y="0"/>
                </a:lnTo>
                <a:lnTo>
                  <a:pt x="8071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180720" y="3105000"/>
            <a:ext cx="2905560" cy="1267200"/>
          </a:xfrm>
          <a:custGeom>
            <a:avLst/>
            <a:gdLst/>
            <a:ahLst/>
            <a:rect l="0" t="0" r="r" b="b"/>
            <a:pathLst>
              <a:path w="8071" h="3520">
                <a:moveTo>
                  <a:pt x="0" y="0"/>
                </a:moveTo>
                <a:lnTo>
                  <a:pt x="8071" y="0"/>
                </a:lnTo>
                <a:lnTo>
                  <a:pt x="8071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181080" y="2626920"/>
            <a:ext cx="3709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 </a:t>
            </a:r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15-line</a:t>
            </a:r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confirmation dialog reused in three places: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369720" y="3216960"/>
            <a:ext cx="134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1. SOCRATIC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369720" y="3474000"/>
            <a:ext cx="1269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VALIDATION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369720" y="3746520"/>
            <a:ext cx="2344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“Semantic gaps detected. Run clarifying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369720" y="3917880"/>
            <a:ext cx="686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questions?”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3295440" y="3105000"/>
            <a:ext cx="2914920" cy="1267200"/>
          </a:xfrm>
          <a:custGeom>
            <a:avLst/>
            <a:gdLst/>
            <a:ahLst/>
            <a:rect l="0" t="0" r="r" b="b"/>
            <a:pathLst>
              <a:path w="8097" h="3520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7992" y="0"/>
                </a:lnTo>
                <a:cubicBezTo>
                  <a:pt x="8021" y="0"/>
                  <a:pt x="8046" y="10"/>
                  <a:pt x="8066" y="31"/>
                </a:cubicBezTo>
                <a:cubicBezTo>
                  <a:pt x="8087" y="52"/>
                  <a:pt x="8097" y="77"/>
                  <a:pt x="8097" y="106"/>
                </a:cubicBezTo>
                <a:lnTo>
                  <a:pt x="8097" y="3414"/>
                </a:lnTo>
                <a:cubicBezTo>
                  <a:pt x="8097" y="3443"/>
                  <a:pt x="8087" y="3468"/>
                  <a:pt x="8066" y="3489"/>
                </a:cubicBezTo>
                <a:cubicBezTo>
                  <a:pt x="8046" y="3510"/>
                  <a:pt x="8021" y="3520"/>
                  <a:pt x="7991" y="3520"/>
                </a:cubicBezTo>
                <a:lnTo>
                  <a:pt x="106" y="3520"/>
                </a:lnTo>
                <a:cubicBezTo>
                  <a:pt x="77" y="3520"/>
                  <a:pt x="52" y="3510"/>
                  <a:pt x="31" y="3489"/>
                </a:cubicBezTo>
                <a:cubicBezTo>
                  <a:pt x="10" y="3468"/>
                  <a:pt x="0" y="3443"/>
                  <a:pt x="0" y="3414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3295440" y="3105000"/>
            <a:ext cx="2914920" cy="24120"/>
          </a:xfrm>
          <a:custGeom>
            <a:avLst/>
            <a:gdLst/>
            <a:ahLst/>
            <a:rect l="0" t="0" r="r" b="b"/>
            <a:pathLst>
              <a:path w="8097" h="67">
                <a:moveTo>
                  <a:pt x="8034" y="67"/>
                </a:moveTo>
                <a:lnTo>
                  <a:pt x="0" y="67"/>
                </a:lnTo>
                <a:lnTo>
                  <a:pt x="0" y="0"/>
                </a:lnTo>
                <a:lnTo>
                  <a:pt x="8097" y="0"/>
                </a:lnTo>
                <a:lnTo>
                  <a:pt x="8097" y="3"/>
                </a:lnTo>
                <a:lnTo>
                  <a:pt x="8034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3312720" y="4353480"/>
            <a:ext cx="2887200" cy="18720"/>
          </a:xfrm>
          <a:custGeom>
            <a:avLst/>
            <a:gdLst/>
            <a:ahLst/>
            <a:rect l="0" t="0" r="r" b="b"/>
            <a:pathLst>
              <a:path w="8020" h="52">
                <a:moveTo>
                  <a:pt x="47" y="18"/>
                </a:moveTo>
                <a:cubicBezTo>
                  <a:pt x="51" y="23"/>
                  <a:pt x="54" y="25"/>
                  <a:pt x="58" y="25"/>
                </a:cubicBezTo>
                <a:lnTo>
                  <a:pt x="7943" y="25"/>
                </a:lnTo>
                <a:cubicBezTo>
                  <a:pt x="7965" y="25"/>
                  <a:pt x="7984" y="17"/>
                  <a:pt x="8000" y="1"/>
                </a:cubicBezTo>
                <a:lnTo>
                  <a:pt x="8001" y="0"/>
                </a:lnTo>
                <a:lnTo>
                  <a:pt x="8020" y="19"/>
                </a:lnTo>
                <a:cubicBezTo>
                  <a:pt x="8019" y="19"/>
                  <a:pt x="8019" y="19"/>
                  <a:pt x="8018" y="21"/>
                </a:cubicBezTo>
                <a:cubicBezTo>
                  <a:pt x="7998" y="42"/>
                  <a:pt x="7973" y="52"/>
                  <a:pt x="7943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6192360" y="3116160"/>
            <a:ext cx="18000" cy="1244880"/>
          </a:xfrm>
          <a:custGeom>
            <a:avLst/>
            <a:gdLst/>
            <a:ahLst/>
            <a:rect l="0" t="0" r="r" b="b"/>
            <a:pathLst>
              <a:path w="50" h="3458">
                <a:moveTo>
                  <a:pt x="0" y="3438"/>
                </a:moveTo>
                <a:cubicBezTo>
                  <a:pt x="15" y="3423"/>
                  <a:pt x="24" y="3404"/>
                  <a:pt x="24" y="3382"/>
                </a:cubicBezTo>
                <a:lnTo>
                  <a:pt x="24" y="75"/>
                </a:lnTo>
                <a:cubicBezTo>
                  <a:pt x="24" y="53"/>
                  <a:pt x="15" y="34"/>
                  <a:pt x="0" y="19"/>
                </a:cubicBezTo>
                <a:lnTo>
                  <a:pt x="18" y="0"/>
                </a:lnTo>
                <a:cubicBezTo>
                  <a:pt x="40" y="21"/>
                  <a:pt x="50" y="46"/>
                  <a:pt x="50" y="75"/>
                </a:cubicBezTo>
                <a:lnTo>
                  <a:pt x="50" y="3382"/>
                </a:lnTo>
                <a:cubicBezTo>
                  <a:pt x="50" y="3411"/>
                  <a:pt x="40" y="3436"/>
                  <a:pt x="18" y="3458"/>
                </a:cubicBezTo>
                <a:lnTo>
                  <a:pt x="0" y="343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3295440" y="3105000"/>
            <a:ext cx="2914920" cy="1267200"/>
          </a:xfrm>
          <a:custGeom>
            <a:avLst/>
            <a:gdLst/>
            <a:ahLst/>
            <a:rect l="0" t="0" r="r" b="b"/>
            <a:pathLst>
              <a:path w="8097" h="3520">
                <a:moveTo>
                  <a:pt x="0" y="0"/>
                </a:moveTo>
                <a:lnTo>
                  <a:pt x="8097" y="0"/>
                </a:lnTo>
                <a:lnTo>
                  <a:pt x="8097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369720" y="4110840"/>
            <a:ext cx="1405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888888"/>
                </a:solidFill>
                <a:effectLst/>
                <a:uFillTx/>
                <a:latin typeface="SourceSansPro"/>
                <a:ea typeface="SourceSansPro"/>
              </a:rPr>
              <a:t>Yes → wizard · No → skip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3488400" y="3216960"/>
            <a:ext cx="204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2. CLEAR BACKLOG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3488400" y="3489120"/>
            <a:ext cx="1157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“Permanently erase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3488400" y="3660840"/>
            <a:ext cx="1533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.agent/sticky_notes.json?”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6419520" y="3105000"/>
            <a:ext cx="2905560" cy="1267200"/>
          </a:xfrm>
          <a:custGeom>
            <a:avLst/>
            <a:gdLst/>
            <a:ahLst/>
            <a:rect l="0" t="0" r="r" b="b"/>
            <a:pathLst>
              <a:path w="8071" h="3520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7965" y="0"/>
                </a:lnTo>
                <a:cubicBezTo>
                  <a:pt x="7995" y="0"/>
                  <a:pt x="8020" y="10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3414"/>
                </a:lnTo>
                <a:cubicBezTo>
                  <a:pt x="8071" y="3443"/>
                  <a:pt x="8061" y="3468"/>
                  <a:pt x="8040" y="3489"/>
                </a:cubicBezTo>
                <a:cubicBezTo>
                  <a:pt x="8020" y="3510"/>
                  <a:pt x="7995" y="3520"/>
                  <a:pt x="7965" y="3520"/>
                </a:cubicBezTo>
                <a:lnTo>
                  <a:pt x="106" y="3520"/>
                </a:lnTo>
                <a:cubicBezTo>
                  <a:pt x="77" y="3520"/>
                  <a:pt x="52" y="3510"/>
                  <a:pt x="31" y="3489"/>
                </a:cubicBezTo>
                <a:cubicBezTo>
                  <a:pt x="11" y="3468"/>
                  <a:pt x="0" y="3443"/>
                  <a:pt x="0" y="3414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6419520" y="3105000"/>
            <a:ext cx="2905560" cy="24120"/>
          </a:xfrm>
          <a:custGeom>
            <a:avLst/>
            <a:gdLst/>
            <a:ahLst/>
            <a:rect l="0" t="0" r="r" b="b"/>
            <a:pathLst>
              <a:path w="8071" h="67">
                <a:moveTo>
                  <a:pt x="8008" y="67"/>
                </a:moveTo>
                <a:lnTo>
                  <a:pt x="0" y="67"/>
                </a:lnTo>
                <a:lnTo>
                  <a:pt x="0" y="0"/>
                </a:lnTo>
                <a:lnTo>
                  <a:pt x="8071" y="0"/>
                </a:lnTo>
                <a:lnTo>
                  <a:pt x="8071" y="3"/>
                </a:lnTo>
                <a:lnTo>
                  <a:pt x="8008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6436800" y="4353480"/>
            <a:ext cx="2877840" cy="18720"/>
          </a:xfrm>
          <a:custGeom>
            <a:avLst/>
            <a:gdLst/>
            <a:ahLst/>
            <a:rect l="0" t="0" r="r" b="b"/>
            <a:pathLst>
              <a:path w="7994" h="52">
                <a:moveTo>
                  <a:pt x="48" y="18"/>
                </a:moveTo>
                <a:cubicBezTo>
                  <a:pt x="51" y="23"/>
                  <a:pt x="54" y="25"/>
                  <a:pt x="58" y="25"/>
                </a:cubicBezTo>
                <a:lnTo>
                  <a:pt x="7917" y="25"/>
                </a:lnTo>
                <a:cubicBezTo>
                  <a:pt x="7939" y="25"/>
                  <a:pt x="7958" y="17"/>
                  <a:pt x="7974" y="1"/>
                </a:cubicBezTo>
                <a:cubicBezTo>
                  <a:pt x="7974" y="1"/>
                  <a:pt x="7974" y="0"/>
                  <a:pt x="7975" y="0"/>
                </a:cubicBezTo>
                <a:lnTo>
                  <a:pt x="7994" y="19"/>
                </a:lnTo>
                <a:cubicBezTo>
                  <a:pt x="7993" y="19"/>
                  <a:pt x="7993" y="19"/>
                  <a:pt x="7992" y="21"/>
                </a:cubicBezTo>
                <a:cubicBezTo>
                  <a:pt x="7972" y="42"/>
                  <a:pt x="7947" y="52"/>
                  <a:pt x="7917" y="52"/>
                </a:cubicBezTo>
                <a:lnTo>
                  <a:pt x="58" y="52"/>
                </a:lnTo>
                <a:cubicBezTo>
                  <a:pt x="37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9307080" y="3116160"/>
            <a:ext cx="18000" cy="1244880"/>
          </a:xfrm>
          <a:custGeom>
            <a:avLst/>
            <a:gdLst/>
            <a:ahLst/>
            <a:rect l="0" t="0" r="r" b="b"/>
            <a:pathLst>
              <a:path w="50" h="3458">
                <a:moveTo>
                  <a:pt x="0" y="3438"/>
                </a:moveTo>
                <a:cubicBezTo>
                  <a:pt x="15" y="3423"/>
                  <a:pt x="23" y="3404"/>
                  <a:pt x="23" y="3382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3382"/>
                </a:lnTo>
                <a:cubicBezTo>
                  <a:pt x="50" y="3411"/>
                  <a:pt x="39" y="3436"/>
                  <a:pt x="18" y="3458"/>
                </a:cubicBezTo>
                <a:lnTo>
                  <a:pt x="0" y="343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6419520" y="3110760"/>
            <a:ext cx="34920" cy="1255680"/>
          </a:xfrm>
          <a:custGeom>
            <a:avLst/>
            <a:gdLst/>
            <a:ahLst/>
            <a:rect l="0" t="0" r="r" b="b"/>
            <a:pathLst>
              <a:path w="97" h="3488">
                <a:moveTo>
                  <a:pt x="97" y="16"/>
                </a:moveTo>
                <a:cubicBezTo>
                  <a:pt x="94" y="20"/>
                  <a:pt x="91" y="26"/>
                  <a:pt x="89" y="34"/>
                </a:cubicBezTo>
                <a:cubicBezTo>
                  <a:pt x="83" y="49"/>
                  <a:pt x="81" y="68"/>
                  <a:pt x="81" y="91"/>
                </a:cubicBezTo>
                <a:lnTo>
                  <a:pt x="81" y="3398"/>
                </a:lnTo>
                <a:cubicBezTo>
                  <a:pt x="81" y="3420"/>
                  <a:pt x="83" y="3439"/>
                  <a:pt x="89" y="3454"/>
                </a:cubicBezTo>
                <a:cubicBezTo>
                  <a:pt x="91" y="3462"/>
                  <a:pt x="94" y="3468"/>
                  <a:pt x="97" y="3472"/>
                </a:cubicBezTo>
                <a:lnTo>
                  <a:pt x="49" y="3488"/>
                </a:lnTo>
                <a:cubicBezTo>
                  <a:pt x="43" y="3483"/>
                  <a:pt x="37" y="3479"/>
                  <a:pt x="31" y="3473"/>
                </a:cubicBezTo>
                <a:cubicBezTo>
                  <a:pt x="11" y="3452"/>
                  <a:pt x="0" y="3427"/>
                  <a:pt x="0" y="3398"/>
                </a:cubicBezTo>
                <a:lnTo>
                  <a:pt x="0" y="91"/>
                </a:lnTo>
                <a:cubicBezTo>
                  <a:pt x="0" y="61"/>
                  <a:pt x="11" y="36"/>
                  <a:pt x="31" y="15"/>
                </a:cubicBezTo>
                <a:cubicBezTo>
                  <a:pt x="37" y="9"/>
                  <a:pt x="43" y="4"/>
                  <a:pt x="49" y="0"/>
                </a:cubicBezTo>
                <a:lnTo>
                  <a:pt x="97" y="1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3488400" y="3853800"/>
            <a:ext cx="1018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888888"/>
                </a:solidFill>
                <a:effectLst/>
                <a:uFillTx/>
                <a:latin typeface="SourceSansPro"/>
                <a:ea typeface="SourceSansPro"/>
              </a:rPr>
              <a:t>Only Yes proceeds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6607800" y="3216960"/>
            <a:ext cx="160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3. TOOL RETRY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6607800" y="3489120"/>
            <a:ext cx="226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“Step failed. Retry after manual fixes?”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0" y="4334040"/>
            <a:ext cx="8610840" cy="811080"/>
          </a:xfrm>
          <a:custGeom>
            <a:avLst/>
            <a:gdLst/>
            <a:ahLst/>
            <a:rect l="0" t="0" r="r" b="b"/>
            <a:pathLst>
              <a:path w="23919" h="2253">
                <a:moveTo>
                  <a:pt x="0" y="0"/>
                </a:moveTo>
                <a:lnTo>
                  <a:pt x="23919" y="0"/>
                </a:lnTo>
                <a:lnTo>
                  <a:pt x="23919" y="2253"/>
                </a:lnTo>
                <a:lnTo>
                  <a:pt x="0" y="2253"/>
                </a:lnTo>
                <a:lnTo>
                  <a:pt x="0" y="0"/>
                </a:lnTo>
                <a:moveTo>
                  <a:pt x="529" y="529"/>
                </a:moveTo>
                <a:lnTo>
                  <a:pt x="529" y="1455"/>
                </a:lnTo>
                <a:cubicBezTo>
                  <a:pt x="529" y="1477"/>
                  <a:pt x="536" y="1496"/>
                  <a:pt x="552" y="1511"/>
                </a:cubicBezTo>
                <a:cubicBezTo>
                  <a:pt x="567" y="1527"/>
                  <a:pt x="586" y="1535"/>
                  <a:pt x="608" y="1535"/>
                </a:cubicBezTo>
                <a:lnTo>
                  <a:pt x="23257" y="1535"/>
                </a:lnTo>
                <a:cubicBezTo>
                  <a:pt x="23279" y="1535"/>
                  <a:pt x="23298" y="1527"/>
                  <a:pt x="23313" y="1511"/>
                </a:cubicBezTo>
                <a:cubicBezTo>
                  <a:pt x="23329" y="1496"/>
                  <a:pt x="23337" y="1477"/>
                  <a:pt x="23337" y="1455"/>
                </a:cubicBezTo>
                <a:lnTo>
                  <a:pt x="23337" y="529"/>
                </a:lnTo>
                <a:cubicBezTo>
                  <a:pt x="23337" y="507"/>
                  <a:pt x="23329" y="489"/>
                  <a:pt x="23313" y="473"/>
                </a:cubicBezTo>
                <a:cubicBezTo>
                  <a:pt x="23298" y="458"/>
                  <a:pt x="23279" y="450"/>
                  <a:pt x="23257" y="450"/>
                </a:cubicBezTo>
                <a:lnTo>
                  <a:pt x="608" y="450"/>
                </a:lnTo>
                <a:cubicBezTo>
                  <a:pt x="586" y="450"/>
                  <a:pt x="567" y="458"/>
                  <a:pt x="552" y="473"/>
                </a:cubicBezTo>
                <a:cubicBezTo>
                  <a:pt x="536" y="489"/>
                  <a:pt x="529" y="507"/>
                  <a:pt x="529" y="529"/>
                </a:cubicBezTo>
                <a:close/>
              </a:path>
            </a:pathLst>
          </a:custGeom>
          <a:solidFill>
            <a:srgbClr val="00000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180720" y="4485960"/>
            <a:ext cx="8229960" cy="410040"/>
          </a:xfrm>
          <a:custGeom>
            <a:avLst/>
            <a:gdLst/>
            <a:ahLst/>
            <a:rect l="0" t="0" r="r" b="b"/>
            <a:pathLst>
              <a:path w="22861" h="1139">
                <a:moveTo>
                  <a:pt x="0" y="1033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2755" y="0"/>
                </a:lnTo>
                <a:cubicBezTo>
                  <a:pt x="22769" y="0"/>
                  <a:pt x="22783" y="3"/>
                  <a:pt x="22796" y="8"/>
                </a:cubicBezTo>
                <a:cubicBezTo>
                  <a:pt x="22809" y="14"/>
                  <a:pt x="22820" y="21"/>
                  <a:pt x="22830" y="31"/>
                </a:cubicBezTo>
                <a:cubicBezTo>
                  <a:pt x="22840" y="41"/>
                  <a:pt x="22848" y="53"/>
                  <a:pt x="22853" y="66"/>
                </a:cubicBezTo>
                <a:cubicBezTo>
                  <a:pt x="22859" y="79"/>
                  <a:pt x="22861" y="92"/>
                  <a:pt x="22861" y="106"/>
                </a:cubicBezTo>
                <a:lnTo>
                  <a:pt x="22861" y="1033"/>
                </a:lnTo>
                <a:cubicBezTo>
                  <a:pt x="22861" y="1047"/>
                  <a:pt x="22859" y="1061"/>
                  <a:pt x="22853" y="1074"/>
                </a:cubicBezTo>
                <a:cubicBezTo>
                  <a:pt x="22848" y="1087"/>
                  <a:pt x="22840" y="1098"/>
                  <a:pt x="22830" y="1108"/>
                </a:cubicBezTo>
                <a:cubicBezTo>
                  <a:pt x="22820" y="1118"/>
                  <a:pt x="22809" y="1126"/>
                  <a:pt x="22796" y="1131"/>
                </a:cubicBezTo>
                <a:cubicBezTo>
                  <a:pt x="22783" y="1136"/>
                  <a:pt x="22769" y="1139"/>
                  <a:pt x="22755" y="1139"/>
                </a:cubicBezTo>
                <a:lnTo>
                  <a:pt x="106" y="1139"/>
                </a:lnTo>
                <a:cubicBezTo>
                  <a:pt x="92" y="1139"/>
                  <a:pt x="79" y="1136"/>
                  <a:pt x="66" y="1131"/>
                </a:cubicBezTo>
                <a:cubicBezTo>
                  <a:pt x="53" y="1126"/>
                  <a:pt x="41" y="1118"/>
                  <a:pt x="31" y="1108"/>
                </a:cubicBezTo>
                <a:cubicBezTo>
                  <a:pt x="21" y="1098"/>
                  <a:pt x="14" y="1087"/>
                  <a:pt x="8" y="1074"/>
                </a:cubicBezTo>
                <a:cubicBezTo>
                  <a:pt x="3" y="1061"/>
                  <a:pt x="0" y="1047"/>
                  <a:pt x="0" y="1033"/>
                </a:cubicBezTo>
                <a:close/>
              </a:path>
            </a:pathLst>
          </a:custGeom>
          <a:solidFill>
            <a:srgbClr val="1E1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6607800" y="3682440"/>
            <a:ext cx="1432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888888"/>
                </a:solidFill>
                <a:effectLst/>
                <a:uFillTx/>
                <a:latin typeface="SourceSansPro"/>
                <a:ea typeface="SourceSansPro"/>
              </a:rPr>
              <a:t>Yes re-runs · No suspends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264960" y="4548960"/>
            <a:ext cx="2878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# Every screen auto-focuses primary widget on mount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264960" y="4701600"/>
            <a:ext cx="2640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# Ctrl+A = approve, Escape = reject — consistent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2306520" y="931320"/>
            <a:ext cx="45774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LAYER 2: MIDDLEWARE —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180720" y="2685960"/>
            <a:ext cx="4439160" cy="2133720"/>
          </a:xfrm>
          <a:custGeom>
            <a:avLst/>
            <a:gdLst/>
            <a:ahLst/>
            <a:rect l="0" t="0" r="r" b="b"/>
            <a:pathLst>
              <a:path w="12331" h="5927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0"/>
                  <a:pt x="12300" y="31"/>
                </a:cubicBezTo>
                <a:cubicBezTo>
                  <a:pt x="12320" y="51"/>
                  <a:pt x="12331" y="76"/>
                  <a:pt x="12331" y="106"/>
                </a:cubicBezTo>
                <a:lnTo>
                  <a:pt x="12331" y="5822"/>
                </a:lnTo>
                <a:cubicBezTo>
                  <a:pt x="12331" y="5851"/>
                  <a:pt x="12320" y="5876"/>
                  <a:pt x="12300" y="5896"/>
                </a:cubicBezTo>
                <a:cubicBezTo>
                  <a:pt x="12279" y="5917"/>
                  <a:pt x="12254" y="5927"/>
                  <a:pt x="12225" y="5927"/>
                </a:cubicBezTo>
                <a:lnTo>
                  <a:pt x="106" y="5927"/>
                </a:lnTo>
                <a:cubicBezTo>
                  <a:pt x="77" y="5927"/>
                  <a:pt x="52" y="5917"/>
                  <a:pt x="31" y="5896"/>
                </a:cubicBezTo>
                <a:cubicBezTo>
                  <a:pt x="11" y="5876"/>
                  <a:pt x="0" y="5851"/>
                  <a:pt x="0" y="5822"/>
                </a:cubicBezTo>
                <a:lnTo>
                  <a:pt x="0" y="106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180720" y="2685960"/>
            <a:ext cx="4439160" cy="24120"/>
          </a:xfrm>
          <a:custGeom>
            <a:avLst/>
            <a:gdLst/>
            <a:ahLst/>
            <a:rect l="0" t="0" r="r" b="b"/>
            <a:pathLst>
              <a:path w="12331" h="67">
                <a:moveTo>
                  <a:pt x="12267" y="67"/>
                </a:moveTo>
                <a:lnTo>
                  <a:pt x="0" y="67"/>
                </a:lnTo>
                <a:lnTo>
                  <a:pt x="0" y="0"/>
                </a:lnTo>
                <a:lnTo>
                  <a:pt x="12331" y="0"/>
                </a:lnTo>
                <a:lnTo>
                  <a:pt x="12331" y="2"/>
                </a:lnTo>
                <a:lnTo>
                  <a:pt x="12267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4601520" y="2697120"/>
            <a:ext cx="18360" cy="2111400"/>
          </a:xfrm>
          <a:custGeom>
            <a:avLst/>
            <a:gdLst/>
            <a:ahLst/>
            <a:rect l="0" t="0" r="r" b="b"/>
            <a:pathLst>
              <a:path w="51" h="5865">
                <a:moveTo>
                  <a:pt x="0" y="5847"/>
                </a:moveTo>
                <a:cubicBezTo>
                  <a:pt x="16" y="5831"/>
                  <a:pt x="23" y="5813"/>
                  <a:pt x="23" y="5791"/>
                </a:cubicBezTo>
                <a:lnTo>
                  <a:pt x="23" y="75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5"/>
                </a:cubicBezTo>
                <a:lnTo>
                  <a:pt x="51" y="5791"/>
                </a:lnTo>
                <a:cubicBezTo>
                  <a:pt x="51" y="5820"/>
                  <a:pt x="40" y="5845"/>
                  <a:pt x="19" y="5865"/>
                </a:cubicBezTo>
                <a:lnTo>
                  <a:pt x="0" y="584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180720" y="2685960"/>
            <a:ext cx="4439160" cy="2133720"/>
          </a:xfrm>
          <a:custGeom>
            <a:avLst/>
            <a:gdLst/>
            <a:ahLst/>
            <a:rect l="0" t="0" r="r" b="b"/>
            <a:pathLst>
              <a:path w="12331" h="5927">
                <a:moveTo>
                  <a:pt x="0" y="0"/>
                </a:moveTo>
                <a:lnTo>
                  <a:pt x="12331" y="0"/>
                </a:lnTo>
                <a:lnTo>
                  <a:pt x="12331" y="5927"/>
                </a:lnTo>
                <a:lnTo>
                  <a:pt x="0" y="59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2643120" y="1360080"/>
            <a:ext cx="40579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SESSIONCONTROLLER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244440" y="2115000"/>
            <a:ext cx="46681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What: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The master state machine driving all 3 phases across 12 lifecycle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2199240" y="2315160"/>
            <a:ext cx="4316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states.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352080" y="31622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5"/>
                </a:cubicBezTo>
                <a:cubicBezTo>
                  <a:pt x="16" y="128"/>
                  <a:pt x="11" y="119"/>
                  <a:pt x="7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369720" y="2797920"/>
            <a:ext cx="341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TRANSITION TABLE (SIMPLIFIED)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525600" y="3081600"/>
            <a:ext cx="3282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START → REPOSITORY_SELECTION →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352080" y="36194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30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4" y="135"/>
                </a:cubicBezTo>
                <a:cubicBezTo>
                  <a:pt x="16" y="128"/>
                  <a:pt x="11" y="119"/>
                  <a:pt x="7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525600" y="3310200"/>
            <a:ext cx="2086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REPOSITORY_ANALYSIS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352080" y="3857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525600" y="3538800"/>
            <a:ext cx="4808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SPEC_ENTRY → SPEC_VALIDATION → SPEC_APPROVAL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525600" y="3776760"/>
            <a:ext cx="3427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PLAN_GENERATION → PLAN_REVIEW →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352080" y="4314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525600" y="4005360"/>
            <a:ext cx="1487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PLAN_APPROVAL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525600" y="4233960"/>
            <a:ext cx="4701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EXECUTION → VERIFICATION → COMPLETION_REVIEW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525600" y="4462560"/>
            <a:ext cx="724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→ DONE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349920" y="5013360"/>
            <a:ext cx="4422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Backward navigation on rejection</a:t>
            </a: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guaranteed by centralized transition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6392160" y="2031840"/>
            <a:ext cx="1427040" cy="475920"/>
          </a:xfrm>
          <a:custGeom>
            <a:avLst/>
            <a:gdLst/>
            <a:ahLst/>
            <a:rect l="0" t="0" r="r" b="b"/>
            <a:pathLst>
              <a:path w="3964" h="1322">
                <a:moveTo>
                  <a:pt x="3964" y="661"/>
                </a:moveTo>
                <a:cubicBezTo>
                  <a:pt x="3964" y="683"/>
                  <a:pt x="3961" y="704"/>
                  <a:pt x="3954" y="726"/>
                </a:cubicBezTo>
                <a:cubicBezTo>
                  <a:pt x="3948" y="747"/>
                  <a:pt x="3938" y="769"/>
                  <a:pt x="3926" y="790"/>
                </a:cubicBezTo>
                <a:cubicBezTo>
                  <a:pt x="3913" y="811"/>
                  <a:pt x="3897" y="832"/>
                  <a:pt x="3879" y="853"/>
                </a:cubicBezTo>
                <a:cubicBezTo>
                  <a:pt x="3860" y="874"/>
                  <a:pt x="3838" y="894"/>
                  <a:pt x="3813" y="914"/>
                </a:cubicBezTo>
                <a:cubicBezTo>
                  <a:pt x="3788" y="934"/>
                  <a:pt x="3761" y="953"/>
                  <a:pt x="3730" y="972"/>
                </a:cubicBezTo>
                <a:cubicBezTo>
                  <a:pt x="3699" y="992"/>
                  <a:pt x="3666" y="1010"/>
                  <a:pt x="3630" y="1028"/>
                </a:cubicBezTo>
                <a:cubicBezTo>
                  <a:pt x="3594" y="1046"/>
                  <a:pt x="3555" y="1063"/>
                  <a:pt x="3514" y="1080"/>
                </a:cubicBezTo>
                <a:cubicBezTo>
                  <a:pt x="3473" y="1097"/>
                  <a:pt x="3429" y="1113"/>
                  <a:pt x="3384" y="1128"/>
                </a:cubicBezTo>
                <a:cubicBezTo>
                  <a:pt x="3338" y="1143"/>
                  <a:pt x="3290" y="1158"/>
                  <a:pt x="3239" y="1172"/>
                </a:cubicBezTo>
                <a:cubicBezTo>
                  <a:pt x="3189" y="1185"/>
                  <a:pt x="3137" y="1198"/>
                  <a:pt x="3083" y="1210"/>
                </a:cubicBezTo>
                <a:cubicBezTo>
                  <a:pt x="3029" y="1222"/>
                  <a:pt x="2974" y="1233"/>
                  <a:pt x="2916" y="1244"/>
                </a:cubicBezTo>
                <a:cubicBezTo>
                  <a:pt x="2859" y="1254"/>
                  <a:pt x="2801" y="1263"/>
                  <a:pt x="2741" y="1271"/>
                </a:cubicBezTo>
                <a:cubicBezTo>
                  <a:pt x="2681" y="1280"/>
                  <a:pt x="2620" y="1287"/>
                  <a:pt x="2558" y="1293"/>
                </a:cubicBezTo>
                <a:cubicBezTo>
                  <a:pt x="2496" y="1299"/>
                  <a:pt x="2433" y="1305"/>
                  <a:pt x="2369" y="1309"/>
                </a:cubicBezTo>
                <a:cubicBezTo>
                  <a:pt x="2305" y="1313"/>
                  <a:pt x="2241" y="1316"/>
                  <a:pt x="2177" y="1318"/>
                </a:cubicBezTo>
                <a:cubicBezTo>
                  <a:pt x="2112" y="1321"/>
                  <a:pt x="2047" y="1322"/>
                  <a:pt x="1982" y="1322"/>
                </a:cubicBezTo>
                <a:cubicBezTo>
                  <a:pt x="1918" y="1322"/>
                  <a:pt x="1853" y="1321"/>
                  <a:pt x="1788" y="1318"/>
                </a:cubicBezTo>
                <a:cubicBezTo>
                  <a:pt x="1724" y="1316"/>
                  <a:pt x="1659" y="1313"/>
                  <a:pt x="1596" y="1309"/>
                </a:cubicBezTo>
                <a:cubicBezTo>
                  <a:pt x="1532" y="1305"/>
                  <a:pt x="1469" y="1299"/>
                  <a:pt x="1407" y="1293"/>
                </a:cubicBezTo>
                <a:cubicBezTo>
                  <a:pt x="1345" y="1287"/>
                  <a:pt x="1284" y="1280"/>
                  <a:pt x="1224" y="1271"/>
                </a:cubicBezTo>
                <a:cubicBezTo>
                  <a:pt x="1164" y="1263"/>
                  <a:pt x="1106" y="1254"/>
                  <a:pt x="1048" y="1244"/>
                </a:cubicBezTo>
                <a:cubicBezTo>
                  <a:pt x="991" y="1233"/>
                  <a:pt x="936" y="1222"/>
                  <a:pt x="882" y="1210"/>
                </a:cubicBezTo>
                <a:cubicBezTo>
                  <a:pt x="828" y="1198"/>
                  <a:pt x="776" y="1185"/>
                  <a:pt x="725" y="1172"/>
                </a:cubicBezTo>
                <a:cubicBezTo>
                  <a:pt x="675" y="1158"/>
                  <a:pt x="627" y="1143"/>
                  <a:pt x="581" y="1128"/>
                </a:cubicBezTo>
                <a:cubicBezTo>
                  <a:pt x="535" y="1113"/>
                  <a:pt x="492" y="1097"/>
                  <a:pt x="451" y="1080"/>
                </a:cubicBezTo>
                <a:cubicBezTo>
                  <a:pt x="410" y="1063"/>
                  <a:pt x="371" y="1046"/>
                  <a:pt x="335" y="1028"/>
                </a:cubicBezTo>
                <a:cubicBezTo>
                  <a:pt x="299" y="1010"/>
                  <a:pt x="265" y="992"/>
                  <a:pt x="235" y="972"/>
                </a:cubicBezTo>
                <a:cubicBezTo>
                  <a:pt x="204" y="953"/>
                  <a:pt x="177" y="934"/>
                  <a:pt x="152" y="914"/>
                </a:cubicBezTo>
                <a:cubicBezTo>
                  <a:pt x="127" y="894"/>
                  <a:pt x="105" y="874"/>
                  <a:pt x="86" y="853"/>
                </a:cubicBezTo>
                <a:cubicBezTo>
                  <a:pt x="66" y="832"/>
                  <a:pt x="51" y="811"/>
                  <a:pt x="38" y="790"/>
                </a:cubicBezTo>
                <a:cubicBezTo>
                  <a:pt x="25" y="769"/>
                  <a:pt x="16" y="747"/>
                  <a:pt x="9" y="726"/>
                </a:cubicBezTo>
                <a:cubicBezTo>
                  <a:pt x="3" y="704"/>
                  <a:pt x="0" y="683"/>
                  <a:pt x="0" y="661"/>
                </a:cubicBezTo>
                <a:cubicBezTo>
                  <a:pt x="0" y="639"/>
                  <a:pt x="3" y="618"/>
                  <a:pt x="9" y="596"/>
                </a:cubicBezTo>
                <a:cubicBezTo>
                  <a:pt x="16" y="575"/>
                  <a:pt x="25" y="553"/>
                  <a:pt x="38" y="532"/>
                </a:cubicBezTo>
                <a:cubicBezTo>
                  <a:pt x="51" y="511"/>
                  <a:pt x="66" y="490"/>
                  <a:pt x="86" y="469"/>
                </a:cubicBezTo>
                <a:cubicBezTo>
                  <a:pt x="105" y="449"/>
                  <a:pt x="127" y="428"/>
                  <a:pt x="152" y="408"/>
                </a:cubicBezTo>
                <a:cubicBezTo>
                  <a:pt x="177" y="388"/>
                  <a:pt x="204" y="369"/>
                  <a:pt x="235" y="350"/>
                </a:cubicBezTo>
                <a:cubicBezTo>
                  <a:pt x="265" y="331"/>
                  <a:pt x="299" y="312"/>
                  <a:pt x="335" y="293"/>
                </a:cubicBezTo>
                <a:cubicBezTo>
                  <a:pt x="371" y="275"/>
                  <a:pt x="410" y="258"/>
                  <a:pt x="451" y="241"/>
                </a:cubicBezTo>
                <a:cubicBezTo>
                  <a:pt x="492" y="224"/>
                  <a:pt x="535" y="208"/>
                  <a:pt x="581" y="193"/>
                </a:cubicBezTo>
                <a:cubicBezTo>
                  <a:pt x="627" y="178"/>
                  <a:pt x="675" y="163"/>
                  <a:pt x="725" y="150"/>
                </a:cubicBezTo>
                <a:cubicBezTo>
                  <a:pt x="776" y="136"/>
                  <a:pt x="828" y="123"/>
                  <a:pt x="882" y="111"/>
                </a:cubicBezTo>
                <a:cubicBezTo>
                  <a:pt x="936" y="99"/>
                  <a:pt x="991" y="88"/>
                  <a:pt x="1048" y="78"/>
                </a:cubicBezTo>
                <a:cubicBezTo>
                  <a:pt x="1106" y="67"/>
                  <a:pt x="1164" y="58"/>
                  <a:pt x="1224" y="50"/>
                </a:cubicBezTo>
                <a:cubicBezTo>
                  <a:pt x="1284" y="42"/>
                  <a:pt x="1345" y="34"/>
                  <a:pt x="1407" y="28"/>
                </a:cubicBezTo>
                <a:cubicBezTo>
                  <a:pt x="1469" y="22"/>
                  <a:pt x="1532" y="17"/>
                  <a:pt x="1596" y="12"/>
                </a:cubicBezTo>
                <a:cubicBezTo>
                  <a:pt x="1659" y="8"/>
                  <a:pt x="1724" y="5"/>
                  <a:pt x="1788" y="3"/>
                </a:cubicBezTo>
                <a:cubicBezTo>
                  <a:pt x="1853" y="1"/>
                  <a:pt x="1918" y="0"/>
                  <a:pt x="1982" y="0"/>
                </a:cubicBezTo>
                <a:cubicBezTo>
                  <a:pt x="2047" y="0"/>
                  <a:pt x="2112" y="1"/>
                  <a:pt x="2177" y="3"/>
                </a:cubicBezTo>
                <a:cubicBezTo>
                  <a:pt x="2241" y="5"/>
                  <a:pt x="2305" y="8"/>
                  <a:pt x="2369" y="12"/>
                </a:cubicBezTo>
                <a:cubicBezTo>
                  <a:pt x="2433" y="17"/>
                  <a:pt x="2496" y="22"/>
                  <a:pt x="2558" y="28"/>
                </a:cubicBezTo>
                <a:cubicBezTo>
                  <a:pt x="2620" y="34"/>
                  <a:pt x="2681" y="42"/>
                  <a:pt x="2741" y="50"/>
                </a:cubicBezTo>
                <a:cubicBezTo>
                  <a:pt x="2801" y="58"/>
                  <a:pt x="2859" y="67"/>
                  <a:pt x="2916" y="78"/>
                </a:cubicBezTo>
                <a:cubicBezTo>
                  <a:pt x="2974" y="88"/>
                  <a:pt x="3029" y="99"/>
                  <a:pt x="3083" y="111"/>
                </a:cubicBezTo>
                <a:cubicBezTo>
                  <a:pt x="3137" y="123"/>
                  <a:pt x="3189" y="136"/>
                  <a:pt x="3239" y="150"/>
                </a:cubicBezTo>
                <a:cubicBezTo>
                  <a:pt x="3290" y="163"/>
                  <a:pt x="3338" y="178"/>
                  <a:pt x="3384" y="193"/>
                </a:cubicBezTo>
                <a:cubicBezTo>
                  <a:pt x="3429" y="208"/>
                  <a:pt x="3473" y="224"/>
                  <a:pt x="3514" y="241"/>
                </a:cubicBezTo>
                <a:cubicBezTo>
                  <a:pt x="3555" y="258"/>
                  <a:pt x="3594" y="275"/>
                  <a:pt x="3630" y="293"/>
                </a:cubicBezTo>
                <a:cubicBezTo>
                  <a:pt x="3666" y="312"/>
                  <a:pt x="3699" y="331"/>
                  <a:pt x="3730" y="350"/>
                </a:cubicBezTo>
                <a:cubicBezTo>
                  <a:pt x="3761" y="369"/>
                  <a:pt x="3788" y="388"/>
                  <a:pt x="3813" y="408"/>
                </a:cubicBezTo>
                <a:cubicBezTo>
                  <a:pt x="3838" y="428"/>
                  <a:pt x="3860" y="449"/>
                  <a:pt x="3879" y="469"/>
                </a:cubicBezTo>
                <a:cubicBezTo>
                  <a:pt x="3897" y="490"/>
                  <a:pt x="3913" y="511"/>
                  <a:pt x="3926" y="532"/>
                </a:cubicBezTo>
                <a:cubicBezTo>
                  <a:pt x="3938" y="553"/>
                  <a:pt x="3948" y="575"/>
                  <a:pt x="3954" y="596"/>
                </a:cubicBezTo>
                <a:cubicBezTo>
                  <a:pt x="3961" y="618"/>
                  <a:pt x="3964" y="639"/>
                  <a:pt x="3964" y="661"/>
                </a:cubicBezTo>
                <a:close/>
              </a:path>
            </a:pathLst>
          </a:custGeom>
          <a:solidFill>
            <a:srgbClr val="BE29EC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6392160" y="2031840"/>
            <a:ext cx="1427040" cy="475920"/>
          </a:xfrm>
          <a:custGeom>
            <a:avLst/>
            <a:gdLst/>
            <a:ahLst/>
            <a:rect l="0" t="0" r="r" b="b"/>
            <a:pathLst>
              <a:path w="3964" h="1322">
                <a:moveTo>
                  <a:pt x="3964" y="661"/>
                </a:moveTo>
                <a:cubicBezTo>
                  <a:pt x="3964" y="683"/>
                  <a:pt x="3961" y="704"/>
                  <a:pt x="3954" y="726"/>
                </a:cubicBezTo>
                <a:cubicBezTo>
                  <a:pt x="3948" y="747"/>
                  <a:pt x="3938" y="769"/>
                  <a:pt x="3926" y="790"/>
                </a:cubicBezTo>
                <a:cubicBezTo>
                  <a:pt x="3913" y="811"/>
                  <a:pt x="3897" y="832"/>
                  <a:pt x="3879" y="853"/>
                </a:cubicBezTo>
                <a:cubicBezTo>
                  <a:pt x="3860" y="874"/>
                  <a:pt x="3838" y="894"/>
                  <a:pt x="3813" y="914"/>
                </a:cubicBezTo>
                <a:cubicBezTo>
                  <a:pt x="3788" y="934"/>
                  <a:pt x="3761" y="953"/>
                  <a:pt x="3730" y="972"/>
                </a:cubicBezTo>
                <a:cubicBezTo>
                  <a:pt x="3699" y="992"/>
                  <a:pt x="3666" y="1010"/>
                  <a:pt x="3630" y="1028"/>
                </a:cubicBezTo>
                <a:cubicBezTo>
                  <a:pt x="3594" y="1046"/>
                  <a:pt x="3555" y="1063"/>
                  <a:pt x="3514" y="1080"/>
                </a:cubicBezTo>
                <a:cubicBezTo>
                  <a:pt x="3473" y="1097"/>
                  <a:pt x="3429" y="1113"/>
                  <a:pt x="3384" y="1128"/>
                </a:cubicBezTo>
                <a:cubicBezTo>
                  <a:pt x="3338" y="1143"/>
                  <a:pt x="3290" y="1158"/>
                  <a:pt x="3239" y="1172"/>
                </a:cubicBezTo>
                <a:cubicBezTo>
                  <a:pt x="3189" y="1185"/>
                  <a:pt x="3137" y="1198"/>
                  <a:pt x="3083" y="1210"/>
                </a:cubicBezTo>
                <a:cubicBezTo>
                  <a:pt x="3029" y="1222"/>
                  <a:pt x="2974" y="1233"/>
                  <a:pt x="2916" y="1244"/>
                </a:cubicBezTo>
                <a:cubicBezTo>
                  <a:pt x="2859" y="1254"/>
                  <a:pt x="2801" y="1263"/>
                  <a:pt x="2741" y="1271"/>
                </a:cubicBezTo>
                <a:cubicBezTo>
                  <a:pt x="2681" y="1280"/>
                  <a:pt x="2620" y="1287"/>
                  <a:pt x="2558" y="1293"/>
                </a:cubicBezTo>
                <a:cubicBezTo>
                  <a:pt x="2496" y="1299"/>
                  <a:pt x="2433" y="1305"/>
                  <a:pt x="2369" y="1309"/>
                </a:cubicBezTo>
                <a:cubicBezTo>
                  <a:pt x="2305" y="1313"/>
                  <a:pt x="2241" y="1316"/>
                  <a:pt x="2177" y="1318"/>
                </a:cubicBezTo>
                <a:cubicBezTo>
                  <a:pt x="2112" y="1321"/>
                  <a:pt x="2047" y="1322"/>
                  <a:pt x="1982" y="1322"/>
                </a:cubicBezTo>
                <a:cubicBezTo>
                  <a:pt x="1918" y="1322"/>
                  <a:pt x="1853" y="1321"/>
                  <a:pt x="1788" y="1318"/>
                </a:cubicBezTo>
                <a:cubicBezTo>
                  <a:pt x="1724" y="1316"/>
                  <a:pt x="1659" y="1313"/>
                  <a:pt x="1596" y="1309"/>
                </a:cubicBezTo>
                <a:cubicBezTo>
                  <a:pt x="1532" y="1305"/>
                  <a:pt x="1469" y="1299"/>
                  <a:pt x="1407" y="1293"/>
                </a:cubicBezTo>
                <a:cubicBezTo>
                  <a:pt x="1345" y="1287"/>
                  <a:pt x="1284" y="1280"/>
                  <a:pt x="1224" y="1271"/>
                </a:cubicBezTo>
                <a:cubicBezTo>
                  <a:pt x="1164" y="1263"/>
                  <a:pt x="1106" y="1254"/>
                  <a:pt x="1048" y="1244"/>
                </a:cubicBezTo>
                <a:cubicBezTo>
                  <a:pt x="991" y="1233"/>
                  <a:pt x="936" y="1222"/>
                  <a:pt x="882" y="1210"/>
                </a:cubicBezTo>
                <a:cubicBezTo>
                  <a:pt x="828" y="1198"/>
                  <a:pt x="776" y="1185"/>
                  <a:pt x="725" y="1172"/>
                </a:cubicBezTo>
                <a:cubicBezTo>
                  <a:pt x="675" y="1158"/>
                  <a:pt x="627" y="1143"/>
                  <a:pt x="581" y="1128"/>
                </a:cubicBezTo>
                <a:cubicBezTo>
                  <a:pt x="535" y="1113"/>
                  <a:pt x="492" y="1097"/>
                  <a:pt x="451" y="1080"/>
                </a:cubicBezTo>
                <a:cubicBezTo>
                  <a:pt x="410" y="1063"/>
                  <a:pt x="371" y="1046"/>
                  <a:pt x="335" y="1028"/>
                </a:cubicBezTo>
                <a:cubicBezTo>
                  <a:pt x="299" y="1010"/>
                  <a:pt x="265" y="992"/>
                  <a:pt x="235" y="972"/>
                </a:cubicBezTo>
                <a:cubicBezTo>
                  <a:pt x="204" y="953"/>
                  <a:pt x="177" y="934"/>
                  <a:pt x="152" y="914"/>
                </a:cubicBezTo>
                <a:cubicBezTo>
                  <a:pt x="127" y="894"/>
                  <a:pt x="105" y="874"/>
                  <a:pt x="86" y="853"/>
                </a:cubicBezTo>
                <a:cubicBezTo>
                  <a:pt x="66" y="832"/>
                  <a:pt x="51" y="811"/>
                  <a:pt x="38" y="790"/>
                </a:cubicBezTo>
                <a:cubicBezTo>
                  <a:pt x="25" y="769"/>
                  <a:pt x="16" y="747"/>
                  <a:pt x="9" y="726"/>
                </a:cubicBezTo>
                <a:cubicBezTo>
                  <a:pt x="3" y="704"/>
                  <a:pt x="0" y="683"/>
                  <a:pt x="0" y="661"/>
                </a:cubicBezTo>
                <a:cubicBezTo>
                  <a:pt x="0" y="639"/>
                  <a:pt x="3" y="618"/>
                  <a:pt x="9" y="596"/>
                </a:cubicBezTo>
                <a:cubicBezTo>
                  <a:pt x="16" y="575"/>
                  <a:pt x="25" y="553"/>
                  <a:pt x="38" y="532"/>
                </a:cubicBezTo>
                <a:cubicBezTo>
                  <a:pt x="51" y="511"/>
                  <a:pt x="66" y="490"/>
                  <a:pt x="86" y="469"/>
                </a:cubicBezTo>
                <a:cubicBezTo>
                  <a:pt x="105" y="449"/>
                  <a:pt x="127" y="428"/>
                  <a:pt x="152" y="408"/>
                </a:cubicBezTo>
                <a:cubicBezTo>
                  <a:pt x="177" y="388"/>
                  <a:pt x="204" y="369"/>
                  <a:pt x="235" y="350"/>
                </a:cubicBezTo>
                <a:cubicBezTo>
                  <a:pt x="265" y="331"/>
                  <a:pt x="299" y="312"/>
                  <a:pt x="335" y="293"/>
                </a:cubicBezTo>
                <a:cubicBezTo>
                  <a:pt x="371" y="275"/>
                  <a:pt x="410" y="258"/>
                  <a:pt x="451" y="241"/>
                </a:cubicBezTo>
                <a:cubicBezTo>
                  <a:pt x="492" y="224"/>
                  <a:pt x="535" y="208"/>
                  <a:pt x="581" y="193"/>
                </a:cubicBezTo>
                <a:cubicBezTo>
                  <a:pt x="627" y="178"/>
                  <a:pt x="675" y="163"/>
                  <a:pt x="725" y="150"/>
                </a:cubicBezTo>
                <a:cubicBezTo>
                  <a:pt x="776" y="136"/>
                  <a:pt x="828" y="123"/>
                  <a:pt x="882" y="111"/>
                </a:cubicBezTo>
                <a:cubicBezTo>
                  <a:pt x="936" y="99"/>
                  <a:pt x="991" y="88"/>
                  <a:pt x="1048" y="78"/>
                </a:cubicBezTo>
                <a:cubicBezTo>
                  <a:pt x="1106" y="67"/>
                  <a:pt x="1164" y="58"/>
                  <a:pt x="1224" y="50"/>
                </a:cubicBezTo>
                <a:cubicBezTo>
                  <a:pt x="1284" y="42"/>
                  <a:pt x="1345" y="34"/>
                  <a:pt x="1407" y="28"/>
                </a:cubicBezTo>
                <a:cubicBezTo>
                  <a:pt x="1469" y="22"/>
                  <a:pt x="1532" y="17"/>
                  <a:pt x="1596" y="12"/>
                </a:cubicBezTo>
                <a:cubicBezTo>
                  <a:pt x="1659" y="8"/>
                  <a:pt x="1724" y="5"/>
                  <a:pt x="1788" y="3"/>
                </a:cubicBezTo>
                <a:cubicBezTo>
                  <a:pt x="1853" y="1"/>
                  <a:pt x="1918" y="0"/>
                  <a:pt x="1982" y="0"/>
                </a:cubicBezTo>
                <a:cubicBezTo>
                  <a:pt x="2047" y="0"/>
                  <a:pt x="2112" y="1"/>
                  <a:pt x="2177" y="3"/>
                </a:cubicBezTo>
                <a:cubicBezTo>
                  <a:pt x="2241" y="5"/>
                  <a:pt x="2305" y="8"/>
                  <a:pt x="2369" y="12"/>
                </a:cubicBezTo>
                <a:cubicBezTo>
                  <a:pt x="2433" y="17"/>
                  <a:pt x="2496" y="22"/>
                  <a:pt x="2558" y="28"/>
                </a:cubicBezTo>
                <a:cubicBezTo>
                  <a:pt x="2620" y="34"/>
                  <a:pt x="2681" y="42"/>
                  <a:pt x="2741" y="50"/>
                </a:cubicBezTo>
                <a:cubicBezTo>
                  <a:pt x="2801" y="58"/>
                  <a:pt x="2859" y="67"/>
                  <a:pt x="2916" y="78"/>
                </a:cubicBezTo>
                <a:cubicBezTo>
                  <a:pt x="2974" y="88"/>
                  <a:pt x="3029" y="99"/>
                  <a:pt x="3083" y="111"/>
                </a:cubicBezTo>
                <a:cubicBezTo>
                  <a:pt x="3137" y="123"/>
                  <a:pt x="3189" y="136"/>
                  <a:pt x="3239" y="150"/>
                </a:cubicBezTo>
                <a:cubicBezTo>
                  <a:pt x="3290" y="163"/>
                  <a:pt x="3338" y="178"/>
                  <a:pt x="3384" y="193"/>
                </a:cubicBezTo>
                <a:cubicBezTo>
                  <a:pt x="3429" y="208"/>
                  <a:pt x="3473" y="224"/>
                  <a:pt x="3514" y="241"/>
                </a:cubicBezTo>
                <a:cubicBezTo>
                  <a:pt x="3555" y="258"/>
                  <a:pt x="3594" y="275"/>
                  <a:pt x="3630" y="293"/>
                </a:cubicBezTo>
                <a:cubicBezTo>
                  <a:pt x="3666" y="312"/>
                  <a:pt x="3699" y="331"/>
                  <a:pt x="3730" y="350"/>
                </a:cubicBezTo>
                <a:cubicBezTo>
                  <a:pt x="3761" y="369"/>
                  <a:pt x="3788" y="388"/>
                  <a:pt x="3813" y="408"/>
                </a:cubicBezTo>
                <a:cubicBezTo>
                  <a:pt x="3838" y="428"/>
                  <a:pt x="3860" y="449"/>
                  <a:pt x="3879" y="469"/>
                </a:cubicBezTo>
                <a:cubicBezTo>
                  <a:pt x="3897" y="490"/>
                  <a:pt x="3913" y="511"/>
                  <a:pt x="3926" y="532"/>
                </a:cubicBezTo>
                <a:cubicBezTo>
                  <a:pt x="3938" y="553"/>
                  <a:pt x="3948" y="575"/>
                  <a:pt x="3954" y="596"/>
                </a:cubicBezTo>
                <a:cubicBezTo>
                  <a:pt x="3961" y="618"/>
                  <a:pt x="3964" y="639"/>
                  <a:pt x="3964" y="661"/>
                </a:cubicBezTo>
                <a:close/>
              </a:path>
            </a:pathLst>
          </a:custGeom>
          <a:noFill/>
          <a:ln w="23760">
            <a:solidFill>
              <a:srgbClr val="BE29EC"/>
            </a:solidFill>
            <a:miter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2241360" y="5184720"/>
            <a:ext cx="325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table.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7105320" y="2507400"/>
            <a:ext cx="0" cy="237600"/>
          </a:xfrm>
          <a:prstGeom prst="line">
            <a:avLst/>
          </a:prstGeom>
          <a:ln w="2376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7034040" y="261648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398" y="0"/>
                </a:moveTo>
                <a:lnTo>
                  <a:pt x="199" y="398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6233760" y="2745000"/>
            <a:ext cx="1743840" cy="475920"/>
          </a:xfrm>
          <a:custGeom>
            <a:avLst/>
            <a:gdLst/>
            <a:ahLst/>
            <a:rect l="0" t="0" r="r" b="b"/>
            <a:pathLst>
              <a:path w="4844" h="1322">
                <a:moveTo>
                  <a:pt x="4844" y="661"/>
                </a:moveTo>
                <a:cubicBezTo>
                  <a:pt x="4844" y="682"/>
                  <a:pt x="4840" y="704"/>
                  <a:pt x="4833" y="725"/>
                </a:cubicBezTo>
                <a:cubicBezTo>
                  <a:pt x="4825" y="747"/>
                  <a:pt x="4813" y="768"/>
                  <a:pt x="4798" y="789"/>
                </a:cubicBezTo>
                <a:cubicBezTo>
                  <a:pt x="4782" y="811"/>
                  <a:pt x="4763" y="832"/>
                  <a:pt x="4740" y="852"/>
                </a:cubicBezTo>
                <a:cubicBezTo>
                  <a:pt x="4717" y="873"/>
                  <a:pt x="4690" y="893"/>
                  <a:pt x="4660" y="913"/>
                </a:cubicBezTo>
                <a:cubicBezTo>
                  <a:pt x="4630" y="933"/>
                  <a:pt x="4596" y="953"/>
                  <a:pt x="4558" y="973"/>
                </a:cubicBezTo>
                <a:cubicBezTo>
                  <a:pt x="4521" y="992"/>
                  <a:pt x="4480" y="1011"/>
                  <a:pt x="4435" y="1029"/>
                </a:cubicBezTo>
                <a:cubicBezTo>
                  <a:pt x="4391" y="1047"/>
                  <a:pt x="4344" y="1064"/>
                  <a:pt x="4294" y="1081"/>
                </a:cubicBezTo>
                <a:cubicBezTo>
                  <a:pt x="4243" y="1097"/>
                  <a:pt x="4190" y="1113"/>
                  <a:pt x="4134" y="1129"/>
                </a:cubicBezTo>
                <a:cubicBezTo>
                  <a:pt x="4078" y="1144"/>
                  <a:pt x="4019" y="1158"/>
                  <a:pt x="3958" y="1172"/>
                </a:cubicBezTo>
                <a:cubicBezTo>
                  <a:pt x="3896" y="1186"/>
                  <a:pt x="3833" y="1199"/>
                  <a:pt x="3767" y="1211"/>
                </a:cubicBezTo>
                <a:cubicBezTo>
                  <a:pt x="3701" y="1223"/>
                  <a:pt x="3633" y="1234"/>
                  <a:pt x="3563" y="1244"/>
                </a:cubicBezTo>
                <a:cubicBezTo>
                  <a:pt x="3493" y="1254"/>
                  <a:pt x="3421" y="1264"/>
                  <a:pt x="3348" y="1272"/>
                </a:cubicBezTo>
                <a:cubicBezTo>
                  <a:pt x="3275" y="1280"/>
                  <a:pt x="3200" y="1287"/>
                  <a:pt x="3124" y="1294"/>
                </a:cubicBezTo>
                <a:cubicBezTo>
                  <a:pt x="3049" y="1300"/>
                  <a:pt x="2972" y="1305"/>
                  <a:pt x="2894" y="1309"/>
                </a:cubicBezTo>
                <a:cubicBezTo>
                  <a:pt x="2816" y="1314"/>
                  <a:pt x="2738" y="1317"/>
                  <a:pt x="2659" y="1319"/>
                </a:cubicBezTo>
                <a:cubicBezTo>
                  <a:pt x="2580" y="1321"/>
                  <a:pt x="2501" y="1322"/>
                  <a:pt x="2421" y="1322"/>
                </a:cubicBezTo>
                <a:cubicBezTo>
                  <a:pt x="2342" y="1322"/>
                  <a:pt x="2263" y="1321"/>
                  <a:pt x="2184" y="1319"/>
                </a:cubicBezTo>
                <a:cubicBezTo>
                  <a:pt x="2105" y="1317"/>
                  <a:pt x="2027" y="1314"/>
                  <a:pt x="1949" y="1309"/>
                </a:cubicBezTo>
                <a:cubicBezTo>
                  <a:pt x="1871" y="1305"/>
                  <a:pt x="1794" y="1300"/>
                  <a:pt x="1718" y="1294"/>
                </a:cubicBezTo>
                <a:cubicBezTo>
                  <a:pt x="1642" y="1287"/>
                  <a:pt x="1568" y="1280"/>
                  <a:pt x="1495" y="1272"/>
                </a:cubicBezTo>
                <a:cubicBezTo>
                  <a:pt x="1421" y="1264"/>
                  <a:pt x="1350" y="1254"/>
                  <a:pt x="1280" y="1244"/>
                </a:cubicBezTo>
                <a:cubicBezTo>
                  <a:pt x="1210" y="1234"/>
                  <a:pt x="1142" y="1223"/>
                  <a:pt x="1076" y="1211"/>
                </a:cubicBezTo>
                <a:cubicBezTo>
                  <a:pt x="1010" y="1199"/>
                  <a:pt x="946" y="1186"/>
                  <a:pt x="885" y="1172"/>
                </a:cubicBezTo>
                <a:cubicBezTo>
                  <a:pt x="824" y="1158"/>
                  <a:pt x="765" y="1144"/>
                  <a:pt x="709" y="1129"/>
                </a:cubicBezTo>
                <a:cubicBezTo>
                  <a:pt x="653" y="1113"/>
                  <a:pt x="600" y="1097"/>
                  <a:pt x="549" y="1081"/>
                </a:cubicBezTo>
                <a:cubicBezTo>
                  <a:pt x="499" y="1064"/>
                  <a:pt x="452" y="1047"/>
                  <a:pt x="408" y="1029"/>
                </a:cubicBezTo>
                <a:cubicBezTo>
                  <a:pt x="364" y="1011"/>
                  <a:pt x="323" y="992"/>
                  <a:pt x="286" y="973"/>
                </a:cubicBezTo>
                <a:cubicBezTo>
                  <a:pt x="248" y="953"/>
                  <a:pt x="214" y="933"/>
                  <a:pt x="184" y="913"/>
                </a:cubicBezTo>
                <a:cubicBezTo>
                  <a:pt x="154" y="893"/>
                  <a:pt x="127" y="873"/>
                  <a:pt x="104" y="852"/>
                </a:cubicBezTo>
                <a:cubicBezTo>
                  <a:pt x="81" y="832"/>
                  <a:pt x="62" y="811"/>
                  <a:pt x="46" y="789"/>
                </a:cubicBezTo>
                <a:cubicBezTo>
                  <a:pt x="31" y="768"/>
                  <a:pt x="19" y="747"/>
                  <a:pt x="11" y="725"/>
                </a:cubicBezTo>
                <a:cubicBezTo>
                  <a:pt x="3" y="704"/>
                  <a:pt x="0" y="682"/>
                  <a:pt x="0" y="661"/>
                </a:cubicBezTo>
                <a:cubicBezTo>
                  <a:pt x="0" y="639"/>
                  <a:pt x="3" y="617"/>
                  <a:pt x="11" y="596"/>
                </a:cubicBezTo>
                <a:cubicBezTo>
                  <a:pt x="19" y="574"/>
                  <a:pt x="31" y="553"/>
                  <a:pt x="46" y="532"/>
                </a:cubicBezTo>
                <a:cubicBezTo>
                  <a:pt x="62" y="511"/>
                  <a:pt x="81" y="490"/>
                  <a:pt x="104" y="469"/>
                </a:cubicBezTo>
                <a:cubicBezTo>
                  <a:pt x="127" y="448"/>
                  <a:pt x="154" y="428"/>
                  <a:pt x="184" y="408"/>
                </a:cubicBezTo>
                <a:cubicBezTo>
                  <a:pt x="214" y="388"/>
                  <a:pt x="248" y="368"/>
                  <a:pt x="286" y="349"/>
                </a:cubicBezTo>
                <a:cubicBezTo>
                  <a:pt x="323" y="330"/>
                  <a:pt x="364" y="312"/>
                  <a:pt x="408" y="294"/>
                </a:cubicBezTo>
                <a:cubicBezTo>
                  <a:pt x="452" y="276"/>
                  <a:pt x="499" y="258"/>
                  <a:pt x="549" y="242"/>
                </a:cubicBezTo>
                <a:cubicBezTo>
                  <a:pt x="600" y="225"/>
                  <a:pt x="653" y="209"/>
                  <a:pt x="709" y="194"/>
                </a:cubicBezTo>
                <a:cubicBezTo>
                  <a:pt x="765" y="178"/>
                  <a:pt x="824" y="164"/>
                  <a:pt x="885" y="150"/>
                </a:cubicBezTo>
                <a:cubicBezTo>
                  <a:pt x="946" y="136"/>
                  <a:pt x="1010" y="123"/>
                  <a:pt x="1076" y="111"/>
                </a:cubicBezTo>
                <a:cubicBezTo>
                  <a:pt x="1142" y="99"/>
                  <a:pt x="1210" y="88"/>
                  <a:pt x="1280" y="78"/>
                </a:cubicBezTo>
                <a:cubicBezTo>
                  <a:pt x="1350" y="68"/>
                  <a:pt x="1421" y="59"/>
                  <a:pt x="1495" y="50"/>
                </a:cubicBezTo>
                <a:cubicBezTo>
                  <a:pt x="1568" y="42"/>
                  <a:pt x="1642" y="35"/>
                  <a:pt x="1718" y="29"/>
                </a:cubicBezTo>
                <a:cubicBezTo>
                  <a:pt x="1794" y="22"/>
                  <a:pt x="1871" y="17"/>
                  <a:pt x="1949" y="13"/>
                </a:cubicBezTo>
                <a:cubicBezTo>
                  <a:pt x="2027" y="9"/>
                  <a:pt x="2105" y="5"/>
                  <a:pt x="2184" y="3"/>
                </a:cubicBezTo>
                <a:cubicBezTo>
                  <a:pt x="2263" y="1"/>
                  <a:pt x="2342" y="0"/>
                  <a:pt x="2421" y="0"/>
                </a:cubicBezTo>
                <a:cubicBezTo>
                  <a:pt x="2501" y="0"/>
                  <a:pt x="2580" y="1"/>
                  <a:pt x="2659" y="3"/>
                </a:cubicBezTo>
                <a:cubicBezTo>
                  <a:pt x="2738" y="5"/>
                  <a:pt x="2816" y="9"/>
                  <a:pt x="2894" y="13"/>
                </a:cubicBezTo>
                <a:cubicBezTo>
                  <a:pt x="2972" y="17"/>
                  <a:pt x="3049" y="22"/>
                  <a:pt x="3124" y="29"/>
                </a:cubicBezTo>
                <a:cubicBezTo>
                  <a:pt x="3200" y="35"/>
                  <a:pt x="3275" y="42"/>
                  <a:pt x="3348" y="50"/>
                </a:cubicBezTo>
                <a:cubicBezTo>
                  <a:pt x="3421" y="59"/>
                  <a:pt x="3493" y="68"/>
                  <a:pt x="3563" y="78"/>
                </a:cubicBezTo>
                <a:cubicBezTo>
                  <a:pt x="3633" y="88"/>
                  <a:pt x="3701" y="99"/>
                  <a:pt x="3767" y="111"/>
                </a:cubicBezTo>
                <a:cubicBezTo>
                  <a:pt x="3833" y="123"/>
                  <a:pt x="3896" y="136"/>
                  <a:pt x="3958" y="150"/>
                </a:cubicBezTo>
                <a:cubicBezTo>
                  <a:pt x="4019" y="164"/>
                  <a:pt x="4078" y="178"/>
                  <a:pt x="4134" y="194"/>
                </a:cubicBezTo>
                <a:cubicBezTo>
                  <a:pt x="4190" y="209"/>
                  <a:pt x="4243" y="225"/>
                  <a:pt x="4293" y="242"/>
                </a:cubicBezTo>
                <a:cubicBezTo>
                  <a:pt x="4344" y="258"/>
                  <a:pt x="4391" y="276"/>
                  <a:pt x="4435" y="294"/>
                </a:cubicBezTo>
                <a:cubicBezTo>
                  <a:pt x="4480" y="312"/>
                  <a:pt x="4521" y="330"/>
                  <a:pt x="4558" y="349"/>
                </a:cubicBezTo>
                <a:cubicBezTo>
                  <a:pt x="4596" y="368"/>
                  <a:pt x="4630" y="388"/>
                  <a:pt x="4660" y="408"/>
                </a:cubicBezTo>
                <a:cubicBezTo>
                  <a:pt x="4690" y="428"/>
                  <a:pt x="4717" y="448"/>
                  <a:pt x="4740" y="469"/>
                </a:cubicBezTo>
                <a:cubicBezTo>
                  <a:pt x="4763" y="490"/>
                  <a:pt x="4782" y="511"/>
                  <a:pt x="4798" y="532"/>
                </a:cubicBezTo>
                <a:cubicBezTo>
                  <a:pt x="4813" y="553"/>
                  <a:pt x="4825" y="574"/>
                  <a:pt x="4833" y="596"/>
                </a:cubicBezTo>
                <a:cubicBezTo>
                  <a:pt x="4840" y="617"/>
                  <a:pt x="4844" y="639"/>
                  <a:pt x="4844" y="661"/>
                </a:cubicBez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6233760" y="2745000"/>
            <a:ext cx="1743840" cy="475920"/>
          </a:xfrm>
          <a:custGeom>
            <a:avLst/>
            <a:gdLst/>
            <a:ahLst/>
            <a:rect l="0" t="0" r="r" b="b"/>
            <a:pathLst>
              <a:path w="4844" h="1322">
                <a:moveTo>
                  <a:pt x="4844" y="661"/>
                </a:moveTo>
                <a:cubicBezTo>
                  <a:pt x="4844" y="682"/>
                  <a:pt x="4840" y="704"/>
                  <a:pt x="4833" y="725"/>
                </a:cubicBezTo>
                <a:cubicBezTo>
                  <a:pt x="4825" y="747"/>
                  <a:pt x="4813" y="768"/>
                  <a:pt x="4798" y="789"/>
                </a:cubicBezTo>
                <a:cubicBezTo>
                  <a:pt x="4782" y="811"/>
                  <a:pt x="4763" y="832"/>
                  <a:pt x="4740" y="852"/>
                </a:cubicBezTo>
                <a:cubicBezTo>
                  <a:pt x="4717" y="873"/>
                  <a:pt x="4690" y="893"/>
                  <a:pt x="4660" y="913"/>
                </a:cubicBezTo>
                <a:cubicBezTo>
                  <a:pt x="4630" y="933"/>
                  <a:pt x="4596" y="953"/>
                  <a:pt x="4558" y="973"/>
                </a:cubicBezTo>
                <a:cubicBezTo>
                  <a:pt x="4521" y="992"/>
                  <a:pt x="4480" y="1011"/>
                  <a:pt x="4435" y="1029"/>
                </a:cubicBezTo>
                <a:cubicBezTo>
                  <a:pt x="4391" y="1047"/>
                  <a:pt x="4344" y="1064"/>
                  <a:pt x="4294" y="1081"/>
                </a:cubicBezTo>
                <a:cubicBezTo>
                  <a:pt x="4243" y="1097"/>
                  <a:pt x="4190" y="1113"/>
                  <a:pt x="4134" y="1129"/>
                </a:cubicBezTo>
                <a:cubicBezTo>
                  <a:pt x="4078" y="1144"/>
                  <a:pt x="4019" y="1158"/>
                  <a:pt x="3958" y="1172"/>
                </a:cubicBezTo>
                <a:cubicBezTo>
                  <a:pt x="3896" y="1186"/>
                  <a:pt x="3833" y="1199"/>
                  <a:pt x="3767" y="1211"/>
                </a:cubicBezTo>
                <a:cubicBezTo>
                  <a:pt x="3701" y="1223"/>
                  <a:pt x="3633" y="1234"/>
                  <a:pt x="3563" y="1244"/>
                </a:cubicBezTo>
                <a:cubicBezTo>
                  <a:pt x="3493" y="1254"/>
                  <a:pt x="3421" y="1264"/>
                  <a:pt x="3348" y="1272"/>
                </a:cubicBezTo>
                <a:cubicBezTo>
                  <a:pt x="3275" y="1280"/>
                  <a:pt x="3200" y="1287"/>
                  <a:pt x="3124" y="1294"/>
                </a:cubicBezTo>
                <a:cubicBezTo>
                  <a:pt x="3049" y="1300"/>
                  <a:pt x="2972" y="1305"/>
                  <a:pt x="2894" y="1309"/>
                </a:cubicBezTo>
                <a:cubicBezTo>
                  <a:pt x="2816" y="1314"/>
                  <a:pt x="2738" y="1317"/>
                  <a:pt x="2659" y="1319"/>
                </a:cubicBezTo>
                <a:cubicBezTo>
                  <a:pt x="2580" y="1321"/>
                  <a:pt x="2501" y="1322"/>
                  <a:pt x="2421" y="1322"/>
                </a:cubicBezTo>
                <a:cubicBezTo>
                  <a:pt x="2342" y="1322"/>
                  <a:pt x="2263" y="1321"/>
                  <a:pt x="2184" y="1319"/>
                </a:cubicBezTo>
                <a:cubicBezTo>
                  <a:pt x="2105" y="1317"/>
                  <a:pt x="2027" y="1314"/>
                  <a:pt x="1949" y="1309"/>
                </a:cubicBezTo>
                <a:cubicBezTo>
                  <a:pt x="1871" y="1305"/>
                  <a:pt x="1794" y="1300"/>
                  <a:pt x="1718" y="1294"/>
                </a:cubicBezTo>
                <a:cubicBezTo>
                  <a:pt x="1642" y="1287"/>
                  <a:pt x="1568" y="1280"/>
                  <a:pt x="1495" y="1272"/>
                </a:cubicBezTo>
                <a:cubicBezTo>
                  <a:pt x="1421" y="1264"/>
                  <a:pt x="1350" y="1254"/>
                  <a:pt x="1280" y="1244"/>
                </a:cubicBezTo>
                <a:cubicBezTo>
                  <a:pt x="1210" y="1234"/>
                  <a:pt x="1142" y="1223"/>
                  <a:pt x="1076" y="1211"/>
                </a:cubicBezTo>
                <a:cubicBezTo>
                  <a:pt x="1010" y="1199"/>
                  <a:pt x="946" y="1186"/>
                  <a:pt x="885" y="1172"/>
                </a:cubicBezTo>
                <a:cubicBezTo>
                  <a:pt x="824" y="1158"/>
                  <a:pt x="765" y="1144"/>
                  <a:pt x="709" y="1129"/>
                </a:cubicBezTo>
                <a:cubicBezTo>
                  <a:pt x="653" y="1113"/>
                  <a:pt x="600" y="1097"/>
                  <a:pt x="549" y="1081"/>
                </a:cubicBezTo>
                <a:cubicBezTo>
                  <a:pt x="499" y="1064"/>
                  <a:pt x="452" y="1047"/>
                  <a:pt x="408" y="1029"/>
                </a:cubicBezTo>
                <a:cubicBezTo>
                  <a:pt x="364" y="1011"/>
                  <a:pt x="323" y="992"/>
                  <a:pt x="286" y="973"/>
                </a:cubicBezTo>
                <a:cubicBezTo>
                  <a:pt x="248" y="953"/>
                  <a:pt x="214" y="933"/>
                  <a:pt x="184" y="913"/>
                </a:cubicBezTo>
                <a:cubicBezTo>
                  <a:pt x="154" y="893"/>
                  <a:pt x="127" y="873"/>
                  <a:pt x="104" y="852"/>
                </a:cubicBezTo>
                <a:cubicBezTo>
                  <a:pt x="81" y="832"/>
                  <a:pt x="62" y="811"/>
                  <a:pt x="46" y="789"/>
                </a:cubicBezTo>
                <a:cubicBezTo>
                  <a:pt x="31" y="768"/>
                  <a:pt x="19" y="747"/>
                  <a:pt x="11" y="725"/>
                </a:cubicBezTo>
                <a:cubicBezTo>
                  <a:pt x="3" y="704"/>
                  <a:pt x="0" y="682"/>
                  <a:pt x="0" y="661"/>
                </a:cubicBezTo>
                <a:cubicBezTo>
                  <a:pt x="0" y="639"/>
                  <a:pt x="3" y="617"/>
                  <a:pt x="11" y="596"/>
                </a:cubicBezTo>
                <a:cubicBezTo>
                  <a:pt x="19" y="574"/>
                  <a:pt x="31" y="553"/>
                  <a:pt x="46" y="532"/>
                </a:cubicBezTo>
                <a:cubicBezTo>
                  <a:pt x="62" y="511"/>
                  <a:pt x="81" y="490"/>
                  <a:pt x="104" y="469"/>
                </a:cubicBezTo>
                <a:cubicBezTo>
                  <a:pt x="127" y="448"/>
                  <a:pt x="154" y="428"/>
                  <a:pt x="184" y="408"/>
                </a:cubicBezTo>
                <a:cubicBezTo>
                  <a:pt x="214" y="388"/>
                  <a:pt x="248" y="368"/>
                  <a:pt x="286" y="349"/>
                </a:cubicBezTo>
                <a:cubicBezTo>
                  <a:pt x="323" y="330"/>
                  <a:pt x="364" y="312"/>
                  <a:pt x="408" y="294"/>
                </a:cubicBezTo>
                <a:cubicBezTo>
                  <a:pt x="452" y="276"/>
                  <a:pt x="499" y="258"/>
                  <a:pt x="549" y="242"/>
                </a:cubicBezTo>
                <a:cubicBezTo>
                  <a:pt x="600" y="225"/>
                  <a:pt x="653" y="209"/>
                  <a:pt x="709" y="194"/>
                </a:cubicBezTo>
                <a:cubicBezTo>
                  <a:pt x="765" y="178"/>
                  <a:pt x="824" y="164"/>
                  <a:pt x="885" y="150"/>
                </a:cubicBezTo>
                <a:cubicBezTo>
                  <a:pt x="946" y="136"/>
                  <a:pt x="1010" y="123"/>
                  <a:pt x="1076" y="111"/>
                </a:cubicBezTo>
                <a:cubicBezTo>
                  <a:pt x="1142" y="99"/>
                  <a:pt x="1210" y="88"/>
                  <a:pt x="1280" y="78"/>
                </a:cubicBezTo>
                <a:cubicBezTo>
                  <a:pt x="1350" y="68"/>
                  <a:pt x="1421" y="59"/>
                  <a:pt x="1495" y="50"/>
                </a:cubicBezTo>
                <a:cubicBezTo>
                  <a:pt x="1568" y="42"/>
                  <a:pt x="1642" y="35"/>
                  <a:pt x="1718" y="29"/>
                </a:cubicBezTo>
                <a:cubicBezTo>
                  <a:pt x="1794" y="22"/>
                  <a:pt x="1871" y="17"/>
                  <a:pt x="1949" y="13"/>
                </a:cubicBezTo>
                <a:cubicBezTo>
                  <a:pt x="2027" y="9"/>
                  <a:pt x="2105" y="5"/>
                  <a:pt x="2184" y="3"/>
                </a:cubicBezTo>
                <a:cubicBezTo>
                  <a:pt x="2263" y="1"/>
                  <a:pt x="2342" y="0"/>
                  <a:pt x="2421" y="0"/>
                </a:cubicBezTo>
                <a:cubicBezTo>
                  <a:pt x="2501" y="0"/>
                  <a:pt x="2580" y="1"/>
                  <a:pt x="2659" y="3"/>
                </a:cubicBezTo>
                <a:cubicBezTo>
                  <a:pt x="2738" y="5"/>
                  <a:pt x="2816" y="9"/>
                  <a:pt x="2894" y="13"/>
                </a:cubicBezTo>
                <a:cubicBezTo>
                  <a:pt x="2972" y="17"/>
                  <a:pt x="3049" y="22"/>
                  <a:pt x="3124" y="29"/>
                </a:cubicBezTo>
                <a:cubicBezTo>
                  <a:pt x="3200" y="35"/>
                  <a:pt x="3275" y="42"/>
                  <a:pt x="3348" y="50"/>
                </a:cubicBezTo>
                <a:cubicBezTo>
                  <a:pt x="3421" y="59"/>
                  <a:pt x="3493" y="68"/>
                  <a:pt x="3563" y="78"/>
                </a:cubicBezTo>
                <a:cubicBezTo>
                  <a:pt x="3633" y="88"/>
                  <a:pt x="3701" y="99"/>
                  <a:pt x="3767" y="111"/>
                </a:cubicBezTo>
                <a:cubicBezTo>
                  <a:pt x="3833" y="123"/>
                  <a:pt x="3896" y="136"/>
                  <a:pt x="3958" y="150"/>
                </a:cubicBezTo>
                <a:cubicBezTo>
                  <a:pt x="4019" y="164"/>
                  <a:pt x="4078" y="178"/>
                  <a:pt x="4134" y="194"/>
                </a:cubicBezTo>
                <a:cubicBezTo>
                  <a:pt x="4190" y="209"/>
                  <a:pt x="4243" y="225"/>
                  <a:pt x="4293" y="242"/>
                </a:cubicBezTo>
                <a:cubicBezTo>
                  <a:pt x="4344" y="258"/>
                  <a:pt x="4391" y="276"/>
                  <a:pt x="4435" y="294"/>
                </a:cubicBezTo>
                <a:cubicBezTo>
                  <a:pt x="4480" y="312"/>
                  <a:pt x="4521" y="330"/>
                  <a:pt x="4558" y="349"/>
                </a:cubicBezTo>
                <a:cubicBezTo>
                  <a:pt x="4596" y="368"/>
                  <a:pt x="4630" y="388"/>
                  <a:pt x="4660" y="408"/>
                </a:cubicBezTo>
                <a:cubicBezTo>
                  <a:pt x="4690" y="428"/>
                  <a:pt x="4717" y="448"/>
                  <a:pt x="4740" y="469"/>
                </a:cubicBezTo>
                <a:cubicBezTo>
                  <a:pt x="4763" y="490"/>
                  <a:pt x="4782" y="511"/>
                  <a:pt x="4798" y="532"/>
                </a:cubicBezTo>
                <a:cubicBezTo>
                  <a:pt x="4813" y="553"/>
                  <a:pt x="4825" y="574"/>
                  <a:pt x="4833" y="596"/>
                </a:cubicBezTo>
                <a:cubicBezTo>
                  <a:pt x="4840" y="617"/>
                  <a:pt x="4844" y="639"/>
                  <a:pt x="4844" y="661"/>
                </a:cubicBezTo>
                <a:close/>
              </a:path>
            </a:pathLst>
          </a:custGeom>
          <a:noFill/>
          <a:ln w="23760">
            <a:solidFill>
              <a:srgbClr val="BE29EC"/>
            </a:solidFill>
            <a:miter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6912360" y="2219760"/>
            <a:ext cx="478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START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7105320" y="3220560"/>
            <a:ext cx="0" cy="237960"/>
          </a:xfrm>
          <a:prstGeom prst="line">
            <a:avLst/>
          </a:prstGeom>
          <a:ln w="2376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7034040" y="3330000"/>
            <a:ext cx="143280" cy="142920"/>
          </a:xfrm>
          <a:custGeom>
            <a:avLst/>
            <a:gdLst/>
            <a:ahLst/>
            <a:rect l="0" t="0" r="r" b="b"/>
            <a:pathLst>
              <a:path w="398" h="397">
                <a:moveTo>
                  <a:pt x="398" y="0"/>
                </a:moveTo>
                <a:lnTo>
                  <a:pt x="199" y="397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5353920" y="3054240"/>
            <a:ext cx="959400" cy="1839240"/>
          </a:xfrm>
          <a:custGeom>
            <a:avLst/>
            <a:gdLst/>
            <a:ahLst/>
            <a:rect l="0" t="0" r="r" b="b"/>
            <a:pathLst>
              <a:path w="2665" h="5109">
                <a:moveTo>
                  <a:pt x="2665" y="44"/>
                </a:moveTo>
                <a:lnTo>
                  <a:pt x="2489" y="44"/>
                </a:lnTo>
                <a:lnTo>
                  <a:pt x="2489" y="0"/>
                </a:lnTo>
                <a:lnTo>
                  <a:pt x="2665" y="0"/>
                </a:lnTo>
                <a:lnTo>
                  <a:pt x="2665" y="44"/>
                </a:lnTo>
                <a:moveTo>
                  <a:pt x="2356" y="44"/>
                </a:moveTo>
                <a:lnTo>
                  <a:pt x="2179" y="44"/>
                </a:lnTo>
                <a:lnTo>
                  <a:pt x="2179" y="0"/>
                </a:lnTo>
                <a:lnTo>
                  <a:pt x="2356" y="0"/>
                </a:lnTo>
                <a:lnTo>
                  <a:pt x="2356" y="44"/>
                </a:lnTo>
                <a:moveTo>
                  <a:pt x="2047" y="44"/>
                </a:moveTo>
                <a:lnTo>
                  <a:pt x="1871" y="44"/>
                </a:lnTo>
                <a:lnTo>
                  <a:pt x="1871" y="0"/>
                </a:lnTo>
                <a:lnTo>
                  <a:pt x="2047" y="0"/>
                </a:lnTo>
                <a:lnTo>
                  <a:pt x="2047" y="44"/>
                </a:lnTo>
                <a:moveTo>
                  <a:pt x="1739" y="44"/>
                </a:moveTo>
                <a:lnTo>
                  <a:pt x="1563" y="44"/>
                </a:lnTo>
                <a:lnTo>
                  <a:pt x="1563" y="0"/>
                </a:lnTo>
                <a:lnTo>
                  <a:pt x="1739" y="0"/>
                </a:lnTo>
                <a:lnTo>
                  <a:pt x="1739" y="44"/>
                </a:lnTo>
                <a:moveTo>
                  <a:pt x="1431" y="44"/>
                </a:moveTo>
                <a:lnTo>
                  <a:pt x="1255" y="44"/>
                </a:lnTo>
                <a:lnTo>
                  <a:pt x="1255" y="0"/>
                </a:lnTo>
                <a:lnTo>
                  <a:pt x="1431" y="0"/>
                </a:lnTo>
                <a:lnTo>
                  <a:pt x="1431" y="44"/>
                </a:lnTo>
                <a:moveTo>
                  <a:pt x="1123" y="44"/>
                </a:moveTo>
                <a:lnTo>
                  <a:pt x="946" y="44"/>
                </a:lnTo>
                <a:lnTo>
                  <a:pt x="946" y="0"/>
                </a:lnTo>
                <a:lnTo>
                  <a:pt x="1123" y="0"/>
                </a:lnTo>
                <a:lnTo>
                  <a:pt x="1123" y="44"/>
                </a:lnTo>
                <a:moveTo>
                  <a:pt x="814" y="44"/>
                </a:moveTo>
                <a:lnTo>
                  <a:pt x="638" y="44"/>
                </a:lnTo>
                <a:lnTo>
                  <a:pt x="638" y="0"/>
                </a:lnTo>
                <a:lnTo>
                  <a:pt x="814" y="0"/>
                </a:lnTo>
                <a:lnTo>
                  <a:pt x="814" y="44"/>
                </a:lnTo>
                <a:moveTo>
                  <a:pt x="506" y="44"/>
                </a:moveTo>
                <a:lnTo>
                  <a:pt x="330" y="44"/>
                </a:lnTo>
                <a:lnTo>
                  <a:pt x="330" y="0"/>
                </a:lnTo>
                <a:lnTo>
                  <a:pt x="506" y="0"/>
                </a:lnTo>
                <a:lnTo>
                  <a:pt x="506" y="44"/>
                </a:lnTo>
                <a:moveTo>
                  <a:pt x="198" y="44"/>
                </a:moveTo>
                <a:lnTo>
                  <a:pt x="22" y="44"/>
                </a:lnTo>
                <a:lnTo>
                  <a:pt x="22" y="0"/>
                </a:lnTo>
                <a:lnTo>
                  <a:pt x="198" y="0"/>
                </a:lnTo>
                <a:lnTo>
                  <a:pt x="198" y="44"/>
                </a:lnTo>
                <a:moveTo>
                  <a:pt x="44" y="154"/>
                </a:moveTo>
                <a:lnTo>
                  <a:pt x="44" y="330"/>
                </a:lnTo>
                <a:lnTo>
                  <a:pt x="0" y="330"/>
                </a:lnTo>
                <a:lnTo>
                  <a:pt x="0" y="154"/>
                </a:lnTo>
                <a:lnTo>
                  <a:pt x="44" y="154"/>
                </a:lnTo>
                <a:moveTo>
                  <a:pt x="44" y="462"/>
                </a:moveTo>
                <a:lnTo>
                  <a:pt x="44" y="638"/>
                </a:lnTo>
                <a:lnTo>
                  <a:pt x="0" y="638"/>
                </a:lnTo>
                <a:lnTo>
                  <a:pt x="0" y="462"/>
                </a:lnTo>
                <a:lnTo>
                  <a:pt x="44" y="462"/>
                </a:lnTo>
                <a:moveTo>
                  <a:pt x="44" y="770"/>
                </a:moveTo>
                <a:lnTo>
                  <a:pt x="44" y="946"/>
                </a:lnTo>
                <a:lnTo>
                  <a:pt x="0" y="946"/>
                </a:lnTo>
                <a:lnTo>
                  <a:pt x="0" y="770"/>
                </a:lnTo>
                <a:lnTo>
                  <a:pt x="44" y="770"/>
                </a:lnTo>
                <a:moveTo>
                  <a:pt x="44" y="1079"/>
                </a:moveTo>
                <a:lnTo>
                  <a:pt x="44" y="1255"/>
                </a:lnTo>
                <a:lnTo>
                  <a:pt x="0" y="1255"/>
                </a:lnTo>
                <a:lnTo>
                  <a:pt x="0" y="1079"/>
                </a:lnTo>
                <a:lnTo>
                  <a:pt x="44" y="1079"/>
                </a:lnTo>
                <a:moveTo>
                  <a:pt x="44" y="1387"/>
                </a:moveTo>
                <a:lnTo>
                  <a:pt x="44" y="1563"/>
                </a:lnTo>
                <a:lnTo>
                  <a:pt x="0" y="1563"/>
                </a:lnTo>
                <a:lnTo>
                  <a:pt x="0" y="1387"/>
                </a:lnTo>
                <a:lnTo>
                  <a:pt x="44" y="1387"/>
                </a:lnTo>
                <a:moveTo>
                  <a:pt x="44" y="1695"/>
                </a:moveTo>
                <a:lnTo>
                  <a:pt x="44" y="1871"/>
                </a:lnTo>
                <a:lnTo>
                  <a:pt x="0" y="1871"/>
                </a:lnTo>
                <a:lnTo>
                  <a:pt x="0" y="1695"/>
                </a:lnTo>
                <a:lnTo>
                  <a:pt x="44" y="1695"/>
                </a:lnTo>
                <a:moveTo>
                  <a:pt x="44" y="2003"/>
                </a:moveTo>
                <a:lnTo>
                  <a:pt x="44" y="2179"/>
                </a:lnTo>
                <a:lnTo>
                  <a:pt x="0" y="2179"/>
                </a:lnTo>
                <a:lnTo>
                  <a:pt x="0" y="2003"/>
                </a:lnTo>
                <a:lnTo>
                  <a:pt x="44" y="2003"/>
                </a:lnTo>
                <a:moveTo>
                  <a:pt x="44" y="2311"/>
                </a:moveTo>
                <a:lnTo>
                  <a:pt x="44" y="2488"/>
                </a:lnTo>
                <a:lnTo>
                  <a:pt x="0" y="2488"/>
                </a:lnTo>
                <a:lnTo>
                  <a:pt x="0" y="2311"/>
                </a:lnTo>
                <a:lnTo>
                  <a:pt x="44" y="2311"/>
                </a:lnTo>
                <a:moveTo>
                  <a:pt x="44" y="2620"/>
                </a:moveTo>
                <a:lnTo>
                  <a:pt x="44" y="2796"/>
                </a:lnTo>
                <a:lnTo>
                  <a:pt x="0" y="2796"/>
                </a:lnTo>
                <a:lnTo>
                  <a:pt x="0" y="2620"/>
                </a:lnTo>
                <a:lnTo>
                  <a:pt x="44" y="2620"/>
                </a:lnTo>
                <a:moveTo>
                  <a:pt x="44" y="2928"/>
                </a:moveTo>
                <a:lnTo>
                  <a:pt x="44" y="3104"/>
                </a:lnTo>
                <a:lnTo>
                  <a:pt x="0" y="3104"/>
                </a:lnTo>
                <a:lnTo>
                  <a:pt x="0" y="2928"/>
                </a:lnTo>
                <a:lnTo>
                  <a:pt x="44" y="2928"/>
                </a:lnTo>
                <a:moveTo>
                  <a:pt x="44" y="3236"/>
                </a:moveTo>
                <a:lnTo>
                  <a:pt x="44" y="3412"/>
                </a:lnTo>
                <a:lnTo>
                  <a:pt x="0" y="3412"/>
                </a:lnTo>
                <a:lnTo>
                  <a:pt x="0" y="3236"/>
                </a:lnTo>
                <a:lnTo>
                  <a:pt x="44" y="3236"/>
                </a:lnTo>
                <a:moveTo>
                  <a:pt x="44" y="3544"/>
                </a:moveTo>
                <a:lnTo>
                  <a:pt x="44" y="3721"/>
                </a:lnTo>
                <a:lnTo>
                  <a:pt x="0" y="3721"/>
                </a:lnTo>
                <a:lnTo>
                  <a:pt x="0" y="3544"/>
                </a:lnTo>
                <a:lnTo>
                  <a:pt x="44" y="3544"/>
                </a:lnTo>
                <a:moveTo>
                  <a:pt x="44" y="3853"/>
                </a:moveTo>
                <a:lnTo>
                  <a:pt x="44" y="4029"/>
                </a:lnTo>
                <a:lnTo>
                  <a:pt x="0" y="4029"/>
                </a:lnTo>
                <a:lnTo>
                  <a:pt x="0" y="3853"/>
                </a:lnTo>
                <a:lnTo>
                  <a:pt x="44" y="3853"/>
                </a:lnTo>
                <a:moveTo>
                  <a:pt x="44" y="4161"/>
                </a:moveTo>
                <a:lnTo>
                  <a:pt x="44" y="4338"/>
                </a:lnTo>
                <a:lnTo>
                  <a:pt x="0" y="4338"/>
                </a:lnTo>
                <a:lnTo>
                  <a:pt x="0" y="4161"/>
                </a:lnTo>
                <a:lnTo>
                  <a:pt x="44" y="4161"/>
                </a:lnTo>
                <a:moveTo>
                  <a:pt x="44" y="4470"/>
                </a:moveTo>
                <a:lnTo>
                  <a:pt x="44" y="4646"/>
                </a:lnTo>
                <a:lnTo>
                  <a:pt x="0" y="4646"/>
                </a:lnTo>
                <a:lnTo>
                  <a:pt x="0" y="4470"/>
                </a:lnTo>
                <a:lnTo>
                  <a:pt x="44" y="4470"/>
                </a:lnTo>
                <a:moveTo>
                  <a:pt x="44" y="4778"/>
                </a:moveTo>
                <a:lnTo>
                  <a:pt x="44" y="4954"/>
                </a:lnTo>
                <a:lnTo>
                  <a:pt x="0" y="4954"/>
                </a:lnTo>
                <a:lnTo>
                  <a:pt x="0" y="4778"/>
                </a:lnTo>
                <a:lnTo>
                  <a:pt x="44" y="4778"/>
                </a:lnTo>
                <a:moveTo>
                  <a:pt x="22" y="5065"/>
                </a:moveTo>
                <a:lnTo>
                  <a:pt x="198" y="5065"/>
                </a:lnTo>
                <a:lnTo>
                  <a:pt x="198" y="5109"/>
                </a:lnTo>
                <a:lnTo>
                  <a:pt x="22" y="5109"/>
                </a:lnTo>
                <a:lnTo>
                  <a:pt x="22" y="5065"/>
                </a:lnTo>
                <a:moveTo>
                  <a:pt x="330" y="5065"/>
                </a:moveTo>
                <a:lnTo>
                  <a:pt x="506" y="5065"/>
                </a:lnTo>
                <a:lnTo>
                  <a:pt x="506" y="5109"/>
                </a:lnTo>
                <a:lnTo>
                  <a:pt x="330" y="5109"/>
                </a:lnTo>
                <a:lnTo>
                  <a:pt x="330" y="5065"/>
                </a:lnTo>
                <a:moveTo>
                  <a:pt x="638" y="5065"/>
                </a:moveTo>
                <a:lnTo>
                  <a:pt x="814" y="5065"/>
                </a:lnTo>
                <a:lnTo>
                  <a:pt x="814" y="5109"/>
                </a:lnTo>
                <a:lnTo>
                  <a:pt x="638" y="5109"/>
                </a:lnTo>
                <a:lnTo>
                  <a:pt x="638" y="5065"/>
                </a:lnTo>
                <a:moveTo>
                  <a:pt x="946" y="5065"/>
                </a:moveTo>
                <a:lnTo>
                  <a:pt x="1123" y="5065"/>
                </a:lnTo>
                <a:lnTo>
                  <a:pt x="1123" y="5109"/>
                </a:lnTo>
                <a:lnTo>
                  <a:pt x="946" y="5109"/>
                </a:lnTo>
                <a:lnTo>
                  <a:pt x="946" y="5065"/>
                </a:lnTo>
                <a:moveTo>
                  <a:pt x="1255" y="5065"/>
                </a:moveTo>
                <a:lnTo>
                  <a:pt x="1431" y="5065"/>
                </a:lnTo>
                <a:lnTo>
                  <a:pt x="1431" y="5109"/>
                </a:lnTo>
                <a:lnTo>
                  <a:pt x="1255" y="5109"/>
                </a:lnTo>
                <a:lnTo>
                  <a:pt x="1255" y="5065"/>
                </a:lnTo>
                <a:moveTo>
                  <a:pt x="1563" y="5065"/>
                </a:moveTo>
                <a:lnTo>
                  <a:pt x="1739" y="5065"/>
                </a:lnTo>
                <a:lnTo>
                  <a:pt x="1739" y="5109"/>
                </a:lnTo>
                <a:lnTo>
                  <a:pt x="1563" y="5109"/>
                </a:lnTo>
                <a:lnTo>
                  <a:pt x="1563" y="5065"/>
                </a:lnTo>
                <a:moveTo>
                  <a:pt x="1871" y="5065"/>
                </a:moveTo>
                <a:lnTo>
                  <a:pt x="2047" y="5065"/>
                </a:lnTo>
                <a:lnTo>
                  <a:pt x="2047" y="5109"/>
                </a:lnTo>
                <a:lnTo>
                  <a:pt x="1871" y="5109"/>
                </a:lnTo>
                <a:lnTo>
                  <a:pt x="1871" y="5065"/>
                </a:lnTo>
                <a:moveTo>
                  <a:pt x="2179" y="5065"/>
                </a:moveTo>
                <a:lnTo>
                  <a:pt x="2356" y="5065"/>
                </a:lnTo>
                <a:lnTo>
                  <a:pt x="2356" y="5109"/>
                </a:lnTo>
                <a:lnTo>
                  <a:pt x="2179" y="5109"/>
                </a:lnTo>
                <a:lnTo>
                  <a:pt x="2179" y="5065"/>
                </a:lnTo>
                <a:close/>
              </a:path>
            </a:pathLst>
          </a:custGeom>
          <a:solidFill>
            <a:srgbClr val="E74C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6945120" y="2932920"/>
            <a:ext cx="3909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SPEC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6233760" y="3458520"/>
            <a:ext cx="1743840" cy="475920"/>
          </a:xfrm>
          <a:custGeom>
            <a:avLst/>
            <a:gdLst/>
            <a:ahLst/>
            <a:rect l="0" t="0" r="r" b="b"/>
            <a:pathLst>
              <a:path w="4844" h="1322">
                <a:moveTo>
                  <a:pt x="4844" y="661"/>
                </a:moveTo>
                <a:cubicBezTo>
                  <a:pt x="4844" y="683"/>
                  <a:pt x="4840" y="704"/>
                  <a:pt x="4833" y="726"/>
                </a:cubicBezTo>
                <a:cubicBezTo>
                  <a:pt x="4825" y="747"/>
                  <a:pt x="4813" y="769"/>
                  <a:pt x="4798" y="790"/>
                </a:cubicBezTo>
                <a:cubicBezTo>
                  <a:pt x="4782" y="811"/>
                  <a:pt x="4763" y="832"/>
                  <a:pt x="4740" y="853"/>
                </a:cubicBezTo>
                <a:cubicBezTo>
                  <a:pt x="4717" y="874"/>
                  <a:pt x="4690" y="894"/>
                  <a:pt x="4660" y="914"/>
                </a:cubicBezTo>
                <a:cubicBezTo>
                  <a:pt x="4630" y="934"/>
                  <a:pt x="4596" y="953"/>
                  <a:pt x="4558" y="972"/>
                </a:cubicBezTo>
                <a:cubicBezTo>
                  <a:pt x="4521" y="992"/>
                  <a:pt x="4480" y="1010"/>
                  <a:pt x="4435" y="1028"/>
                </a:cubicBezTo>
                <a:cubicBezTo>
                  <a:pt x="4391" y="1046"/>
                  <a:pt x="4344" y="1063"/>
                  <a:pt x="4294" y="1080"/>
                </a:cubicBezTo>
                <a:cubicBezTo>
                  <a:pt x="4243" y="1097"/>
                  <a:pt x="4190" y="1113"/>
                  <a:pt x="4134" y="1128"/>
                </a:cubicBezTo>
                <a:cubicBezTo>
                  <a:pt x="4078" y="1143"/>
                  <a:pt x="4019" y="1158"/>
                  <a:pt x="3958" y="1172"/>
                </a:cubicBezTo>
                <a:cubicBezTo>
                  <a:pt x="3896" y="1185"/>
                  <a:pt x="3833" y="1198"/>
                  <a:pt x="3767" y="1210"/>
                </a:cubicBezTo>
                <a:cubicBezTo>
                  <a:pt x="3701" y="1222"/>
                  <a:pt x="3633" y="1233"/>
                  <a:pt x="3563" y="1244"/>
                </a:cubicBezTo>
                <a:cubicBezTo>
                  <a:pt x="3493" y="1254"/>
                  <a:pt x="3421" y="1263"/>
                  <a:pt x="3348" y="1271"/>
                </a:cubicBezTo>
                <a:cubicBezTo>
                  <a:pt x="3275" y="1280"/>
                  <a:pt x="3200" y="1287"/>
                  <a:pt x="3124" y="1293"/>
                </a:cubicBezTo>
                <a:cubicBezTo>
                  <a:pt x="3049" y="1299"/>
                  <a:pt x="2972" y="1305"/>
                  <a:pt x="2894" y="1309"/>
                </a:cubicBezTo>
                <a:cubicBezTo>
                  <a:pt x="2816" y="1313"/>
                  <a:pt x="2738" y="1316"/>
                  <a:pt x="2659" y="1318"/>
                </a:cubicBezTo>
                <a:cubicBezTo>
                  <a:pt x="2580" y="1321"/>
                  <a:pt x="2501" y="1322"/>
                  <a:pt x="2421" y="1322"/>
                </a:cubicBezTo>
                <a:cubicBezTo>
                  <a:pt x="2342" y="1322"/>
                  <a:pt x="2263" y="1321"/>
                  <a:pt x="2184" y="1318"/>
                </a:cubicBezTo>
                <a:cubicBezTo>
                  <a:pt x="2105" y="1316"/>
                  <a:pt x="2027" y="1313"/>
                  <a:pt x="1949" y="1309"/>
                </a:cubicBezTo>
                <a:cubicBezTo>
                  <a:pt x="1871" y="1305"/>
                  <a:pt x="1794" y="1299"/>
                  <a:pt x="1718" y="1293"/>
                </a:cubicBezTo>
                <a:cubicBezTo>
                  <a:pt x="1642" y="1287"/>
                  <a:pt x="1568" y="1280"/>
                  <a:pt x="1495" y="1271"/>
                </a:cubicBezTo>
                <a:cubicBezTo>
                  <a:pt x="1421" y="1263"/>
                  <a:pt x="1350" y="1254"/>
                  <a:pt x="1280" y="1244"/>
                </a:cubicBezTo>
                <a:cubicBezTo>
                  <a:pt x="1210" y="1233"/>
                  <a:pt x="1142" y="1222"/>
                  <a:pt x="1076" y="1210"/>
                </a:cubicBezTo>
                <a:cubicBezTo>
                  <a:pt x="1010" y="1198"/>
                  <a:pt x="946" y="1185"/>
                  <a:pt x="885" y="1172"/>
                </a:cubicBezTo>
                <a:cubicBezTo>
                  <a:pt x="824" y="1158"/>
                  <a:pt x="765" y="1143"/>
                  <a:pt x="709" y="1128"/>
                </a:cubicBezTo>
                <a:cubicBezTo>
                  <a:pt x="653" y="1113"/>
                  <a:pt x="600" y="1097"/>
                  <a:pt x="549" y="1080"/>
                </a:cubicBezTo>
                <a:cubicBezTo>
                  <a:pt x="499" y="1063"/>
                  <a:pt x="452" y="1046"/>
                  <a:pt x="408" y="1028"/>
                </a:cubicBezTo>
                <a:cubicBezTo>
                  <a:pt x="364" y="1010"/>
                  <a:pt x="323" y="992"/>
                  <a:pt x="286" y="972"/>
                </a:cubicBezTo>
                <a:cubicBezTo>
                  <a:pt x="248" y="953"/>
                  <a:pt x="214" y="934"/>
                  <a:pt x="184" y="914"/>
                </a:cubicBezTo>
                <a:cubicBezTo>
                  <a:pt x="154" y="894"/>
                  <a:pt x="127" y="874"/>
                  <a:pt x="104" y="853"/>
                </a:cubicBezTo>
                <a:cubicBezTo>
                  <a:pt x="81" y="832"/>
                  <a:pt x="62" y="811"/>
                  <a:pt x="46" y="790"/>
                </a:cubicBezTo>
                <a:cubicBezTo>
                  <a:pt x="31" y="769"/>
                  <a:pt x="19" y="747"/>
                  <a:pt x="11" y="726"/>
                </a:cubicBezTo>
                <a:cubicBezTo>
                  <a:pt x="3" y="704"/>
                  <a:pt x="0" y="683"/>
                  <a:pt x="0" y="661"/>
                </a:cubicBezTo>
                <a:cubicBezTo>
                  <a:pt x="0" y="639"/>
                  <a:pt x="3" y="618"/>
                  <a:pt x="11" y="596"/>
                </a:cubicBezTo>
                <a:cubicBezTo>
                  <a:pt x="19" y="575"/>
                  <a:pt x="31" y="553"/>
                  <a:pt x="46" y="532"/>
                </a:cubicBezTo>
                <a:cubicBezTo>
                  <a:pt x="62" y="511"/>
                  <a:pt x="81" y="490"/>
                  <a:pt x="104" y="469"/>
                </a:cubicBezTo>
                <a:cubicBezTo>
                  <a:pt x="127" y="449"/>
                  <a:pt x="154" y="428"/>
                  <a:pt x="184" y="408"/>
                </a:cubicBezTo>
                <a:cubicBezTo>
                  <a:pt x="214" y="388"/>
                  <a:pt x="248" y="369"/>
                  <a:pt x="286" y="350"/>
                </a:cubicBezTo>
                <a:cubicBezTo>
                  <a:pt x="323" y="331"/>
                  <a:pt x="364" y="312"/>
                  <a:pt x="408" y="294"/>
                </a:cubicBezTo>
                <a:cubicBezTo>
                  <a:pt x="452" y="275"/>
                  <a:pt x="499" y="258"/>
                  <a:pt x="549" y="241"/>
                </a:cubicBezTo>
                <a:cubicBezTo>
                  <a:pt x="600" y="224"/>
                  <a:pt x="653" y="208"/>
                  <a:pt x="709" y="193"/>
                </a:cubicBezTo>
                <a:cubicBezTo>
                  <a:pt x="765" y="178"/>
                  <a:pt x="824" y="163"/>
                  <a:pt x="885" y="150"/>
                </a:cubicBezTo>
                <a:cubicBezTo>
                  <a:pt x="946" y="136"/>
                  <a:pt x="1010" y="123"/>
                  <a:pt x="1076" y="111"/>
                </a:cubicBezTo>
                <a:cubicBezTo>
                  <a:pt x="1142" y="99"/>
                  <a:pt x="1210" y="88"/>
                  <a:pt x="1280" y="78"/>
                </a:cubicBezTo>
                <a:cubicBezTo>
                  <a:pt x="1350" y="67"/>
                  <a:pt x="1421" y="58"/>
                  <a:pt x="1495" y="50"/>
                </a:cubicBezTo>
                <a:cubicBezTo>
                  <a:pt x="1568" y="42"/>
                  <a:pt x="1642" y="34"/>
                  <a:pt x="1718" y="28"/>
                </a:cubicBezTo>
                <a:cubicBezTo>
                  <a:pt x="1794" y="22"/>
                  <a:pt x="1871" y="16"/>
                  <a:pt x="1949" y="12"/>
                </a:cubicBezTo>
                <a:cubicBezTo>
                  <a:pt x="2027" y="8"/>
                  <a:pt x="2105" y="5"/>
                  <a:pt x="2184" y="3"/>
                </a:cubicBezTo>
                <a:cubicBezTo>
                  <a:pt x="2263" y="1"/>
                  <a:pt x="2342" y="0"/>
                  <a:pt x="2421" y="0"/>
                </a:cubicBezTo>
                <a:cubicBezTo>
                  <a:pt x="2501" y="0"/>
                  <a:pt x="2580" y="1"/>
                  <a:pt x="2659" y="3"/>
                </a:cubicBezTo>
                <a:cubicBezTo>
                  <a:pt x="2738" y="5"/>
                  <a:pt x="2816" y="8"/>
                  <a:pt x="2894" y="12"/>
                </a:cubicBezTo>
                <a:cubicBezTo>
                  <a:pt x="2972" y="16"/>
                  <a:pt x="3049" y="22"/>
                  <a:pt x="3124" y="28"/>
                </a:cubicBezTo>
                <a:cubicBezTo>
                  <a:pt x="3200" y="34"/>
                  <a:pt x="3275" y="42"/>
                  <a:pt x="3348" y="50"/>
                </a:cubicBezTo>
                <a:cubicBezTo>
                  <a:pt x="3421" y="58"/>
                  <a:pt x="3493" y="67"/>
                  <a:pt x="3563" y="78"/>
                </a:cubicBezTo>
                <a:cubicBezTo>
                  <a:pt x="3633" y="88"/>
                  <a:pt x="3701" y="99"/>
                  <a:pt x="3767" y="111"/>
                </a:cubicBezTo>
                <a:cubicBezTo>
                  <a:pt x="3833" y="123"/>
                  <a:pt x="3896" y="136"/>
                  <a:pt x="3958" y="150"/>
                </a:cubicBezTo>
                <a:cubicBezTo>
                  <a:pt x="4019" y="163"/>
                  <a:pt x="4078" y="178"/>
                  <a:pt x="4134" y="193"/>
                </a:cubicBezTo>
                <a:cubicBezTo>
                  <a:pt x="4190" y="208"/>
                  <a:pt x="4243" y="224"/>
                  <a:pt x="4293" y="241"/>
                </a:cubicBezTo>
                <a:cubicBezTo>
                  <a:pt x="4344" y="258"/>
                  <a:pt x="4391" y="275"/>
                  <a:pt x="4435" y="294"/>
                </a:cubicBezTo>
                <a:cubicBezTo>
                  <a:pt x="4480" y="312"/>
                  <a:pt x="4521" y="331"/>
                  <a:pt x="4558" y="350"/>
                </a:cubicBezTo>
                <a:cubicBezTo>
                  <a:pt x="4596" y="369"/>
                  <a:pt x="4630" y="388"/>
                  <a:pt x="4660" y="408"/>
                </a:cubicBezTo>
                <a:cubicBezTo>
                  <a:pt x="4690" y="428"/>
                  <a:pt x="4717" y="449"/>
                  <a:pt x="4740" y="469"/>
                </a:cubicBezTo>
                <a:cubicBezTo>
                  <a:pt x="4763" y="490"/>
                  <a:pt x="4782" y="511"/>
                  <a:pt x="4798" y="532"/>
                </a:cubicBezTo>
                <a:cubicBezTo>
                  <a:pt x="4813" y="553"/>
                  <a:pt x="4825" y="575"/>
                  <a:pt x="4833" y="596"/>
                </a:cubicBezTo>
                <a:cubicBezTo>
                  <a:pt x="4840" y="618"/>
                  <a:pt x="4844" y="639"/>
                  <a:pt x="4844" y="661"/>
                </a:cubicBez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6233760" y="3458520"/>
            <a:ext cx="1743840" cy="475920"/>
          </a:xfrm>
          <a:custGeom>
            <a:avLst/>
            <a:gdLst/>
            <a:ahLst/>
            <a:rect l="0" t="0" r="r" b="b"/>
            <a:pathLst>
              <a:path w="4844" h="1322">
                <a:moveTo>
                  <a:pt x="4844" y="661"/>
                </a:moveTo>
                <a:cubicBezTo>
                  <a:pt x="4844" y="683"/>
                  <a:pt x="4840" y="704"/>
                  <a:pt x="4833" y="726"/>
                </a:cubicBezTo>
                <a:cubicBezTo>
                  <a:pt x="4825" y="747"/>
                  <a:pt x="4813" y="769"/>
                  <a:pt x="4798" y="790"/>
                </a:cubicBezTo>
                <a:cubicBezTo>
                  <a:pt x="4782" y="811"/>
                  <a:pt x="4763" y="832"/>
                  <a:pt x="4740" y="853"/>
                </a:cubicBezTo>
                <a:cubicBezTo>
                  <a:pt x="4717" y="874"/>
                  <a:pt x="4690" y="894"/>
                  <a:pt x="4660" y="914"/>
                </a:cubicBezTo>
                <a:cubicBezTo>
                  <a:pt x="4630" y="934"/>
                  <a:pt x="4596" y="953"/>
                  <a:pt x="4558" y="972"/>
                </a:cubicBezTo>
                <a:cubicBezTo>
                  <a:pt x="4521" y="992"/>
                  <a:pt x="4480" y="1010"/>
                  <a:pt x="4435" y="1028"/>
                </a:cubicBezTo>
                <a:cubicBezTo>
                  <a:pt x="4391" y="1046"/>
                  <a:pt x="4344" y="1063"/>
                  <a:pt x="4294" y="1080"/>
                </a:cubicBezTo>
                <a:cubicBezTo>
                  <a:pt x="4243" y="1097"/>
                  <a:pt x="4190" y="1113"/>
                  <a:pt x="4134" y="1128"/>
                </a:cubicBezTo>
                <a:cubicBezTo>
                  <a:pt x="4078" y="1143"/>
                  <a:pt x="4019" y="1158"/>
                  <a:pt x="3958" y="1172"/>
                </a:cubicBezTo>
                <a:cubicBezTo>
                  <a:pt x="3896" y="1185"/>
                  <a:pt x="3833" y="1198"/>
                  <a:pt x="3767" y="1210"/>
                </a:cubicBezTo>
                <a:cubicBezTo>
                  <a:pt x="3701" y="1222"/>
                  <a:pt x="3633" y="1233"/>
                  <a:pt x="3563" y="1244"/>
                </a:cubicBezTo>
                <a:cubicBezTo>
                  <a:pt x="3493" y="1254"/>
                  <a:pt x="3421" y="1263"/>
                  <a:pt x="3348" y="1271"/>
                </a:cubicBezTo>
                <a:cubicBezTo>
                  <a:pt x="3275" y="1280"/>
                  <a:pt x="3200" y="1287"/>
                  <a:pt x="3124" y="1293"/>
                </a:cubicBezTo>
                <a:cubicBezTo>
                  <a:pt x="3049" y="1299"/>
                  <a:pt x="2972" y="1305"/>
                  <a:pt x="2894" y="1309"/>
                </a:cubicBezTo>
                <a:cubicBezTo>
                  <a:pt x="2816" y="1313"/>
                  <a:pt x="2738" y="1316"/>
                  <a:pt x="2659" y="1318"/>
                </a:cubicBezTo>
                <a:cubicBezTo>
                  <a:pt x="2580" y="1321"/>
                  <a:pt x="2501" y="1322"/>
                  <a:pt x="2421" y="1322"/>
                </a:cubicBezTo>
                <a:cubicBezTo>
                  <a:pt x="2342" y="1322"/>
                  <a:pt x="2263" y="1321"/>
                  <a:pt x="2184" y="1318"/>
                </a:cubicBezTo>
                <a:cubicBezTo>
                  <a:pt x="2105" y="1316"/>
                  <a:pt x="2027" y="1313"/>
                  <a:pt x="1949" y="1309"/>
                </a:cubicBezTo>
                <a:cubicBezTo>
                  <a:pt x="1871" y="1305"/>
                  <a:pt x="1794" y="1299"/>
                  <a:pt x="1718" y="1293"/>
                </a:cubicBezTo>
                <a:cubicBezTo>
                  <a:pt x="1642" y="1287"/>
                  <a:pt x="1568" y="1280"/>
                  <a:pt x="1495" y="1271"/>
                </a:cubicBezTo>
                <a:cubicBezTo>
                  <a:pt x="1421" y="1263"/>
                  <a:pt x="1350" y="1254"/>
                  <a:pt x="1280" y="1244"/>
                </a:cubicBezTo>
                <a:cubicBezTo>
                  <a:pt x="1210" y="1233"/>
                  <a:pt x="1142" y="1222"/>
                  <a:pt x="1076" y="1210"/>
                </a:cubicBezTo>
                <a:cubicBezTo>
                  <a:pt x="1010" y="1198"/>
                  <a:pt x="946" y="1185"/>
                  <a:pt x="885" y="1172"/>
                </a:cubicBezTo>
                <a:cubicBezTo>
                  <a:pt x="824" y="1158"/>
                  <a:pt x="765" y="1143"/>
                  <a:pt x="709" y="1128"/>
                </a:cubicBezTo>
                <a:cubicBezTo>
                  <a:pt x="653" y="1113"/>
                  <a:pt x="600" y="1097"/>
                  <a:pt x="549" y="1080"/>
                </a:cubicBezTo>
                <a:cubicBezTo>
                  <a:pt x="499" y="1063"/>
                  <a:pt x="452" y="1046"/>
                  <a:pt x="408" y="1028"/>
                </a:cubicBezTo>
                <a:cubicBezTo>
                  <a:pt x="364" y="1010"/>
                  <a:pt x="323" y="992"/>
                  <a:pt x="286" y="972"/>
                </a:cubicBezTo>
                <a:cubicBezTo>
                  <a:pt x="248" y="953"/>
                  <a:pt x="214" y="934"/>
                  <a:pt x="184" y="914"/>
                </a:cubicBezTo>
                <a:cubicBezTo>
                  <a:pt x="154" y="894"/>
                  <a:pt x="127" y="874"/>
                  <a:pt x="104" y="853"/>
                </a:cubicBezTo>
                <a:cubicBezTo>
                  <a:pt x="81" y="832"/>
                  <a:pt x="62" y="811"/>
                  <a:pt x="46" y="790"/>
                </a:cubicBezTo>
                <a:cubicBezTo>
                  <a:pt x="31" y="769"/>
                  <a:pt x="19" y="747"/>
                  <a:pt x="11" y="726"/>
                </a:cubicBezTo>
                <a:cubicBezTo>
                  <a:pt x="3" y="704"/>
                  <a:pt x="0" y="683"/>
                  <a:pt x="0" y="661"/>
                </a:cubicBezTo>
                <a:cubicBezTo>
                  <a:pt x="0" y="639"/>
                  <a:pt x="3" y="618"/>
                  <a:pt x="11" y="596"/>
                </a:cubicBezTo>
                <a:cubicBezTo>
                  <a:pt x="19" y="575"/>
                  <a:pt x="31" y="553"/>
                  <a:pt x="46" y="532"/>
                </a:cubicBezTo>
                <a:cubicBezTo>
                  <a:pt x="62" y="511"/>
                  <a:pt x="81" y="490"/>
                  <a:pt x="104" y="469"/>
                </a:cubicBezTo>
                <a:cubicBezTo>
                  <a:pt x="127" y="449"/>
                  <a:pt x="154" y="428"/>
                  <a:pt x="184" y="408"/>
                </a:cubicBezTo>
                <a:cubicBezTo>
                  <a:pt x="214" y="388"/>
                  <a:pt x="248" y="369"/>
                  <a:pt x="286" y="350"/>
                </a:cubicBezTo>
                <a:cubicBezTo>
                  <a:pt x="323" y="331"/>
                  <a:pt x="364" y="312"/>
                  <a:pt x="408" y="294"/>
                </a:cubicBezTo>
                <a:cubicBezTo>
                  <a:pt x="452" y="275"/>
                  <a:pt x="499" y="258"/>
                  <a:pt x="549" y="241"/>
                </a:cubicBezTo>
                <a:cubicBezTo>
                  <a:pt x="600" y="224"/>
                  <a:pt x="653" y="208"/>
                  <a:pt x="709" y="193"/>
                </a:cubicBezTo>
                <a:cubicBezTo>
                  <a:pt x="765" y="178"/>
                  <a:pt x="824" y="163"/>
                  <a:pt x="885" y="150"/>
                </a:cubicBezTo>
                <a:cubicBezTo>
                  <a:pt x="946" y="136"/>
                  <a:pt x="1010" y="123"/>
                  <a:pt x="1076" y="111"/>
                </a:cubicBezTo>
                <a:cubicBezTo>
                  <a:pt x="1142" y="99"/>
                  <a:pt x="1210" y="88"/>
                  <a:pt x="1280" y="78"/>
                </a:cubicBezTo>
                <a:cubicBezTo>
                  <a:pt x="1350" y="67"/>
                  <a:pt x="1421" y="58"/>
                  <a:pt x="1495" y="50"/>
                </a:cubicBezTo>
                <a:cubicBezTo>
                  <a:pt x="1568" y="42"/>
                  <a:pt x="1642" y="34"/>
                  <a:pt x="1718" y="28"/>
                </a:cubicBezTo>
                <a:cubicBezTo>
                  <a:pt x="1794" y="22"/>
                  <a:pt x="1871" y="16"/>
                  <a:pt x="1949" y="12"/>
                </a:cubicBezTo>
                <a:cubicBezTo>
                  <a:pt x="2027" y="8"/>
                  <a:pt x="2105" y="5"/>
                  <a:pt x="2184" y="3"/>
                </a:cubicBezTo>
                <a:cubicBezTo>
                  <a:pt x="2263" y="1"/>
                  <a:pt x="2342" y="0"/>
                  <a:pt x="2421" y="0"/>
                </a:cubicBezTo>
                <a:cubicBezTo>
                  <a:pt x="2501" y="0"/>
                  <a:pt x="2580" y="1"/>
                  <a:pt x="2659" y="3"/>
                </a:cubicBezTo>
                <a:cubicBezTo>
                  <a:pt x="2738" y="5"/>
                  <a:pt x="2816" y="8"/>
                  <a:pt x="2894" y="12"/>
                </a:cubicBezTo>
                <a:cubicBezTo>
                  <a:pt x="2972" y="16"/>
                  <a:pt x="3049" y="22"/>
                  <a:pt x="3124" y="28"/>
                </a:cubicBezTo>
                <a:cubicBezTo>
                  <a:pt x="3200" y="34"/>
                  <a:pt x="3275" y="42"/>
                  <a:pt x="3348" y="50"/>
                </a:cubicBezTo>
                <a:cubicBezTo>
                  <a:pt x="3421" y="58"/>
                  <a:pt x="3493" y="67"/>
                  <a:pt x="3563" y="78"/>
                </a:cubicBezTo>
                <a:cubicBezTo>
                  <a:pt x="3633" y="88"/>
                  <a:pt x="3701" y="99"/>
                  <a:pt x="3767" y="111"/>
                </a:cubicBezTo>
                <a:cubicBezTo>
                  <a:pt x="3833" y="123"/>
                  <a:pt x="3896" y="136"/>
                  <a:pt x="3958" y="150"/>
                </a:cubicBezTo>
                <a:cubicBezTo>
                  <a:pt x="4019" y="163"/>
                  <a:pt x="4078" y="178"/>
                  <a:pt x="4134" y="193"/>
                </a:cubicBezTo>
                <a:cubicBezTo>
                  <a:pt x="4190" y="208"/>
                  <a:pt x="4243" y="224"/>
                  <a:pt x="4293" y="241"/>
                </a:cubicBezTo>
                <a:cubicBezTo>
                  <a:pt x="4344" y="258"/>
                  <a:pt x="4391" y="275"/>
                  <a:pt x="4435" y="294"/>
                </a:cubicBezTo>
                <a:cubicBezTo>
                  <a:pt x="4480" y="312"/>
                  <a:pt x="4521" y="331"/>
                  <a:pt x="4558" y="350"/>
                </a:cubicBezTo>
                <a:cubicBezTo>
                  <a:pt x="4596" y="369"/>
                  <a:pt x="4630" y="388"/>
                  <a:pt x="4660" y="408"/>
                </a:cubicBezTo>
                <a:cubicBezTo>
                  <a:pt x="4690" y="428"/>
                  <a:pt x="4717" y="449"/>
                  <a:pt x="4740" y="469"/>
                </a:cubicBezTo>
                <a:cubicBezTo>
                  <a:pt x="4763" y="490"/>
                  <a:pt x="4782" y="511"/>
                  <a:pt x="4798" y="532"/>
                </a:cubicBezTo>
                <a:cubicBezTo>
                  <a:pt x="4813" y="553"/>
                  <a:pt x="4825" y="575"/>
                  <a:pt x="4833" y="596"/>
                </a:cubicBezTo>
                <a:cubicBezTo>
                  <a:pt x="4840" y="618"/>
                  <a:pt x="4844" y="639"/>
                  <a:pt x="4844" y="661"/>
                </a:cubicBezTo>
                <a:close/>
              </a:path>
            </a:pathLst>
          </a:custGeom>
          <a:noFill/>
          <a:ln w="23760">
            <a:solidFill>
              <a:srgbClr val="BE29EC"/>
            </a:solidFill>
            <a:miter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 rot="16200000">
            <a:off x="5006880" y="3825000"/>
            <a:ext cx="3160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0" b="0" u="none" strike="noStrike">
                <a:solidFill>
                  <a:srgbClr val="E74C3C"/>
                </a:solidFill>
                <a:effectLst/>
                <a:uFillTx/>
                <a:latin typeface="SourceSansPro"/>
                <a:ea typeface="SourceSansPro"/>
              </a:rPr>
              <a:t>Reject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7105320" y="3934080"/>
            <a:ext cx="0" cy="237600"/>
          </a:xfrm>
          <a:prstGeom prst="line">
            <a:avLst/>
          </a:prstGeom>
          <a:ln w="2376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7034040" y="404316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398" y="0"/>
                </a:moveTo>
                <a:lnTo>
                  <a:pt x="199" y="398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6233760" y="4171680"/>
            <a:ext cx="1743840" cy="475920"/>
          </a:xfrm>
          <a:custGeom>
            <a:avLst/>
            <a:gdLst/>
            <a:ahLst/>
            <a:rect l="0" t="0" r="r" b="b"/>
            <a:pathLst>
              <a:path w="4844" h="1322">
                <a:moveTo>
                  <a:pt x="4844" y="661"/>
                </a:moveTo>
                <a:cubicBezTo>
                  <a:pt x="4844" y="682"/>
                  <a:pt x="4840" y="704"/>
                  <a:pt x="4833" y="725"/>
                </a:cubicBezTo>
                <a:cubicBezTo>
                  <a:pt x="4825" y="747"/>
                  <a:pt x="4813" y="768"/>
                  <a:pt x="4798" y="789"/>
                </a:cubicBezTo>
                <a:cubicBezTo>
                  <a:pt x="4782" y="811"/>
                  <a:pt x="4763" y="832"/>
                  <a:pt x="4740" y="852"/>
                </a:cubicBezTo>
                <a:cubicBezTo>
                  <a:pt x="4717" y="873"/>
                  <a:pt x="4690" y="893"/>
                  <a:pt x="4660" y="913"/>
                </a:cubicBezTo>
                <a:cubicBezTo>
                  <a:pt x="4630" y="933"/>
                  <a:pt x="4596" y="954"/>
                  <a:pt x="4558" y="973"/>
                </a:cubicBezTo>
                <a:cubicBezTo>
                  <a:pt x="4521" y="992"/>
                  <a:pt x="4480" y="1011"/>
                  <a:pt x="4435" y="1029"/>
                </a:cubicBezTo>
                <a:cubicBezTo>
                  <a:pt x="4391" y="1046"/>
                  <a:pt x="4344" y="1064"/>
                  <a:pt x="4294" y="1081"/>
                </a:cubicBezTo>
                <a:cubicBezTo>
                  <a:pt x="4243" y="1097"/>
                  <a:pt x="4190" y="1113"/>
                  <a:pt x="4134" y="1129"/>
                </a:cubicBezTo>
                <a:cubicBezTo>
                  <a:pt x="4078" y="1144"/>
                  <a:pt x="4019" y="1158"/>
                  <a:pt x="3958" y="1172"/>
                </a:cubicBezTo>
                <a:cubicBezTo>
                  <a:pt x="3896" y="1186"/>
                  <a:pt x="3833" y="1199"/>
                  <a:pt x="3767" y="1211"/>
                </a:cubicBezTo>
                <a:cubicBezTo>
                  <a:pt x="3701" y="1223"/>
                  <a:pt x="3633" y="1234"/>
                  <a:pt x="3563" y="1244"/>
                </a:cubicBezTo>
                <a:cubicBezTo>
                  <a:pt x="3493" y="1254"/>
                  <a:pt x="3421" y="1263"/>
                  <a:pt x="3348" y="1272"/>
                </a:cubicBezTo>
                <a:cubicBezTo>
                  <a:pt x="3275" y="1280"/>
                  <a:pt x="3200" y="1287"/>
                  <a:pt x="3124" y="1294"/>
                </a:cubicBezTo>
                <a:cubicBezTo>
                  <a:pt x="3049" y="1300"/>
                  <a:pt x="2972" y="1305"/>
                  <a:pt x="2894" y="1309"/>
                </a:cubicBezTo>
                <a:cubicBezTo>
                  <a:pt x="2816" y="1314"/>
                  <a:pt x="2738" y="1317"/>
                  <a:pt x="2659" y="1319"/>
                </a:cubicBezTo>
                <a:cubicBezTo>
                  <a:pt x="2580" y="1321"/>
                  <a:pt x="2501" y="1322"/>
                  <a:pt x="2421" y="1322"/>
                </a:cubicBezTo>
                <a:cubicBezTo>
                  <a:pt x="2342" y="1322"/>
                  <a:pt x="2263" y="1321"/>
                  <a:pt x="2184" y="1319"/>
                </a:cubicBezTo>
                <a:cubicBezTo>
                  <a:pt x="2105" y="1317"/>
                  <a:pt x="2027" y="1314"/>
                  <a:pt x="1949" y="1309"/>
                </a:cubicBezTo>
                <a:cubicBezTo>
                  <a:pt x="1871" y="1305"/>
                  <a:pt x="1794" y="1300"/>
                  <a:pt x="1718" y="1294"/>
                </a:cubicBezTo>
                <a:cubicBezTo>
                  <a:pt x="1642" y="1287"/>
                  <a:pt x="1568" y="1280"/>
                  <a:pt x="1495" y="1272"/>
                </a:cubicBezTo>
                <a:cubicBezTo>
                  <a:pt x="1421" y="1263"/>
                  <a:pt x="1350" y="1254"/>
                  <a:pt x="1280" y="1244"/>
                </a:cubicBezTo>
                <a:cubicBezTo>
                  <a:pt x="1210" y="1234"/>
                  <a:pt x="1142" y="1223"/>
                  <a:pt x="1076" y="1211"/>
                </a:cubicBezTo>
                <a:cubicBezTo>
                  <a:pt x="1010" y="1199"/>
                  <a:pt x="946" y="1186"/>
                  <a:pt x="885" y="1172"/>
                </a:cubicBezTo>
                <a:cubicBezTo>
                  <a:pt x="824" y="1158"/>
                  <a:pt x="765" y="1144"/>
                  <a:pt x="709" y="1129"/>
                </a:cubicBezTo>
                <a:cubicBezTo>
                  <a:pt x="653" y="1113"/>
                  <a:pt x="600" y="1097"/>
                  <a:pt x="549" y="1081"/>
                </a:cubicBezTo>
                <a:cubicBezTo>
                  <a:pt x="499" y="1064"/>
                  <a:pt x="452" y="1046"/>
                  <a:pt x="408" y="1029"/>
                </a:cubicBezTo>
                <a:cubicBezTo>
                  <a:pt x="364" y="1011"/>
                  <a:pt x="323" y="992"/>
                  <a:pt x="286" y="973"/>
                </a:cubicBezTo>
                <a:cubicBezTo>
                  <a:pt x="248" y="954"/>
                  <a:pt x="214" y="933"/>
                  <a:pt x="184" y="913"/>
                </a:cubicBezTo>
                <a:cubicBezTo>
                  <a:pt x="154" y="893"/>
                  <a:pt x="127" y="873"/>
                  <a:pt x="104" y="852"/>
                </a:cubicBezTo>
                <a:cubicBezTo>
                  <a:pt x="81" y="832"/>
                  <a:pt x="62" y="811"/>
                  <a:pt x="46" y="789"/>
                </a:cubicBezTo>
                <a:cubicBezTo>
                  <a:pt x="31" y="768"/>
                  <a:pt x="19" y="747"/>
                  <a:pt x="11" y="725"/>
                </a:cubicBezTo>
                <a:cubicBezTo>
                  <a:pt x="3" y="704"/>
                  <a:pt x="0" y="682"/>
                  <a:pt x="0" y="661"/>
                </a:cubicBezTo>
                <a:cubicBezTo>
                  <a:pt x="0" y="639"/>
                  <a:pt x="3" y="617"/>
                  <a:pt x="11" y="596"/>
                </a:cubicBezTo>
                <a:cubicBezTo>
                  <a:pt x="19" y="574"/>
                  <a:pt x="31" y="553"/>
                  <a:pt x="46" y="532"/>
                </a:cubicBezTo>
                <a:cubicBezTo>
                  <a:pt x="62" y="510"/>
                  <a:pt x="81" y="490"/>
                  <a:pt x="104" y="469"/>
                </a:cubicBezTo>
                <a:cubicBezTo>
                  <a:pt x="127" y="448"/>
                  <a:pt x="154" y="428"/>
                  <a:pt x="184" y="408"/>
                </a:cubicBezTo>
                <a:cubicBezTo>
                  <a:pt x="214" y="388"/>
                  <a:pt x="248" y="368"/>
                  <a:pt x="286" y="349"/>
                </a:cubicBezTo>
                <a:cubicBezTo>
                  <a:pt x="323" y="330"/>
                  <a:pt x="364" y="312"/>
                  <a:pt x="408" y="294"/>
                </a:cubicBezTo>
                <a:cubicBezTo>
                  <a:pt x="452" y="276"/>
                  <a:pt x="499" y="258"/>
                  <a:pt x="549" y="242"/>
                </a:cubicBezTo>
                <a:cubicBezTo>
                  <a:pt x="600" y="225"/>
                  <a:pt x="653" y="209"/>
                  <a:pt x="709" y="194"/>
                </a:cubicBezTo>
                <a:cubicBezTo>
                  <a:pt x="765" y="178"/>
                  <a:pt x="824" y="164"/>
                  <a:pt x="885" y="150"/>
                </a:cubicBezTo>
                <a:cubicBezTo>
                  <a:pt x="946" y="136"/>
                  <a:pt x="1010" y="123"/>
                  <a:pt x="1076" y="111"/>
                </a:cubicBezTo>
                <a:cubicBezTo>
                  <a:pt x="1142" y="99"/>
                  <a:pt x="1210" y="88"/>
                  <a:pt x="1280" y="78"/>
                </a:cubicBezTo>
                <a:cubicBezTo>
                  <a:pt x="1350" y="68"/>
                  <a:pt x="1421" y="59"/>
                  <a:pt x="1495" y="50"/>
                </a:cubicBezTo>
                <a:cubicBezTo>
                  <a:pt x="1568" y="42"/>
                  <a:pt x="1642" y="35"/>
                  <a:pt x="1718" y="29"/>
                </a:cubicBezTo>
                <a:cubicBezTo>
                  <a:pt x="1794" y="22"/>
                  <a:pt x="1871" y="17"/>
                  <a:pt x="1949" y="13"/>
                </a:cubicBezTo>
                <a:cubicBezTo>
                  <a:pt x="2027" y="9"/>
                  <a:pt x="2105" y="5"/>
                  <a:pt x="2184" y="3"/>
                </a:cubicBezTo>
                <a:cubicBezTo>
                  <a:pt x="2263" y="1"/>
                  <a:pt x="2342" y="0"/>
                  <a:pt x="2421" y="0"/>
                </a:cubicBezTo>
                <a:cubicBezTo>
                  <a:pt x="2501" y="0"/>
                  <a:pt x="2580" y="1"/>
                  <a:pt x="2659" y="3"/>
                </a:cubicBezTo>
                <a:cubicBezTo>
                  <a:pt x="2738" y="5"/>
                  <a:pt x="2816" y="9"/>
                  <a:pt x="2894" y="13"/>
                </a:cubicBezTo>
                <a:cubicBezTo>
                  <a:pt x="2972" y="17"/>
                  <a:pt x="3049" y="22"/>
                  <a:pt x="3124" y="29"/>
                </a:cubicBezTo>
                <a:cubicBezTo>
                  <a:pt x="3200" y="35"/>
                  <a:pt x="3275" y="42"/>
                  <a:pt x="3348" y="50"/>
                </a:cubicBezTo>
                <a:cubicBezTo>
                  <a:pt x="3421" y="59"/>
                  <a:pt x="3493" y="68"/>
                  <a:pt x="3563" y="78"/>
                </a:cubicBezTo>
                <a:cubicBezTo>
                  <a:pt x="3633" y="88"/>
                  <a:pt x="3701" y="99"/>
                  <a:pt x="3767" y="111"/>
                </a:cubicBezTo>
                <a:cubicBezTo>
                  <a:pt x="3833" y="123"/>
                  <a:pt x="3896" y="136"/>
                  <a:pt x="3958" y="150"/>
                </a:cubicBezTo>
                <a:cubicBezTo>
                  <a:pt x="4019" y="164"/>
                  <a:pt x="4078" y="178"/>
                  <a:pt x="4134" y="194"/>
                </a:cubicBezTo>
                <a:cubicBezTo>
                  <a:pt x="4190" y="209"/>
                  <a:pt x="4243" y="225"/>
                  <a:pt x="4293" y="242"/>
                </a:cubicBezTo>
                <a:cubicBezTo>
                  <a:pt x="4344" y="258"/>
                  <a:pt x="4391" y="276"/>
                  <a:pt x="4435" y="294"/>
                </a:cubicBezTo>
                <a:cubicBezTo>
                  <a:pt x="4480" y="312"/>
                  <a:pt x="4521" y="330"/>
                  <a:pt x="4558" y="349"/>
                </a:cubicBezTo>
                <a:cubicBezTo>
                  <a:pt x="4596" y="368"/>
                  <a:pt x="4630" y="388"/>
                  <a:pt x="4660" y="408"/>
                </a:cubicBezTo>
                <a:cubicBezTo>
                  <a:pt x="4690" y="428"/>
                  <a:pt x="4717" y="448"/>
                  <a:pt x="4740" y="469"/>
                </a:cubicBezTo>
                <a:cubicBezTo>
                  <a:pt x="4763" y="490"/>
                  <a:pt x="4782" y="510"/>
                  <a:pt x="4798" y="532"/>
                </a:cubicBezTo>
                <a:cubicBezTo>
                  <a:pt x="4813" y="553"/>
                  <a:pt x="4825" y="574"/>
                  <a:pt x="4833" y="596"/>
                </a:cubicBezTo>
                <a:cubicBezTo>
                  <a:pt x="4840" y="617"/>
                  <a:pt x="4844" y="639"/>
                  <a:pt x="4844" y="661"/>
                </a:cubicBez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6233760" y="4171680"/>
            <a:ext cx="1743840" cy="475920"/>
          </a:xfrm>
          <a:custGeom>
            <a:avLst/>
            <a:gdLst/>
            <a:ahLst/>
            <a:rect l="0" t="0" r="r" b="b"/>
            <a:pathLst>
              <a:path w="4844" h="1322">
                <a:moveTo>
                  <a:pt x="4844" y="661"/>
                </a:moveTo>
                <a:cubicBezTo>
                  <a:pt x="4844" y="682"/>
                  <a:pt x="4840" y="704"/>
                  <a:pt x="4833" y="725"/>
                </a:cubicBezTo>
                <a:cubicBezTo>
                  <a:pt x="4825" y="747"/>
                  <a:pt x="4813" y="768"/>
                  <a:pt x="4798" y="789"/>
                </a:cubicBezTo>
                <a:cubicBezTo>
                  <a:pt x="4782" y="811"/>
                  <a:pt x="4763" y="832"/>
                  <a:pt x="4740" y="852"/>
                </a:cubicBezTo>
                <a:cubicBezTo>
                  <a:pt x="4717" y="873"/>
                  <a:pt x="4690" y="893"/>
                  <a:pt x="4660" y="913"/>
                </a:cubicBezTo>
                <a:cubicBezTo>
                  <a:pt x="4630" y="933"/>
                  <a:pt x="4596" y="954"/>
                  <a:pt x="4558" y="973"/>
                </a:cubicBezTo>
                <a:cubicBezTo>
                  <a:pt x="4521" y="992"/>
                  <a:pt x="4480" y="1011"/>
                  <a:pt x="4435" y="1029"/>
                </a:cubicBezTo>
                <a:cubicBezTo>
                  <a:pt x="4391" y="1046"/>
                  <a:pt x="4344" y="1064"/>
                  <a:pt x="4294" y="1081"/>
                </a:cubicBezTo>
                <a:cubicBezTo>
                  <a:pt x="4243" y="1097"/>
                  <a:pt x="4190" y="1113"/>
                  <a:pt x="4134" y="1129"/>
                </a:cubicBezTo>
                <a:cubicBezTo>
                  <a:pt x="4078" y="1144"/>
                  <a:pt x="4019" y="1158"/>
                  <a:pt x="3958" y="1172"/>
                </a:cubicBezTo>
                <a:cubicBezTo>
                  <a:pt x="3896" y="1186"/>
                  <a:pt x="3833" y="1199"/>
                  <a:pt x="3767" y="1211"/>
                </a:cubicBezTo>
                <a:cubicBezTo>
                  <a:pt x="3701" y="1223"/>
                  <a:pt x="3633" y="1234"/>
                  <a:pt x="3563" y="1244"/>
                </a:cubicBezTo>
                <a:cubicBezTo>
                  <a:pt x="3493" y="1254"/>
                  <a:pt x="3421" y="1263"/>
                  <a:pt x="3348" y="1272"/>
                </a:cubicBezTo>
                <a:cubicBezTo>
                  <a:pt x="3275" y="1280"/>
                  <a:pt x="3200" y="1287"/>
                  <a:pt x="3124" y="1294"/>
                </a:cubicBezTo>
                <a:cubicBezTo>
                  <a:pt x="3049" y="1300"/>
                  <a:pt x="2972" y="1305"/>
                  <a:pt x="2894" y="1309"/>
                </a:cubicBezTo>
                <a:cubicBezTo>
                  <a:pt x="2816" y="1314"/>
                  <a:pt x="2738" y="1317"/>
                  <a:pt x="2659" y="1319"/>
                </a:cubicBezTo>
                <a:cubicBezTo>
                  <a:pt x="2580" y="1321"/>
                  <a:pt x="2501" y="1322"/>
                  <a:pt x="2421" y="1322"/>
                </a:cubicBezTo>
                <a:cubicBezTo>
                  <a:pt x="2342" y="1322"/>
                  <a:pt x="2263" y="1321"/>
                  <a:pt x="2184" y="1319"/>
                </a:cubicBezTo>
                <a:cubicBezTo>
                  <a:pt x="2105" y="1317"/>
                  <a:pt x="2027" y="1314"/>
                  <a:pt x="1949" y="1309"/>
                </a:cubicBezTo>
                <a:cubicBezTo>
                  <a:pt x="1871" y="1305"/>
                  <a:pt x="1794" y="1300"/>
                  <a:pt x="1718" y="1294"/>
                </a:cubicBezTo>
                <a:cubicBezTo>
                  <a:pt x="1642" y="1287"/>
                  <a:pt x="1568" y="1280"/>
                  <a:pt x="1495" y="1272"/>
                </a:cubicBezTo>
                <a:cubicBezTo>
                  <a:pt x="1421" y="1263"/>
                  <a:pt x="1350" y="1254"/>
                  <a:pt x="1280" y="1244"/>
                </a:cubicBezTo>
                <a:cubicBezTo>
                  <a:pt x="1210" y="1234"/>
                  <a:pt x="1142" y="1223"/>
                  <a:pt x="1076" y="1211"/>
                </a:cubicBezTo>
                <a:cubicBezTo>
                  <a:pt x="1010" y="1199"/>
                  <a:pt x="946" y="1186"/>
                  <a:pt x="885" y="1172"/>
                </a:cubicBezTo>
                <a:cubicBezTo>
                  <a:pt x="824" y="1158"/>
                  <a:pt x="765" y="1144"/>
                  <a:pt x="709" y="1129"/>
                </a:cubicBezTo>
                <a:cubicBezTo>
                  <a:pt x="653" y="1113"/>
                  <a:pt x="600" y="1097"/>
                  <a:pt x="549" y="1081"/>
                </a:cubicBezTo>
                <a:cubicBezTo>
                  <a:pt x="499" y="1064"/>
                  <a:pt x="452" y="1046"/>
                  <a:pt x="408" y="1029"/>
                </a:cubicBezTo>
                <a:cubicBezTo>
                  <a:pt x="364" y="1011"/>
                  <a:pt x="323" y="992"/>
                  <a:pt x="286" y="973"/>
                </a:cubicBezTo>
                <a:cubicBezTo>
                  <a:pt x="248" y="954"/>
                  <a:pt x="214" y="933"/>
                  <a:pt x="184" y="913"/>
                </a:cubicBezTo>
                <a:cubicBezTo>
                  <a:pt x="154" y="893"/>
                  <a:pt x="127" y="873"/>
                  <a:pt x="104" y="852"/>
                </a:cubicBezTo>
                <a:cubicBezTo>
                  <a:pt x="81" y="832"/>
                  <a:pt x="62" y="811"/>
                  <a:pt x="46" y="789"/>
                </a:cubicBezTo>
                <a:cubicBezTo>
                  <a:pt x="31" y="768"/>
                  <a:pt x="19" y="747"/>
                  <a:pt x="11" y="725"/>
                </a:cubicBezTo>
                <a:cubicBezTo>
                  <a:pt x="3" y="704"/>
                  <a:pt x="0" y="682"/>
                  <a:pt x="0" y="661"/>
                </a:cubicBezTo>
                <a:cubicBezTo>
                  <a:pt x="0" y="639"/>
                  <a:pt x="3" y="617"/>
                  <a:pt x="11" y="596"/>
                </a:cubicBezTo>
                <a:cubicBezTo>
                  <a:pt x="19" y="574"/>
                  <a:pt x="31" y="553"/>
                  <a:pt x="46" y="532"/>
                </a:cubicBezTo>
                <a:cubicBezTo>
                  <a:pt x="62" y="510"/>
                  <a:pt x="81" y="490"/>
                  <a:pt x="104" y="469"/>
                </a:cubicBezTo>
                <a:cubicBezTo>
                  <a:pt x="127" y="448"/>
                  <a:pt x="154" y="428"/>
                  <a:pt x="184" y="408"/>
                </a:cubicBezTo>
                <a:cubicBezTo>
                  <a:pt x="214" y="388"/>
                  <a:pt x="248" y="368"/>
                  <a:pt x="286" y="349"/>
                </a:cubicBezTo>
                <a:cubicBezTo>
                  <a:pt x="323" y="330"/>
                  <a:pt x="364" y="312"/>
                  <a:pt x="408" y="294"/>
                </a:cubicBezTo>
                <a:cubicBezTo>
                  <a:pt x="452" y="276"/>
                  <a:pt x="499" y="258"/>
                  <a:pt x="549" y="242"/>
                </a:cubicBezTo>
                <a:cubicBezTo>
                  <a:pt x="600" y="225"/>
                  <a:pt x="653" y="209"/>
                  <a:pt x="709" y="194"/>
                </a:cubicBezTo>
                <a:cubicBezTo>
                  <a:pt x="765" y="178"/>
                  <a:pt x="824" y="164"/>
                  <a:pt x="885" y="150"/>
                </a:cubicBezTo>
                <a:cubicBezTo>
                  <a:pt x="946" y="136"/>
                  <a:pt x="1010" y="123"/>
                  <a:pt x="1076" y="111"/>
                </a:cubicBezTo>
                <a:cubicBezTo>
                  <a:pt x="1142" y="99"/>
                  <a:pt x="1210" y="88"/>
                  <a:pt x="1280" y="78"/>
                </a:cubicBezTo>
                <a:cubicBezTo>
                  <a:pt x="1350" y="68"/>
                  <a:pt x="1421" y="59"/>
                  <a:pt x="1495" y="50"/>
                </a:cubicBezTo>
                <a:cubicBezTo>
                  <a:pt x="1568" y="42"/>
                  <a:pt x="1642" y="35"/>
                  <a:pt x="1718" y="29"/>
                </a:cubicBezTo>
                <a:cubicBezTo>
                  <a:pt x="1794" y="22"/>
                  <a:pt x="1871" y="17"/>
                  <a:pt x="1949" y="13"/>
                </a:cubicBezTo>
                <a:cubicBezTo>
                  <a:pt x="2027" y="9"/>
                  <a:pt x="2105" y="5"/>
                  <a:pt x="2184" y="3"/>
                </a:cubicBezTo>
                <a:cubicBezTo>
                  <a:pt x="2263" y="1"/>
                  <a:pt x="2342" y="0"/>
                  <a:pt x="2421" y="0"/>
                </a:cubicBezTo>
                <a:cubicBezTo>
                  <a:pt x="2501" y="0"/>
                  <a:pt x="2580" y="1"/>
                  <a:pt x="2659" y="3"/>
                </a:cubicBezTo>
                <a:cubicBezTo>
                  <a:pt x="2738" y="5"/>
                  <a:pt x="2816" y="9"/>
                  <a:pt x="2894" y="13"/>
                </a:cubicBezTo>
                <a:cubicBezTo>
                  <a:pt x="2972" y="17"/>
                  <a:pt x="3049" y="22"/>
                  <a:pt x="3124" y="29"/>
                </a:cubicBezTo>
                <a:cubicBezTo>
                  <a:pt x="3200" y="35"/>
                  <a:pt x="3275" y="42"/>
                  <a:pt x="3348" y="50"/>
                </a:cubicBezTo>
                <a:cubicBezTo>
                  <a:pt x="3421" y="59"/>
                  <a:pt x="3493" y="68"/>
                  <a:pt x="3563" y="78"/>
                </a:cubicBezTo>
                <a:cubicBezTo>
                  <a:pt x="3633" y="88"/>
                  <a:pt x="3701" y="99"/>
                  <a:pt x="3767" y="111"/>
                </a:cubicBezTo>
                <a:cubicBezTo>
                  <a:pt x="3833" y="123"/>
                  <a:pt x="3896" y="136"/>
                  <a:pt x="3958" y="150"/>
                </a:cubicBezTo>
                <a:cubicBezTo>
                  <a:pt x="4019" y="164"/>
                  <a:pt x="4078" y="178"/>
                  <a:pt x="4134" y="194"/>
                </a:cubicBezTo>
                <a:cubicBezTo>
                  <a:pt x="4190" y="209"/>
                  <a:pt x="4243" y="225"/>
                  <a:pt x="4293" y="242"/>
                </a:cubicBezTo>
                <a:cubicBezTo>
                  <a:pt x="4344" y="258"/>
                  <a:pt x="4391" y="276"/>
                  <a:pt x="4435" y="294"/>
                </a:cubicBezTo>
                <a:cubicBezTo>
                  <a:pt x="4480" y="312"/>
                  <a:pt x="4521" y="330"/>
                  <a:pt x="4558" y="349"/>
                </a:cubicBezTo>
                <a:cubicBezTo>
                  <a:pt x="4596" y="368"/>
                  <a:pt x="4630" y="388"/>
                  <a:pt x="4660" y="408"/>
                </a:cubicBezTo>
                <a:cubicBezTo>
                  <a:pt x="4690" y="428"/>
                  <a:pt x="4717" y="448"/>
                  <a:pt x="4740" y="469"/>
                </a:cubicBezTo>
                <a:cubicBezTo>
                  <a:pt x="4763" y="490"/>
                  <a:pt x="4782" y="510"/>
                  <a:pt x="4798" y="532"/>
                </a:cubicBezTo>
                <a:cubicBezTo>
                  <a:pt x="4813" y="553"/>
                  <a:pt x="4825" y="574"/>
                  <a:pt x="4833" y="596"/>
                </a:cubicBezTo>
                <a:cubicBezTo>
                  <a:pt x="4840" y="617"/>
                  <a:pt x="4844" y="639"/>
                  <a:pt x="4844" y="661"/>
                </a:cubicBezTo>
                <a:close/>
              </a:path>
            </a:pathLst>
          </a:custGeom>
          <a:noFill/>
          <a:ln w="23760">
            <a:solidFill>
              <a:srgbClr val="BE29EC"/>
            </a:solidFill>
            <a:miter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6941160" y="3646440"/>
            <a:ext cx="3906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PLAN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7105320" y="4647240"/>
            <a:ext cx="0" cy="237960"/>
          </a:xfrm>
          <a:prstGeom prst="line">
            <a:avLst/>
          </a:prstGeom>
          <a:ln w="2376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7034040" y="4756680"/>
            <a:ext cx="143280" cy="142920"/>
          </a:xfrm>
          <a:custGeom>
            <a:avLst/>
            <a:gdLst/>
            <a:ahLst/>
            <a:rect l="0" t="0" r="r" b="b"/>
            <a:pathLst>
              <a:path w="398" h="397">
                <a:moveTo>
                  <a:pt x="398" y="0"/>
                </a:moveTo>
                <a:lnTo>
                  <a:pt x="199" y="397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6392160" y="4885200"/>
            <a:ext cx="1427040" cy="475920"/>
          </a:xfrm>
          <a:custGeom>
            <a:avLst/>
            <a:gdLst/>
            <a:ahLst/>
            <a:rect l="0" t="0" r="r" b="b"/>
            <a:pathLst>
              <a:path w="3964" h="1322">
                <a:moveTo>
                  <a:pt x="3964" y="661"/>
                </a:moveTo>
                <a:cubicBezTo>
                  <a:pt x="3964" y="683"/>
                  <a:pt x="3961" y="704"/>
                  <a:pt x="3954" y="726"/>
                </a:cubicBezTo>
                <a:cubicBezTo>
                  <a:pt x="3948" y="747"/>
                  <a:pt x="3938" y="769"/>
                  <a:pt x="3926" y="790"/>
                </a:cubicBezTo>
                <a:cubicBezTo>
                  <a:pt x="3913" y="811"/>
                  <a:pt x="3897" y="832"/>
                  <a:pt x="3879" y="853"/>
                </a:cubicBezTo>
                <a:cubicBezTo>
                  <a:pt x="3860" y="873"/>
                  <a:pt x="3838" y="894"/>
                  <a:pt x="3813" y="914"/>
                </a:cubicBezTo>
                <a:cubicBezTo>
                  <a:pt x="3788" y="934"/>
                  <a:pt x="3761" y="953"/>
                  <a:pt x="3730" y="972"/>
                </a:cubicBezTo>
                <a:cubicBezTo>
                  <a:pt x="3699" y="991"/>
                  <a:pt x="3666" y="1010"/>
                  <a:pt x="3630" y="1028"/>
                </a:cubicBezTo>
                <a:cubicBezTo>
                  <a:pt x="3594" y="1046"/>
                  <a:pt x="3555" y="1063"/>
                  <a:pt x="3514" y="1080"/>
                </a:cubicBezTo>
                <a:cubicBezTo>
                  <a:pt x="3473" y="1097"/>
                  <a:pt x="3429" y="1113"/>
                  <a:pt x="3384" y="1128"/>
                </a:cubicBezTo>
                <a:cubicBezTo>
                  <a:pt x="3338" y="1143"/>
                  <a:pt x="3290" y="1158"/>
                  <a:pt x="3239" y="1172"/>
                </a:cubicBezTo>
                <a:cubicBezTo>
                  <a:pt x="3189" y="1185"/>
                  <a:pt x="3137" y="1198"/>
                  <a:pt x="3083" y="1210"/>
                </a:cubicBezTo>
                <a:cubicBezTo>
                  <a:pt x="3029" y="1222"/>
                  <a:pt x="2974" y="1233"/>
                  <a:pt x="2916" y="1244"/>
                </a:cubicBezTo>
                <a:cubicBezTo>
                  <a:pt x="2859" y="1254"/>
                  <a:pt x="2801" y="1263"/>
                  <a:pt x="2741" y="1271"/>
                </a:cubicBezTo>
                <a:cubicBezTo>
                  <a:pt x="2681" y="1280"/>
                  <a:pt x="2620" y="1287"/>
                  <a:pt x="2558" y="1293"/>
                </a:cubicBezTo>
                <a:cubicBezTo>
                  <a:pt x="2496" y="1299"/>
                  <a:pt x="2433" y="1305"/>
                  <a:pt x="2369" y="1309"/>
                </a:cubicBezTo>
                <a:cubicBezTo>
                  <a:pt x="2305" y="1313"/>
                  <a:pt x="2241" y="1316"/>
                  <a:pt x="2177" y="1318"/>
                </a:cubicBezTo>
                <a:cubicBezTo>
                  <a:pt x="2112" y="1320"/>
                  <a:pt x="2047" y="1322"/>
                  <a:pt x="1982" y="1322"/>
                </a:cubicBezTo>
                <a:cubicBezTo>
                  <a:pt x="1918" y="1322"/>
                  <a:pt x="1853" y="1320"/>
                  <a:pt x="1788" y="1318"/>
                </a:cubicBezTo>
                <a:cubicBezTo>
                  <a:pt x="1724" y="1316"/>
                  <a:pt x="1659" y="1313"/>
                  <a:pt x="1596" y="1309"/>
                </a:cubicBezTo>
                <a:cubicBezTo>
                  <a:pt x="1532" y="1305"/>
                  <a:pt x="1469" y="1299"/>
                  <a:pt x="1407" y="1293"/>
                </a:cubicBezTo>
                <a:cubicBezTo>
                  <a:pt x="1345" y="1287"/>
                  <a:pt x="1284" y="1280"/>
                  <a:pt x="1224" y="1271"/>
                </a:cubicBezTo>
                <a:cubicBezTo>
                  <a:pt x="1164" y="1263"/>
                  <a:pt x="1106" y="1254"/>
                  <a:pt x="1048" y="1244"/>
                </a:cubicBezTo>
                <a:cubicBezTo>
                  <a:pt x="991" y="1233"/>
                  <a:pt x="936" y="1222"/>
                  <a:pt x="882" y="1210"/>
                </a:cubicBezTo>
                <a:cubicBezTo>
                  <a:pt x="828" y="1198"/>
                  <a:pt x="776" y="1185"/>
                  <a:pt x="725" y="1172"/>
                </a:cubicBezTo>
                <a:cubicBezTo>
                  <a:pt x="675" y="1158"/>
                  <a:pt x="627" y="1143"/>
                  <a:pt x="581" y="1128"/>
                </a:cubicBezTo>
                <a:cubicBezTo>
                  <a:pt x="535" y="1113"/>
                  <a:pt x="492" y="1097"/>
                  <a:pt x="451" y="1080"/>
                </a:cubicBezTo>
                <a:cubicBezTo>
                  <a:pt x="410" y="1063"/>
                  <a:pt x="371" y="1046"/>
                  <a:pt x="335" y="1028"/>
                </a:cubicBezTo>
                <a:cubicBezTo>
                  <a:pt x="299" y="1010"/>
                  <a:pt x="265" y="991"/>
                  <a:pt x="235" y="972"/>
                </a:cubicBezTo>
                <a:cubicBezTo>
                  <a:pt x="204" y="953"/>
                  <a:pt x="177" y="934"/>
                  <a:pt x="152" y="914"/>
                </a:cubicBezTo>
                <a:cubicBezTo>
                  <a:pt x="127" y="894"/>
                  <a:pt x="105" y="873"/>
                  <a:pt x="86" y="853"/>
                </a:cubicBezTo>
                <a:cubicBezTo>
                  <a:pt x="66" y="832"/>
                  <a:pt x="51" y="811"/>
                  <a:pt x="38" y="790"/>
                </a:cubicBezTo>
                <a:cubicBezTo>
                  <a:pt x="25" y="769"/>
                  <a:pt x="16" y="747"/>
                  <a:pt x="9" y="726"/>
                </a:cubicBezTo>
                <a:cubicBezTo>
                  <a:pt x="3" y="704"/>
                  <a:pt x="0" y="683"/>
                  <a:pt x="0" y="661"/>
                </a:cubicBezTo>
                <a:cubicBezTo>
                  <a:pt x="0" y="639"/>
                  <a:pt x="3" y="618"/>
                  <a:pt x="9" y="596"/>
                </a:cubicBezTo>
                <a:cubicBezTo>
                  <a:pt x="16" y="575"/>
                  <a:pt x="25" y="553"/>
                  <a:pt x="38" y="532"/>
                </a:cubicBezTo>
                <a:cubicBezTo>
                  <a:pt x="51" y="511"/>
                  <a:pt x="66" y="490"/>
                  <a:pt x="86" y="469"/>
                </a:cubicBezTo>
                <a:cubicBezTo>
                  <a:pt x="105" y="449"/>
                  <a:pt x="127" y="428"/>
                  <a:pt x="152" y="408"/>
                </a:cubicBezTo>
                <a:cubicBezTo>
                  <a:pt x="177" y="388"/>
                  <a:pt x="204" y="369"/>
                  <a:pt x="235" y="350"/>
                </a:cubicBezTo>
                <a:cubicBezTo>
                  <a:pt x="265" y="331"/>
                  <a:pt x="299" y="312"/>
                  <a:pt x="335" y="294"/>
                </a:cubicBezTo>
                <a:cubicBezTo>
                  <a:pt x="371" y="275"/>
                  <a:pt x="410" y="258"/>
                  <a:pt x="451" y="241"/>
                </a:cubicBezTo>
                <a:cubicBezTo>
                  <a:pt x="492" y="224"/>
                  <a:pt x="535" y="208"/>
                  <a:pt x="581" y="193"/>
                </a:cubicBezTo>
                <a:cubicBezTo>
                  <a:pt x="627" y="178"/>
                  <a:pt x="675" y="163"/>
                  <a:pt x="725" y="149"/>
                </a:cubicBezTo>
                <a:cubicBezTo>
                  <a:pt x="776" y="136"/>
                  <a:pt x="828" y="123"/>
                  <a:pt x="882" y="111"/>
                </a:cubicBezTo>
                <a:cubicBezTo>
                  <a:pt x="936" y="99"/>
                  <a:pt x="991" y="88"/>
                  <a:pt x="1048" y="78"/>
                </a:cubicBezTo>
                <a:cubicBezTo>
                  <a:pt x="1106" y="67"/>
                  <a:pt x="1164" y="58"/>
                  <a:pt x="1224" y="50"/>
                </a:cubicBezTo>
                <a:cubicBezTo>
                  <a:pt x="1284" y="42"/>
                  <a:pt x="1345" y="34"/>
                  <a:pt x="1407" y="28"/>
                </a:cubicBezTo>
                <a:cubicBezTo>
                  <a:pt x="1469" y="22"/>
                  <a:pt x="1532" y="16"/>
                  <a:pt x="1596" y="12"/>
                </a:cubicBezTo>
                <a:cubicBezTo>
                  <a:pt x="1659" y="8"/>
                  <a:pt x="1724" y="5"/>
                  <a:pt x="1788" y="3"/>
                </a:cubicBezTo>
                <a:cubicBezTo>
                  <a:pt x="1853" y="1"/>
                  <a:pt x="1918" y="0"/>
                  <a:pt x="1982" y="0"/>
                </a:cubicBezTo>
                <a:cubicBezTo>
                  <a:pt x="2047" y="0"/>
                  <a:pt x="2112" y="1"/>
                  <a:pt x="2177" y="3"/>
                </a:cubicBezTo>
                <a:cubicBezTo>
                  <a:pt x="2241" y="5"/>
                  <a:pt x="2305" y="8"/>
                  <a:pt x="2369" y="12"/>
                </a:cubicBezTo>
                <a:cubicBezTo>
                  <a:pt x="2433" y="16"/>
                  <a:pt x="2496" y="22"/>
                  <a:pt x="2558" y="28"/>
                </a:cubicBezTo>
                <a:cubicBezTo>
                  <a:pt x="2620" y="34"/>
                  <a:pt x="2681" y="42"/>
                  <a:pt x="2741" y="50"/>
                </a:cubicBezTo>
                <a:cubicBezTo>
                  <a:pt x="2801" y="58"/>
                  <a:pt x="2859" y="67"/>
                  <a:pt x="2916" y="78"/>
                </a:cubicBezTo>
                <a:cubicBezTo>
                  <a:pt x="2974" y="88"/>
                  <a:pt x="3029" y="99"/>
                  <a:pt x="3083" y="111"/>
                </a:cubicBezTo>
                <a:cubicBezTo>
                  <a:pt x="3137" y="123"/>
                  <a:pt x="3189" y="136"/>
                  <a:pt x="3239" y="149"/>
                </a:cubicBezTo>
                <a:cubicBezTo>
                  <a:pt x="3290" y="163"/>
                  <a:pt x="3338" y="178"/>
                  <a:pt x="3384" y="193"/>
                </a:cubicBezTo>
                <a:cubicBezTo>
                  <a:pt x="3429" y="208"/>
                  <a:pt x="3473" y="224"/>
                  <a:pt x="3514" y="241"/>
                </a:cubicBezTo>
                <a:cubicBezTo>
                  <a:pt x="3555" y="258"/>
                  <a:pt x="3594" y="275"/>
                  <a:pt x="3630" y="294"/>
                </a:cubicBezTo>
                <a:cubicBezTo>
                  <a:pt x="3666" y="312"/>
                  <a:pt x="3699" y="331"/>
                  <a:pt x="3730" y="350"/>
                </a:cubicBezTo>
                <a:cubicBezTo>
                  <a:pt x="3761" y="369"/>
                  <a:pt x="3788" y="388"/>
                  <a:pt x="3813" y="408"/>
                </a:cubicBezTo>
                <a:cubicBezTo>
                  <a:pt x="3838" y="428"/>
                  <a:pt x="3860" y="449"/>
                  <a:pt x="3879" y="469"/>
                </a:cubicBezTo>
                <a:cubicBezTo>
                  <a:pt x="3897" y="490"/>
                  <a:pt x="3913" y="511"/>
                  <a:pt x="3926" y="532"/>
                </a:cubicBezTo>
                <a:cubicBezTo>
                  <a:pt x="3938" y="553"/>
                  <a:pt x="3948" y="575"/>
                  <a:pt x="3954" y="596"/>
                </a:cubicBezTo>
                <a:cubicBezTo>
                  <a:pt x="3961" y="618"/>
                  <a:pt x="3964" y="639"/>
                  <a:pt x="3964" y="661"/>
                </a:cubicBezTo>
                <a:close/>
              </a:path>
            </a:pathLst>
          </a:custGeom>
          <a:solidFill>
            <a:srgbClr val="80008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6392160" y="4885200"/>
            <a:ext cx="1427040" cy="475920"/>
          </a:xfrm>
          <a:custGeom>
            <a:avLst/>
            <a:gdLst/>
            <a:ahLst/>
            <a:rect l="0" t="0" r="r" b="b"/>
            <a:pathLst>
              <a:path w="3964" h="1322">
                <a:moveTo>
                  <a:pt x="3964" y="661"/>
                </a:moveTo>
                <a:cubicBezTo>
                  <a:pt x="3964" y="683"/>
                  <a:pt x="3961" y="704"/>
                  <a:pt x="3954" y="726"/>
                </a:cubicBezTo>
                <a:cubicBezTo>
                  <a:pt x="3948" y="747"/>
                  <a:pt x="3938" y="769"/>
                  <a:pt x="3926" y="790"/>
                </a:cubicBezTo>
                <a:cubicBezTo>
                  <a:pt x="3913" y="811"/>
                  <a:pt x="3897" y="832"/>
                  <a:pt x="3879" y="853"/>
                </a:cubicBezTo>
                <a:cubicBezTo>
                  <a:pt x="3860" y="873"/>
                  <a:pt x="3838" y="894"/>
                  <a:pt x="3813" y="914"/>
                </a:cubicBezTo>
                <a:cubicBezTo>
                  <a:pt x="3788" y="934"/>
                  <a:pt x="3761" y="953"/>
                  <a:pt x="3730" y="972"/>
                </a:cubicBezTo>
                <a:cubicBezTo>
                  <a:pt x="3699" y="991"/>
                  <a:pt x="3666" y="1010"/>
                  <a:pt x="3630" y="1028"/>
                </a:cubicBezTo>
                <a:cubicBezTo>
                  <a:pt x="3594" y="1046"/>
                  <a:pt x="3555" y="1063"/>
                  <a:pt x="3514" y="1080"/>
                </a:cubicBezTo>
                <a:cubicBezTo>
                  <a:pt x="3473" y="1097"/>
                  <a:pt x="3429" y="1113"/>
                  <a:pt x="3384" y="1128"/>
                </a:cubicBezTo>
                <a:cubicBezTo>
                  <a:pt x="3338" y="1143"/>
                  <a:pt x="3290" y="1158"/>
                  <a:pt x="3239" y="1172"/>
                </a:cubicBezTo>
                <a:cubicBezTo>
                  <a:pt x="3189" y="1185"/>
                  <a:pt x="3137" y="1198"/>
                  <a:pt x="3083" y="1210"/>
                </a:cubicBezTo>
                <a:cubicBezTo>
                  <a:pt x="3029" y="1222"/>
                  <a:pt x="2974" y="1233"/>
                  <a:pt x="2916" y="1244"/>
                </a:cubicBezTo>
                <a:cubicBezTo>
                  <a:pt x="2859" y="1254"/>
                  <a:pt x="2801" y="1263"/>
                  <a:pt x="2741" y="1271"/>
                </a:cubicBezTo>
                <a:cubicBezTo>
                  <a:pt x="2681" y="1280"/>
                  <a:pt x="2620" y="1287"/>
                  <a:pt x="2558" y="1293"/>
                </a:cubicBezTo>
                <a:cubicBezTo>
                  <a:pt x="2496" y="1299"/>
                  <a:pt x="2433" y="1305"/>
                  <a:pt x="2369" y="1309"/>
                </a:cubicBezTo>
                <a:cubicBezTo>
                  <a:pt x="2305" y="1313"/>
                  <a:pt x="2241" y="1316"/>
                  <a:pt x="2177" y="1318"/>
                </a:cubicBezTo>
                <a:cubicBezTo>
                  <a:pt x="2112" y="1320"/>
                  <a:pt x="2047" y="1322"/>
                  <a:pt x="1982" y="1322"/>
                </a:cubicBezTo>
                <a:cubicBezTo>
                  <a:pt x="1918" y="1322"/>
                  <a:pt x="1853" y="1320"/>
                  <a:pt x="1788" y="1318"/>
                </a:cubicBezTo>
                <a:cubicBezTo>
                  <a:pt x="1724" y="1316"/>
                  <a:pt x="1659" y="1313"/>
                  <a:pt x="1596" y="1309"/>
                </a:cubicBezTo>
                <a:cubicBezTo>
                  <a:pt x="1532" y="1305"/>
                  <a:pt x="1469" y="1299"/>
                  <a:pt x="1407" y="1293"/>
                </a:cubicBezTo>
                <a:cubicBezTo>
                  <a:pt x="1345" y="1287"/>
                  <a:pt x="1284" y="1280"/>
                  <a:pt x="1224" y="1271"/>
                </a:cubicBezTo>
                <a:cubicBezTo>
                  <a:pt x="1164" y="1263"/>
                  <a:pt x="1106" y="1254"/>
                  <a:pt x="1048" y="1244"/>
                </a:cubicBezTo>
                <a:cubicBezTo>
                  <a:pt x="991" y="1233"/>
                  <a:pt x="936" y="1222"/>
                  <a:pt x="882" y="1210"/>
                </a:cubicBezTo>
                <a:cubicBezTo>
                  <a:pt x="828" y="1198"/>
                  <a:pt x="776" y="1185"/>
                  <a:pt x="725" y="1172"/>
                </a:cubicBezTo>
                <a:cubicBezTo>
                  <a:pt x="675" y="1158"/>
                  <a:pt x="627" y="1143"/>
                  <a:pt x="581" y="1128"/>
                </a:cubicBezTo>
                <a:cubicBezTo>
                  <a:pt x="535" y="1113"/>
                  <a:pt x="492" y="1097"/>
                  <a:pt x="451" y="1080"/>
                </a:cubicBezTo>
                <a:cubicBezTo>
                  <a:pt x="410" y="1063"/>
                  <a:pt x="371" y="1046"/>
                  <a:pt x="335" y="1028"/>
                </a:cubicBezTo>
                <a:cubicBezTo>
                  <a:pt x="299" y="1010"/>
                  <a:pt x="265" y="991"/>
                  <a:pt x="235" y="972"/>
                </a:cubicBezTo>
                <a:cubicBezTo>
                  <a:pt x="204" y="953"/>
                  <a:pt x="177" y="934"/>
                  <a:pt x="152" y="914"/>
                </a:cubicBezTo>
                <a:cubicBezTo>
                  <a:pt x="127" y="894"/>
                  <a:pt x="105" y="873"/>
                  <a:pt x="86" y="853"/>
                </a:cubicBezTo>
                <a:cubicBezTo>
                  <a:pt x="66" y="832"/>
                  <a:pt x="51" y="811"/>
                  <a:pt x="38" y="790"/>
                </a:cubicBezTo>
                <a:cubicBezTo>
                  <a:pt x="25" y="769"/>
                  <a:pt x="16" y="747"/>
                  <a:pt x="9" y="726"/>
                </a:cubicBezTo>
                <a:cubicBezTo>
                  <a:pt x="3" y="704"/>
                  <a:pt x="0" y="683"/>
                  <a:pt x="0" y="661"/>
                </a:cubicBezTo>
                <a:cubicBezTo>
                  <a:pt x="0" y="639"/>
                  <a:pt x="3" y="618"/>
                  <a:pt x="9" y="596"/>
                </a:cubicBezTo>
                <a:cubicBezTo>
                  <a:pt x="16" y="575"/>
                  <a:pt x="25" y="553"/>
                  <a:pt x="38" y="532"/>
                </a:cubicBezTo>
                <a:cubicBezTo>
                  <a:pt x="51" y="511"/>
                  <a:pt x="66" y="490"/>
                  <a:pt x="86" y="469"/>
                </a:cubicBezTo>
                <a:cubicBezTo>
                  <a:pt x="105" y="449"/>
                  <a:pt x="127" y="428"/>
                  <a:pt x="152" y="408"/>
                </a:cubicBezTo>
                <a:cubicBezTo>
                  <a:pt x="177" y="388"/>
                  <a:pt x="204" y="369"/>
                  <a:pt x="235" y="350"/>
                </a:cubicBezTo>
                <a:cubicBezTo>
                  <a:pt x="265" y="331"/>
                  <a:pt x="299" y="312"/>
                  <a:pt x="335" y="294"/>
                </a:cubicBezTo>
                <a:cubicBezTo>
                  <a:pt x="371" y="275"/>
                  <a:pt x="410" y="258"/>
                  <a:pt x="451" y="241"/>
                </a:cubicBezTo>
                <a:cubicBezTo>
                  <a:pt x="492" y="224"/>
                  <a:pt x="535" y="208"/>
                  <a:pt x="581" y="193"/>
                </a:cubicBezTo>
                <a:cubicBezTo>
                  <a:pt x="627" y="178"/>
                  <a:pt x="675" y="163"/>
                  <a:pt x="725" y="149"/>
                </a:cubicBezTo>
                <a:cubicBezTo>
                  <a:pt x="776" y="136"/>
                  <a:pt x="828" y="123"/>
                  <a:pt x="882" y="111"/>
                </a:cubicBezTo>
                <a:cubicBezTo>
                  <a:pt x="936" y="99"/>
                  <a:pt x="991" y="88"/>
                  <a:pt x="1048" y="78"/>
                </a:cubicBezTo>
                <a:cubicBezTo>
                  <a:pt x="1106" y="67"/>
                  <a:pt x="1164" y="58"/>
                  <a:pt x="1224" y="50"/>
                </a:cubicBezTo>
                <a:cubicBezTo>
                  <a:pt x="1284" y="42"/>
                  <a:pt x="1345" y="34"/>
                  <a:pt x="1407" y="28"/>
                </a:cubicBezTo>
                <a:cubicBezTo>
                  <a:pt x="1469" y="22"/>
                  <a:pt x="1532" y="16"/>
                  <a:pt x="1596" y="12"/>
                </a:cubicBezTo>
                <a:cubicBezTo>
                  <a:pt x="1659" y="8"/>
                  <a:pt x="1724" y="5"/>
                  <a:pt x="1788" y="3"/>
                </a:cubicBezTo>
                <a:cubicBezTo>
                  <a:pt x="1853" y="1"/>
                  <a:pt x="1918" y="0"/>
                  <a:pt x="1982" y="0"/>
                </a:cubicBezTo>
                <a:cubicBezTo>
                  <a:pt x="2047" y="0"/>
                  <a:pt x="2112" y="1"/>
                  <a:pt x="2177" y="3"/>
                </a:cubicBezTo>
                <a:cubicBezTo>
                  <a:pt x="2241" y="5"/>
                  <a:pt x="2305" y="8"/>
                  <a:pt x="2369" y="12"/>
                </a:cubicBezTo>
                <a:cubicBezTo>
                  <a:pt x="2433" y="16"/>
                  <a:pt x="2496" y="22"/>
                  <a:pt x="2558" y="28"/>
                </a:cubicBezTo>
                <a:cubicBezTo>
                  <a:pt x="2620" y="34"/>
                  <a:pt x="2681" y="42"/>
                  <a:pt x="2741" y="50"/>
                </a:cubicBezTo>
                <a:cubicBezTo>
                  <a:pt x="2801" y="58"/>
                  <a:pt x="2859" y="67"/>
                  <a:pt x="2916" y="78"/>
                </a:cubicBezTo>
                <a:cubicBezTo>
                  <a:pt x="2974" y="88"/>
                  <a:pt x="3029" y="99"/>
                  <a:pt x="3083" y="111"/>
                </a:cubicBezTo>
                <a:cubicBezTo>
                  <a:pt x="3137" y="123"/>
                  <a:pt x="3189" y="136"/>
                  <a:pt x="3239" y="149"/>
                </a:cubicBezTo>
                <a:cubicBezTo>
                  <a:pt x="3290" y="163"/>
                  <a:pt x="3338" y="178"/>
                  <a:pt x="3384" y="193"/>
                </a:cubicBezTo>
                <a:cubicBezTo>
                  <a:pt x="3429" y="208"/>
                  <a:pt x="3473" y="224"/>
                  <a:pt x="3514" y="241"/>
                </a:cubicBezTo>
                <a:cubicBezTo>
                  <a:pt x="3555" y="258"/>
                  <a:pt x="3594" y="275"/>
                  <a:pt x="3630" y="294"/>
                </a:cubicBezTo>
                <a:cubicBezTo>
                  <a:pt x="3666" y="312"/>
                  <a:pt x="3699" y="331"/>
                  <a:pt x="3730" y="350"/>
                </a:cubicBezTo>
                <a:cubicBezTo>
                  <a:pt x="3761" y="369"/>
                  <a:pt x="3788" y="388"/>
                  <a:pt x="3813" y="408"/>
                </a:cubicBezTo>
                <a:cubicBezTo>
                  <a:pt x="3838" y="428"/>
                  <a:pt x="3860" y="449"/>
                  <a:pt x="3879" y="469"/>
                </a:cubicBezTo>
                <a:cubicBezTo>
                  <a:pt x="3897" y="490"/>
                  <a:pt x="3913" y="511"/>
                  <a:pt x="3926" y="532"/>
                </a:cubicBezTo>
                <a:cubicBezTo>
                  <a:pt x="3938" y="553"/>
                  <a:pt x="3948" y="575"/>
                  <a:pt x="3954" y="596"/>
                </a:cubicBezTo>
                <a:cubicBezTo>
                  <a:pt x="3961" y="618"/>
                  <a:pt x="3964" y="639"/>
                  <a:pt x="3964" y="661"/>
                </a:cubicBezTo>
                <a:close/>
              </a:path>
            </a:pathLst>
          </a:custGeom>
          <a:noFill/>
          <a:ln w="23760">
            <a:solidFill>
              <a:srgbClr val="800080"/>
            </a:solidFill>
            <a:miter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6750000" y="4359600"/>
            <a:ext cx="8366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EXECUTION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7105320" y="5360760"/>
            <a:ext cx="0" cy="237600"/>
          </a:xfrm>
          <a:prstGeom prst="line">
            <a:avLst/>
          </a:prstGeom>
          <a:ln w="23760">
            <a:solidFill>
              <a:srgbClr val="BE29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7034040" y="546984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398" y="0"/>
                </a:moveTo>
                <a:lnTo>
                  <a:pt x="199" y="398"/>
                </a:lnTo>
                <a:lnTo>
                  <a:pt x="0" y="0"/>
                </a:lnTo>
                <a:lnTo>
                  <a:pt x="398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550560" y="5630040"/>
            <a:ext cx="1110240" cy="412560"/>
          </a:xfrm>
          <a:custGeom>
            <a:avLst/>
            <a:gdLst/>
            <a:ahLst/>
            <a:rect l="0" t="0" r="r" b="b"/>
            <a:pathLst>
              <a:path w="3084" h="1146">
                <a:moveTo>
                  <a:pt x="3084" y="573"/>
                </a:moveTo>
                <a:cubicBezTo>
                  <a:pt x="3084" y="591"/>
                  <a:pt x="3081" y="610"/>
                  <a:pt x="3076" y="629"/>
                </a:cubicBezTo>
                <a:cubicBezTo>
                  <a:pt x="3071" y="647"/>
                  <a:pt x="3064" y="666"/>
                  <a:pt x="3054" y="684"/>
                </a:cubicBezTo>
                <a:cubicBezTo>
                  <a:pt x="3044" y="703"/>
                  <a:pt x="3032" y="721"/>
                  <a:pt x="3017" y="739"/>
                </a:cubicBezTo>
                <a:cubicBezTo>
                  <a:pt x="3003" y="757"/>
                  <a:pt x="2986" y="774"/>
                  <a:pt x="2966" y="792"/>
                </a:cubicBezTo>
                <a:cubicBezTo>
                  <a:pt x="2947" y="809"/>
                  <a:pt x="2925" y="826"/>
                  <a:pt x="2902" y="842"/>
                </a:cubicBezTo>
                <a:cubicBezTo>
                  <a:pt x="2878" y="859"/>
                  <a:pt x="2852" y="875"/>
                  <a:pt x="2824" y="891"/>
                </a:cubicBezTo>
                <a:cubicBezTo>
                  <a:pt x="2796" y="906"/>
                  <a:pt x="2766" y="921"/>
                  <a:pt x="2734" y="936"/>
                </a:cubicBezTo>
                <a:cubicBezTo>
                  <a:pt x="2702" y="951"/>
                  <a:pt x="2668" y="965"/>
                  <a:pt x="2632" y="978"/>
                </a:cubicBezTo>
                <a:cubicBezTo>
                  <a:pt x="2596" y="992"/>
                  <a:pt x="2559" y="1004"/>
                  <a:pt x="2520" y="1016"/>
                </a:cubicBezTo>
                <a:cubicBezTo>
                  <a:pt x="2481" y="1028"/>
                  <a:pt x="2441" y="1039"/>
                  <a:pt x="2399" y="1049"/>
                </a:cubicBezTo>
                <a:cubicBezTo>
                  <a:pt x="2357" y="1060"/>
                  <a:pt x="2313" y="1070"/>
                  <a:pt x="2269" y="1078"/>
                </a:cubicBezTo>
                <a:cubicBezTo>
                  <a:pt x="2224" y="1087"/>
                  <a:pt x="2179" y="1095"/>
                  <a:pt x="2132" y="1102"/>
                </a:cubicBezTo>
                <a:cubicBezTo>
                  <a:pt x="2086" y="1110"/>
                  <a:pt x="2038" y="1116"/>
                  <a:pt x="1990" y="1121"/>
                </a:cubicBezTo>
                <a:cubicBezTo>
                  <a:pt x="1941" y="1127"/>
                  <a:pt x="1893" y="1131"/>
                  <a:pt x="1843" y="1135"/>
                </a:cubicBezTo>
                <a:cubicBezTo>
                  <a:pt x="1793" y="1139"/>
                  <a:pt x="1743" y="1141"/>
                  <a:pt x="1692" y="1143"/>
                </a:cubicBezTo>
                <a:cubicBezTo>
                  <a:pt x="1642" y="1145"/>
                  <a:pt x="1592" y="1146"/>
                  <a:pt x="1541" y="1146"/>
                </a:cubicBezTo>
                <a:cubicBezTo>
                  <a:pt x="1491" y="1146"/>
                  <a:pt x="1441" y="1145"/>
                  <a:pt x="1390" y="1143"/>
                </a:cubicBezTo>
                <a:cubicBezTo>
                  <a:pt x="1340" y="1141"/>
                  <a:pt x="1290" y="1139"/>
                  <a:pt x="1241" y="1135"/>
                </a:cubicBezTo>
                <a:cubicBezTo>
                  <a:pt x="1191" y="1131"/>
                  <a:pt x="1142" y="1127"/>
                  <a:pt x="1094" y="1121"/>
                </a:cubicBezTo>
                <a:cubicBezTo>
                  <a:pt x="1046" y="1116"/>
                  <a:pt x="998" y="1110"/>
                  <a:pt x="952" y="1102"/>
                </a:cubicBezTo>
                <a:cubicBezTo>
                  <a:pt x="905" y="1095"/>
                  <a:pt x="859" y="1087"/>
                  <a:pt x="815" y="1078"/>
                </a:cubicBezTo>
                <a:cubicBezTo>
                  <a:pt x="770" y="1070"/>
                  <a:pt x="727" y="1060"/>
                  <a:pt x="685" y="1049"/>
                </a:cubicBezTo>
                <a:cubicBezTo>
                  <a:pt x="643" y="1039"/>
                  <a:pt x="603" y="1028"/>
                  <a:pt x="564" y="1016"/>
                </a:cubicBezTo>
                <a:cubicBezTo>
                  <a:pt x="525" y="1004"/>
                  <a:pt x="487" y="992"/>
                  <a:pt x="452" y="978"/>
                </a:cubicBezTo>
                <a:cubicBezTo>
                  <a:pt x="416" y="965"/>
                  <a:pt x="382" y="951"/>
                  <a:pt x="350" y="936"/>
                </a:cubicBezTo>
                <a:cubicBezTo>
                  <a:pt x="318" y="921"/>
                  <a:pt x="288" y="906"/>
                  <a:pt x="260" y="891"/>
                </a:cubicBezTo>
                <a:cubicBezTo>
                  <a:pt x="232" y="875"/>
                  <a:pt x="206" y="859"/>
                  <a:pt x="182" y="842"/>
                </a:cubicBezTo>
                <a:cubicBezTo>
                  <a:pt x="158" y="826"/>
                  <a:pt x="137" y="809"/>
                  <a:pt x="118" y="792"/>
                </a:cubicBezTo>
                <a:cubicBezTo>
                  <a:pt x="98" y="774"/>
                  <a:pt x="81" y="757"/>
                  <a:pt x="67" y="739"/>
                </a:cubicBezTo>
                <a:cubicBezTo>
                  <a:pt x="52" y="721"/>
                  <a:pt x="40" y="703"/>
                  <a:pt x="30" y="684"/>
                </a:cubicBezTo>
                <a:cubicBezTo>
                  <a:pt x="20" y="666"/>
                  <a:pt x="13" y="647"/>
                  <a:pt x="8" y="629"/>
                </a:cubicBezTo>
                <a:cubicBezTo>
                  <a:pt x="3" y="610"/>
                  <a:pt x="0" y="591"/>
                  <a:pt x="0" y="573"/>
                </a:cubicBezTo>
                <a:cubicBezTo>
                  <a:pt x="0" y="554"/>
                  <a:pt x="3" y="535"/>
                  <a:pt x="8" y="516"/>
                </a:cubicBezTo>
                <a:cubicBezTo>
                  <a:pt x="13" y="498"/>
                  <a:pt x="20" y="479"/>
                  <a:pt x="30" y="461"/>
                </a:cubicBezTo>
                <a:cubicBezTo>
                  <a:pt x="40" y="442"/>
                  <a:pt x="52" y="424"/>
                  <a:pt x="67" y="406"/>
                </a:cubicBezTo>
                <a:cubicBezTo>
                  <a:pt x="81" y="388"/>
                  <a:pt x="98" y="371"/>
                  <a:pt x="118" y="353"/>
                </a:cubicBezTo>
                <a:cubicBezTo>
                  <a:pt x="137" y="336"/>
                  <a:pt x="158" y="319"/>
                  <a:pt x="182" y="303"/>
                </a:cubicBezTo>
                <a:cubicBezTo>
                  <a:pt x="206" y="286"/>
                  <a:pt x="232" y="270"/>
                  <a:pt x="260" y="254"/>
                </a:cubicBezTo>
                <a:cubicBezTo>
                  <a:pt x="288" y="239"/>
                  <a:pt x="318" y="224"/>
                  <a:pt x="350" y="209"/>
                </a:cubicBezTo>
                <a:cubicBezTo>
                  <a:pt x="382" y="195"/>
                  <a:pt x="416" y="181"/>
                  <a:pt x="452" y="168"/>
                </a:cubicBezTo>
                <a:cubicBezTo>
                  <a:pt x="487" y="154"/>
                  <a:pt x="525" y="142"/>
                  <a:pt x="564" y="130"/>
                </a:cubicBezTo>
                <a:cubicBezTo>
                  <a:pt x="603" y="118"/>
                  <a:pt x="643" y="107"/>
                  <a:pt x="685" y="97"/>
                </a:cubicBezTo>
                <a:cubicBezTo>
                  <a:pt x="727" y="86"/>
                  <a:pt x="770" y="77"/>
                  <a:pt x="815" y="68"/>
                </a:cubicBezTo>
                <a:cubicBezTo>
                  <a:pt x="859" y="59"/>
                  <a:pt x="905" y="51"/>
                  <a:pt x="952" y="44"/>
                </a:cubicBezTo>
                <a:cubicBezTo>
                  <a:pt x="998" y="36"/>
                  <a:pt x="1046" y="30"/>
                  <a:pt x="1094" y="25"/>
                </a:cubicBezTo>
                <a:cubicBezTo>
                  <a:pt x="1142" y="19"/>
                  <a:pt x="1191" y="15"/>
                  <a:pt x="1241" y="11"/>
                </a:cubicBezTo>
                <a:cubicBezTo>
                  <a:pt x="1290" y="7"/>
                  <a:pt x="1340" y="5"/>
                  <a:pt x="1390" y="3"/>
                </a:cubicBezTo>
                <a:cubicBezTo>
                  <a:pt x="1441" y="1"/>
                  <a:pt x="1491" y="0"/>
                  <a:pt x="1541" y="0"/>
                </a:cubicBezTo>
                <a:cubicBezTo>
                  <a:pt x="1592" y="0"/>
                  <a:pt x="1642" y="1"/>
                  <a:pt x="1692" y="3"/>
                </a:cubicBezTo>
                <a:cubicBezTo>
                  <a:pt x="1743" y="5"/>
                  <a:pt x="1793" y="7"/>
                  <a:pt x="1843" y="11"/>
                </a:cubicBezTo>
                <a:cubicBezTo>
                  <a:pt x="1893" y="15"/>
                  <a:pt x="1941" y="19"/>
                  <a:pt x="1990" y="25"/>
                </a:cubicBezTo>
                <a:cubicBezTo>
                  <a:pt x="2038" y="30"/>
                  <a:pt x="2086" y="36"/>
                  <a:pt x="2132" y="44"/>
                </a:cubicBezTo>
                <a:cubicBezTo>
                  <a:pt x="2179" y="51"/>
                  <a:pt x="2224" y="59"/>
                  <a:pt x="2269" y="68"/>
                </a:cubicBezTo>
                <a:cubicBezTo>
                  <a:pt x="2313" y="77"/>
                  <a:pt x="2357" y="86"/>
                  <a:pt x="2399" y="97"/>
                </a:cubicBezTo>
                <a:cubicBezTo>
                  <a:pt x="2441" y="107"/>
                  <a:pt x="2481" y="118"/>
                  <a:pt x="2520" y="130"/>
                </a:cubicBezTo>
                <a:cubicBezTo>
                  <a:pt x="2559" y="142"/>
                  <a:pt x="2596" y="154"/>
                  <a:pt x="2632" y="168"/>
                </a:cubicBezTo>
                <a:cubicBezTo>
                  <a:pt x="2668" y="181"/>
                  <a:pt x="2702" y="195"/>
                  <a:pt x="2734" y="209"/>
                </a:cubicBezTo>
                <a:cubicBezTo>
                  <a:pt x="2766" y="224"/>
                  <a:pt x="2796" y="239"/>
                  <a:pt x="2824" y="254"/>
                </a:cubicBezTo>
                <a:cubicBezTo>
                  <a:pt x="2852" y="270"/>
                  <a:pt x="2878" y="286"/>
                  <a:pt x="2902" y="303"/>
                </a:cubicBezTo>
                <a:cubicBezTo>
                  <a:pt x="2925" y="319"/>
                  <a:pt x="2947" y="336"/>
                  <a:pt x="2966" y="353"/>
                </a:cubicBezTo>
                <a:cubicBezTo>
                  <a:pt x="2986" y="371"/>
                  <a:pt x="3003" y="388"/>
                  <a:pt x="3017" y="406"/>
                </a:cubicBezTo>
                <a:cubicBezTo>
                  <a:pt x="3032" y="424"/>
                  <a:pt x="3044" y="442"/>
                  <a:pt x="3054" y="461"/>
                </a:cubicBezTo>
                <a:cubicBezTo>
                  <a:pt x="3064" y="479"/>
                  <a:pt x="3071" y="498"/>
                  <a:pt x="3076" y="516"/>
                </a:cubicBezTo>
                <a:cubicBezTo>
                  <a:pt x="3081" y="535"/>
                  <a:pt x="3084" y="554"/>
                  <a:pt x="3084" y="573"/>
                </a:cubicBezTo>
                <a:close/>
              </a:path>
            </a:pathLst>
          </a:custGeom>
          <a:solidFill>
            <a:srgbClr val="660066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550560" y="5630040"/>
            <a:ext cx="1110240" cy="412560"/>
          </a:xfrm>
          <a:custGeom>
            <a:avLst/>
            <a:gdLst/>
            <a:ahLst/>
            <a:rect l="0" t="0" r="r" b="b"/>
            <a:pathLst>
              <a:path w="3084" h="1146">
                <a:moveTo>
                  <a:pt x="3084" y="573"/>
                </a:moveTo>
                <a:cubicBezTo>
                  <a:pt x="3084" y="591"/>
                  <a:pt x="3081" y="610"/>
                  <a:pt x="3076" y="629"/>
                </a:cubicBezTo>
                <a:cubicBezTo>
                  <a:pt x="3071" y="647"/>
                  <a:pt x="3064" y="666"/>
                  <a:pt x="3054" y="684"/>
                </a:cubicBezTo>
                <a:cubicBezTo>
                  <a:pt x="3044" y="703"/>
                  <a:pt x="3032" y="721"/>
                  <a:pt x="3017" y="739"/>
                </a:cubicBezTo>
                <a:cubicBezTo>
                  <a:pt x="3003" y="757"/>
                  <a:pt x="2986" y="774"/>
                  <a:pt x="2966" y="792"/>
                </a:cubicBezTo>
                <a:cubicBezTo>
                  <a:pt x="2947" y="809"/>
                  <a:pt x="2925" y="826"/>
                  <a:pt x="2902" y="842"/>
                </a:cubicBezTo>
                <a:cubicBezTo>
                  <a:pt x="2878" y="859"/>
                  <a:pt x="2852" y="875"/>
                  <a:pt x="2824" y="891"/>
                </a:cubicBezTo>
                <a:cubicBezTo>
                  <a:pt x="2796" y="906"/>
                  <a:pt x="2766" y="921"/>
                  <a:pt x="2734" y="936"/>
                </a:cubicBezTo>
                <a:cubicBezTo>
                  <a:pt x="2702" y="951"/>
                  <a:pt x="2668" y="965"/>
                  <a:pt x="2632" y="978"/>
                </a:cubicBezTo>
                <a:cubicBezTo>
                  <a:pt x="2596" y="992"/>
                  <a:pt x="2559" y="1004"/>
                  <a:pt x="2520" y="1016"/>
                </a:cubicBezTo>
                <a:cubicBezTo>
                  <a:pt x="2481" y="1028"/>
                  <a:pt x="2441" y="1039"/>
                  <a:pt x="2399" y="1049"/>
                </a:cubicBezTo>
                <a:cubicBezTo>
                  <a:pt x="2357" y="1060"/>
                  <a:pt x="2313" y="1070"/>
                  <a:pt x="2269" y="1078"/>
                </a:cubicBezTo>
                <a:cubicBezTo>
                  <a:pt x="2224" y="1087"/>
                  <a:pt x="2179" y="1095"/>
                  <a:pt x="2132" y="1102"/>
                </a:cubicBezTo>
                <a:cubicBezTo>
                  <a:pt x="2086" y="1110"/>
                  <a:pt x="2038" y="1116"/>
                  <a:pt x="1990" y="1121"/>
                </a:cubicBezTo>
                <a:cubicBezTo>
                  <a:pt x="1941" y="1127"/>
                  <a:pt x="1893" y="1131"/>
                  <a:pt x="1843" y="1135"/>
                </a:cubicBezTo>
                <a:cubicBezTo>
                  <a:pt x="1793" y="1139"/>
                  <a:pt x="1743" y="1141"/>
                  <a:pt x="1692" y="1143"/>
                </a:cubicBezTo>
                <a:cubicBezTo>
                  <a:pt x="1642" y="1145"/>
                  <a:pt x="1592" y="1146"/>
                  <a:pt x="1541" y="1146"/>
                </a:cubicBezTo>
                <a:cubicBezTo>
                  <a:pt x="1491" y="1146"/>
                  <a:pt x="1441" y="1145"/>
                  <a:pt x="1390" y="1143"/>
                </a:cubicBezTo>
                <a:cubicBezTo>
                  <a:pt x="1340" y="1141"/>
                  <a:pt x="1290" y="1139"/>
                  <a:pt x="1241" y="1135"/>
                </a:cubicBezTo>
                <a:cubicBezTo>
                  <a:pt x="1191" y="1131"/>
                  <a:pt x="1142" y="1127"/>
                  <a:pt x="1094" y="1121"/>
                </a:cubicBezTo>
                <a:cubicBezTo>
                  <a:pt x="1046" y="1116"/>
                  <a:pt x="998" y="1110"/>
                  <a:pt x="952" y="1102"/>
                </a:cubicBezTo>
                <a:cubicBezTo>
                  <a:pt x="905" y="1095"/>
                  <a:pt x="859" y="1087"/>
                  <a:pt x="815" y="1078"/>
                </a:cubicBezTo>
                <a:cubicBezTo>
                  <a:pt x="770" y="1070"/>
                  <a:pt x="727" y="1060"/>
                  <a:pt x="685" y="1049"/>
                </a:cubicBezTo>
                <a:cubicBezTo>
                  <a:pt x="643" y="1039"/>
                  <a:pt x="603" y="1028"/>
                  <a:pt x="564" y="1016"/>
                </a:cubicBezTo>
                <a:cubicBezTo>
                  <a:pt x="525" y="1004"/>
                  <a:pt x="487" y="992"/>
                  <a:pt x="452" y="978"/>
                </a:cubicBezTo>
                <a:cubicBezTo>
                  <a:pt x="416" y="965"/>
                  <a:pt x="382" y="951"/>
                  <a:pt x="350" y="936"/>
                </a:cubicBezTo>
                <a:cubicBezTo>
                  <a:pt x="318" y="921"/>
                  <a:pt x="288" y="906"/>
                  <a:pt x="260" y="891"/>
                </a:cubicBezTo>
                <a:cubicBezTo>
                  <a:pt x="232" y="875"/>
                  <a:pt x="206" y="859"/>
                  <a:pt x="182" y="842"/>
                </a:cubicBezTo>
                <a:cubicBezTo>
                  <a:pt x="158" y="826"/>
                  <a:pt x="137" y="809"/>
                  <a:pt x="118" y="792"/>
                </a:cubicBezTo>
                <a:cubicBezTo>
                  <a:pt x="98" y="774"/>
                  <a:pt x="81" y="757"/>
                  <a:pt x="67" y="739"/>
                </a:cubicBezTo>
                <a:cubicBezTo>
                  <a:pt x="52" y="721"/>
                  <a:pt x="40" y="703"/>
                  <a:pt x="30" y="684"/>
                </a:cubicBezTo>
                <a:cubicBezTo>
                  <a:pt x="20" y="666"/>
                  <a:pt x="13" y="647"/>
                  <a:pt x="8" y="629"/>
                </a:cubicBezTo>
                <a:cubicBezTo>
                  <a:pt x="3" y="610"/>
                  <a:pt x="0" y="591"/>
                  <a:pt x="0" y="573"/>
                </a:cubicBezTo>
                <a:cubicBezTo>
                  <a:pt x="0" y="554"/>
                  <a:pt x="3" y="535"/>
                  <a:pt x="8" y="516"/>
                </a:cubicBezTo>
                <a:cubicBezTo>
                  <a:pt x="13" y="498"/>
                  <a:pt x="20" y="479"/>
                  <a:pt x="30" y="461"/>
                </a:cubicBezTo>
                <a:cubicBezTo>
                  <a:pt x="40" y="442"/>
                  <a:pt x="52" y="424"/>
                  <a:pt x="67" y="406"/>
                </a:cubicBezTo>
                <a:cubicBezTo>
                  <a:pt x="81" y="388"/>
                  <a:pt x="98" y="371"/>
                  <a:pt x="118" y="353"/>
                </a:cubicBezTo>
                <a:cubicBezTo>
                  <a:pt x="137" y="336"/>
                  <a:pt x="158" y="319"/>
                  <a:pt x="182" y="303"/>
                </a:cubicBezTo>
                <a:cubicBezTo>
                  <a:pt x="206" y="286"/>
                  <a:pt x="232" y="270"/>
                  <a:pt x="260" y="254"/>
                </a:cubicBezTo>
                <a:cubicBezTo>
                  <a:pt x="288" y="239"/>
                  <a:pt x="318" y="224"/>
                  <a:pt x="350" y="209"/>
                </a:cubicBezTo>
                <a:cubicBezTo>
                  <a:pt x="382" y="195"/>
                  <a:pt x="416" y="181"/>
                  <a:pt x="452" y="168"/>
                </a:cubicBezTo>
                <a:cubicBezTo>
                  <a:pt x="487" y="154"/>
                  <a:pt x="525" y="142"/>
                  <a:pt x="564" y="130"/>
                </a:cubicBezTo>
                <a:cubicBezTo>
                  <a:pt x="603" y="118"/>
                  <a:pt x="643" y="107"/>
                  <a:pt x="685" y="97"/>
                </a:cubicBezTo>
                <a:cubicBezTo>
                  <a:pt x="727" y="86"/>
                  <a:pt x="770" y="77"/>
                  <a:pt x="815" y="68"/>
                </a:cubicBezTo>
                <a:cubicBezTo>
                  <a:pt x="859" y="59"/>
                  <a:pt x="905" y="51"/>
                  <a:pt x="952" y="44"/>
                </a:cubicBezTo>
                <a:cubicBezTo>
                  <a:pt x="998" y="36"/>
                  <a:pt x="1046" y="30"/>
                  <a:pt x="1094" y="25"/>
                </a:cubicBezTo>
                <a:cubicBezTo>
                  <a:pt x="1142" y="19"/>
                  <a:pt x="1191" y="15"/>
                  <a:pt x="1241" y="11"/>
                </a:cubicBezTo>
                <a:cubicBezTo>
                  <a:pt x="1290" y="7"/>
                  <a:pt x="1340" y="5"/>
                  <a:pt x="1390" y="3"/>
                </a:cubicBezTo>
                <a:cubicBezTo>
                  <a:pt x="1441" y="1"/>
                  <a:pt x="1491" y="0"/>
                  <a:pt x="1541" y="0"/>
                </a:cubicBezTo>
                <a:cubicBezTo>
                  <a:pt x="1592" y="0"/>
                  <a:pt x="1642" y="1"/>
                  <a:pt x="1692" y="3"/>
                </a:cubicBezTo>
                <a:cubicBezTo>
                  <a:pt x="1743" y="5"/>
                  <a:pt x="1793" y="7"/>
                  <a:pt x="1843" y="11"/>
                </a:cubicBezTo>
                <a:cubicBezTo>
                  <a:pt x="1893" y="15"/>
                  <a:pt x="1941" y="19"/>
                  <a:pt x="1990" y="25"/>
                </a:cubicBezTo>
                <a:cubicBezTo>
                  <a:pt x="2038" y="30"/>
                  <a:pt x="2086" y="36"/>
                  <a:pt x="2132" y="44"/>
                </a:cubicBezTo>
                <a:cubicBezTo>
                  <a:pt x="2179" y="51"/>
                  <a:pt x="2224" y="59"/>
                  <a:pt x="2269" y="68"/>
                </a:cubicBezTo>
                <a:cubicBezTo>
                  <a:pt x="2313" y="77"/>
                  <a:pt x="2357" y="86"/>
                  <a:pt x="2399" y="97"/>
                </a:cubicBezTo>
                <a:cubicBezTo>
                  <a:pt x="2441" y="107"/>
                  <a:pt x="2481" y="118"/>
                  <a:pt x="2520" y="130"/>
                </a:cubicBezTo>
                <a:cubicBezTo>
                  <a:pt x="2559" y="142"/>
                  <a:pt x="2596" y="154"/>
                  <a:pt x="2632" y="168"/>
                </a:cubicBezTo>
                <a:cubicBezTo>
                  <a:pt x="2668" y="181"/>
                  <a:pt x="2702" y="195"/>
                  <a:pt x="2734" y="209"/>
                </a:cubicBezTo>
                <a:cubicBezTo>
                  <a:pt x="2766" y="224"/>
                  <a:pt x="2796" y="239"/>
                  <a:pt x="2824" y="254"/>
                </a:cubicBezTo>
                <a:cubicBezTo>
                  <a:pt x="2852" y="270"/>
                  <a:pt x="2878" y="286"/>
                  <a:pt x="2902" y="303"/>
                </a:cubicBezTo>
                <a:cubicBezTo>
                  <a:pt x="2925" y="319"/>
                  <a:pt x="2947" y="336"/>
                  <a:pt x="2966" y="353"/>
                </a:cubicBezTo>
                <a:cubicBezTo>
                  <a:pt x="2986" y="371"/>
                  <a:pt x="3003" y="388"/>
                  <a:pt x="3017" y="406"/>
                </a:cubicBezTo>
                <a:cubicBezTo>
                  <a:pt x="3032" y="424"/>
                  <a:pt x="3044" y="442"/>
                  <a:pt x="3054" y="461"/>
                </a:cubicBezTo>
                <a:cubicBezTo>
                  <a:pt x="3064" y="479"/>
                  <a:pt x="3071" y="498"/>
                  <a:pt x="3076" y="516"/>
                </a:cubicBezTo>
                <a:cubicBezTo>
                  <a:pt x="3081" y="535"/>
                  <a:pt x="3084" y="554"/>
                  <a:pt x="3084" y="573"/>
                </a:cubicBezTo>
                <a:close/>
              </a:path>
            </a:pathLst>
          </a:custGeom>
          <a:noFill/>
          <a:ln w="23760">
            <a:solidFill>
              <a:srgbClr val="660066"/>
            </a:solidFill>
            <a:miter/>
          </a:ln>
        </p:spPr>
        <p:txBody>
          <a:bodyPr lIns="11880" tIns="11880" rIns="11880" bIns="11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6894720" y="5073120"/>
            <a:ext cx="518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VERIFY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6927840" y="5786280"/>
            <a:ext cx="4147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DONE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6083280" y="6100560"/>
            <a:ext cx="2183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0" b="0" u="none" strike="noStrike">
                <a:solidFill>
                  <a:srgbClr val="888888"/>
                </a:solidFill>
                <a:effectLst/>
                <a:uFillTx/>
                <a:latin typeface="SourceSansPro"/>
                <a:ea typeface="SourceSansPro"/>
              </a:rPr>
              <a:t>State saved to .agent/ before each transition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80720" y="2286000"/>
            <a:ext cx="4648680" cy="2934000"/>
          </a:xfrm>
          <a:custGeom>
            <a:avLst/>
            <a:gdLst/>
            <a:ahLst/>
            <a:rect l="0" t="0" r="r" b="b"/>
            <a:pathLst>
              <a:path w="12913" h="8150">
                <a:moveTo>
                  <a:pt x="31" y="30"/>
                </a:moveTo>
                <a:cubicBezTo>
                  <a:pt x="52" y="10"/>
                  <a:pt x="77" y="0"/>
                  <a:pt x="106" y="0"/>
                </a:cubicBezTo>
                <a:lnTo>
                  <a:pt x="12807" y="0"/>
                </a:lnTo>
                <a:cubicBezTo>
                  <a:pt x="12836" y="0"/>
                  <a:pt x="12861" y="10"/>
                  <a:pt x="12882" y="30"/>
                </a:cubicBezTo>
                <a:cubicBezTo>
                  <a:pt x="12903" y="51"/>
                  <a:pt x="12913" y="76"/>
                  <a:pt x="12913" y="105"/>
                </a:cubicBezTo>
                <a:lnTo>
                  <a:pt x="12913" y="8044"/>
                </a:lnTo>
                <a:cubicBezTo>
                  <a:pt x="12913" y="8073"/>
                  <a:pt x="12903" y="8098"/>
                  <a:pt x="12882" y="8119"/>
                </a:cubicBezTo>
                <a:cubicBezTo>
                  <a:pt x="12861" y="8139"/>
                  <a:pt x="12836" y="8150"/>
                  <a:pt x="12807" y="8150"/>
                </a:cubicBezTo>
                <a:lnTo>
                  <a:pt x="106" y="8150"/>
                </a:lnTo>
                <a:cubicBezTo>
                  <a:pt x="77" y="8150"/>
                  <a:pt x="52" y="8139"/>
                  <a:pt x="31" y="8119"/>
                </a:cubicBezTo>
                <a:cubicBezTo>
                  <a:pt x="11" y="8098"/>
                  <a:pt x="0" y="8073"/>
                  <a:pt x="0" y="8044"/>
                </a:cubicBezTo>
                <a:lnTo>
                  <a:pt x="0" y="105"/>
                </a:lnTo>
                <a:cubicBezTo>
                  <a:pt x="0" y="76"/>
                  <a:pt x="11" y="51"/>
                  <a:pt x="31" y="30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98000" y="2286000"/>
            <a:ext cx="4620600" cy="18720"/>
          </a:xfrm>
          <a:custGeom>
            <a:avLst/>
            <a:gdLst/>
            <a:ahLst/>
            <a:rect l="0" t="0" r="r" b="b"/>
            <a:pathLst>
              <a:path w="12835" h="52">
                <a:moveTo>
                  <a:pt x="12816" y="52"/>
                </a:moveTo>
                <a:cubicBezTo>
                  <a:pt x="12816" y="50"/>
                  <a:pt x="12816" y="50"/>
                  <a:pt x="12815" y="49"/>
                </a:cubicBezTo>
                <a:cubicBezTo>
                  <a:pt x="12800" y="34"/>
                  <a:pt x="12781" y="26"/>
                  <a:pt x="12759" y="26"/>
                </a:cubicBezTo>
                <a:lnTo>
                  <a:pt x="58" y="26"/>
                </a:lnTo>
                <a:cubicBezTo>
                  <a:pt x="54" y="26"/>
                  <a:pt x="51" y="28"/>
                  <a:pt x="48" y="32"/>
                </a:cubicBezTo>
                <a:lnTo>
                  <a:pt x="0" y="16"/>
                </a:lnTo>
                <a:cubicBezTo>
                  <a:pt x="17" y="5"/>
                  <a:pt x="36" y="0"/>
                  <a:pt x="58" y="0"/>
                </a:cubicBezTo>
                <a:lnTo>
                  <a:pt x="12759" y="0"/>
                </a:lnTo>
                <a:cubicBezTo>
                  <a:pt x="12788" y="0"/>
                  <a:pt x="12813" y="10"/>
                  <a:pt x="12834" y="30"/>
                </a:cubicBezTo>
                <a:cubicBezTo>
                  <a:pt x="12834" y="31"/>
                  <a:pt x="12835" y="31"/>
                  <a:pt x="12835" y="32"/>
                </a:cubicBezTo>
                <a:lnTo>
                  <a:pt x="12816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98000" y="5201280"/>
            <a:ext cx="4620600" cy="18720"/>
          </a:xfrm>
          <a:custGeom>
            <a:avLst/>
            <a:gdLst/>
            <a:ahLst/>
            <a:rect l="0" t="0" r="r" b="b"/>
            <a:pathLst>
              <a:path w="12835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759" y="25"/>
                </a:lnTo>
                <a:cubicBezTo>
                  <a:pt x="12781" y="25"/>
                  <a:pt x="12800" y="17"/>
                  <a:pt x="12815" y="1"/>
                </a:cubicBezTo>
                <a:cubicBezTo>
                  <a:pt x="12816" y="1"/>
                  <a:pt x="12816" y="0"/>
                  <a:pt x="12816" y="0"/>
                </a:cubicBezTo>
                <a:lnTo>
                  <a:pt x="12835" y="19"/>
                </a:lnTo>
                <a:cubicBezTo>
                  <a:pt x="12835" y="20"/>
                  <a:pt x="12834" y="20"/>
                  <a:pt x="12834" y="21"/>
                </a:cubicBezTo>
                <a:cubicBezTo>
                  <a:pt x="12813" y="41"/>
                  <a:pt x="12788" y="52"/>
                  <a:pt x="12759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4811040" y="2296800"/>
            <a:ext cx="18360" cy="2912040"/>
          </a:xfrm>
          <a:custGeom>
            <a:avLst/>
            <a:gdLst/>
            <a:ahLst/>
            <a:rect l="0" t="0" r="r" b="b"/>
            <a:pathLst>
              <a:path w="51" h="8089">
                <a:moveTo>
                  <a:pt x="0" y="8070"/>
                </a:moveTo>
                <a:cubicBezTo>
                  <a:pt x="16" y="8054"/>
                  <a:pt x="23" y="8036"/>
                  <a:pt x="23" y="8014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41" y="21"/>
                  <a:pt x="51" y="46"/>
                  <a:pt x="51" y="75"/>
                </a:cubicBezTo>
                <a:lnTo>
                  <a:pt x="51" y="8014"/>
                </a:lnTo>
                <a:cubicBezTo>
                  <a:pt x="51" y="8043"/>
                  <a:pt x="41" y="8068"/>
                  <a:pt x="19" y="8089"/>
                </a:cubicBezTo>
                <a:lnTo>
                  <a:pt x="0" y="807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180720" y="2286000"/>
            <a:ext cx="4648680" cy="2934000"/>
          </a:xfrm>
          <a:custGeom>
            <a:avLst/>
            <a:gdLst/>
            <a:ahLst/>
            <a:rect l="0" t="0" r="r" b="b"/>
            <a:pathLst>
              <a:path w="12913" h="8150">
                <a:moveTo>
                  <a:pt x="0" y="0"/>
                </a:moveTo>
                <a:lnTo>
                  <a:pt x="12913" y="0"/>
                </a:lnTo>
                <a:lnTo>
                  <a:pt x="12913" y="8150"/>
                </a:lnTo>
                <a:lnTo>
                  <a:pt x="0" y="815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1081080" y="1655280"/>
            <a:ext cx="68958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APPROVALGATEWAY &amp; AUDIT LOGGER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396360" y="2435760"/>
            <a:ext cx="221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E74C3C"/>
                </a:solidFill>
                <a:effectLst/>
                <a:uFillTx/>
                <a:latin typeface="Montserrat"/>
                <a:ea typeface="Montserrat"/>
              </a:rPr>
              <a:t>APPROVALGATEWAY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5095800" y="2286000"/>
            <a:ext cx="4229280" cy="1400400"/>
          </a:xfrm>
          <a:custGeom>
            <a:avLst/>
            <a:gdLst/>
            <a:ahLst/>
            <a:rect l="0" t="0" r="r" b="b"/>
            <a:pathLst>
              <a:path w="11748" h="3890">
                <a:moveTo>
                  <a:pt x="31" y="30"/>
                </a:moveTo>
                <a:cubicBezTo>
                  <a:pt x="51" y="10"/>
                  <a:pt x="76" y="0"/>
                  <a:pt x="105" y="0"/>
                </a:cubicBezTo>
                <a:lnTo>
                  <a:pt x="11642" y="0"/>
                </a:lnTo>
                <a:cubicBezTo>
                  <a:pt x="11672" y="0"/>
                  <a:pt x="11697" y="10"/>
                  <a:pt x="11717" y="30"/>
                </a:cubicBezTo>
                <a:cubicBezTo>
                  <a:pt x="11738" y="51"/>
                  <a:pt x="11748" y="76"/>
                  <a:pt x="11748" y="105"/>
                </a:cubicBezTo>
                <a:lnTo>
                  <a:pt x="11748" y="3784"/>
                </a:lnTo>
                <a:cubicBezTo>
                  <a:pt x="11748" y="3813"/>
                  <a:pt x="11738" y="3838"/>
                  <a:pt x="11717" y="3859"/>
                </a:cubicBezTo>
                <a:cubicBezTo>
                  <a:pt x="11697" y="3880"/>
                  <a:pt x="11672" y="3890"/>
                  <a:pt x="11642" y="3890"/>
                </a:cubicBezTo>
                <a:lnTo>
                  <a:pt x="106" y="3890"/>
                </a:lnTo>
                <a:cubicBezTo>
                  <a:pt x="76" y="3890"/>
                  <a:pt x="51" y="3880"/>
                  <a:pt x="31" y="3859"/>
                </a:cubicBezTo>
                <a:cubicBezTo>
                  <a:pt x="10" y="3838"/>
                  <a:pt x="0" y="3813"/>
                  <a:pt x="0" y="3784"/>
                </a:cubicBezTo>
                <a:lnTo>
                  <a:pt x="0" y="105"/>
                </a:lnTo>
                <a:cubicBezTo>
                  <a:pt x="0" y="76"/>
                  <a:pt x="10" y="51"/>
                  <a:pt x="31" y="30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5113080" y="2286000"/>
            <a:ext cx="4201560" cy="18720"/>
          </a:xfrm>
          <a:custGeom>
            <a:avLst/>
            <a:gdLst/>
            <a:ahLst/>
            <a:rect l="0" t="0" r="r" b="b"/>
            <a:pathLst>
              <a:path w="11671" h="52">
                <a:moveTo>
                  <a:pt x="11652" y="52"/>
                </a:moveTo>
                <a:cubicBezTo>
                  <a:pt x="11651" y="50"/>
                  <a:pt x="11651" y="50"/>
                  <a:pt x="11650" y="49"/>
                </a:cubicBezTo>
                <a:cubicBezTo>
                  <a:pt x="11635" y="34"/>
                  <a:pt x="11616" y="26"/>
                  <a:pt x="11594" y="26"/>
                </a:cubicBezTo>
                <a:lnTo>
                  <a:pt x="58" y="26"/>
                </a:lnTo>
                <a:cubicBezTo>
                  <a:pt x="54" y="26"/>
                  <a:pt x="50" y="28"/>
                  <a:pt x="47" y="32"/>
                </a:cubicBezTo>
                <a:lnTo>
                  <a:pt x="0" y="16"/>
                </a:lnTo>
                <a:cubicBezTo>
                  <a:pt x="17" y="5"/>
                  <a:pt x="36" y="0"/>
                  <a:pt x="57" y="0"/>
                </a:cubicBezTo>
                <a:lnTo>
                  <a:pt x="11594" y="0"/>
                </a:lnTo>
                <a:cubicBezTo>
                  <a:pt x="11624" y="0"/>
                  <a:pt x="11649" y="10"/>
                  <a:pt x="11669" y="30"/>
                </a:cubicBezTo>
                <a:cubicBezTo>
                  <a:pt x="11670" y="31"/>
                  <a:pt x="11670" y="31"/>
                  <a:pt x="11671" y="32"/>
                </a:cubicBezTo>
                <a:lnTo>
                  <a:pt x="11652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5113080" y="3667680"/>
            <a:ext cx="4201560" cy="18720"/>
          </a:xfrm>
          <a:custGeom>
            <a:avLst/>
            <a:gdLst/>
            <a:ahLst/>
            <a:rect l="0" t="0" r="r" b="b"/>
            <a:pathLst>
              <a:path w="11671" h="52">
                <a:moveTo>
                  <a:pt x="47" y="18"/>
                </a:moveTo>
                <a:cubicBezTo>
                  <a:pt x="50" y="22"/>
                  <a:pt x="54" y="24"/>
                  <a:pt x="58" y="24"/>
                </a:cubicBezTo>
                <a:lnTo>
                  <a:pt x="11594" y="24"/>
                </a:lnTo>
                <a:cubicBezTo>
                  <a:pt x="11616" y="24"/>
                  <a:pt x="11635" y="17"/>
                  <a:pt x="11650" y="1"/>
                </a:cubicBezTo>
                <a:cubicBezTo>
                  <a:pt x="11651" y="1"/>
                  <a:pt x="11651" y="0"/>
                  <a:pt x="11652" y="0"/>
                </a:cubicBezTo>
                <a:lnTo>
                  <a:pt x="11671" y="19"/>
                </a:lnTo>
                <a:cubicBezTo>
                  <a:pt x="11670" y="19"/>
                  <a:pt x="11670" y="19"/>
                  <a:pt x="11669" y="20"/>
                </a:cubicBezTo>
                <a:cubicBezTo>
                  <a:pt x="11649" y="42"/>
                  <a:pt x="11624" y="52"/>
                  <a:pt x="11594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9306720" y="2296800"/>
            <a:ext cx="18360" cy="1378440"/>
          </a:xfrm>
          <a:custGeom>
            <a:avLst/>
            <a:gdLst/>
            <a:ahLst/>
            <a:rect l="0" t="0" r="r" b="b"/>
            <a:pathLst>
              <a:path w="51" h="3829">
                <a:moveTo>
                  <a:pt x="0" y="3810"/>
                </a:moveTo>
                <a:cubicBezTo>
                  <a:pt x="16" y="3795"/>
                  <a:pt x="24" y="3776"/>
                  <a:pt x="24" y="3754"/>
                </a:cubicBezTo>
                <a:lnTo>
                  <a:pt x="24" y="75"/>
                </a:lnTo>
                <a:cubicBezTo>
                  <a:pt x="24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3754"/>
                </a:lnTo>
                <a:cubicBezTo>
                  <a:pt x="51" y="3783"/>
                  <a:pt x="40" y="3808"/>
                  <a:pt x="19" y="3829"/>
                </a:cubicBezTo>
                <a:lnTo>
                  <a:pt x="0" y="381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5095800" y="2286000"/>
            <a:ext cx="4229280" cy="1400400"/>
          </a:xfrm>
          <a:custGeom>
            <a:avLst/>
            <a:gdLst/>
            <a:ahLst/>
            <a:rect l="0" t="0" r="r" b="b"/>
            <a:pathLst>
              <a:path w="11748" h="3890">
                <a:moveTo>
                  <a:pt x="0" y="0"/>
                </a:moveTo>
                <a:lnTo>
                  <a:pt x="11748" y="0"/>
                </a:lnTo>
                <a:lnTo>
                  <a:pt x="11748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5095800" y="3771720"/>
            <a:ext cx="4229280" cy="1448280"/>
          </a:xfrm>
          <a:custGeom>
            <a:avLst/>
            <a:gdLst/>
            <a:ahLst/>
            <a:rect l="0" t="0" r="r" b="b"/>
            <a:pathLst>
              <a:path w="11748" h="4023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11642" y="0"/>
                </a:lnTo>
                <a:cubicBezTo>
                  <a:pt x="11672" y="0"/>
                  <a:pt x="11697" y="10"/>
                  <a:pt x="11717" y="31"/>
                </a:cubicBezTo>
                <a:cubicBezTo>
                  <a:pt x="11738" y="52"/>
                  <a:pt x="11748" y="77"/>
                  <a:pt x="11748" y="106"/>
                </a:cubicBezTo>
                <a:lnTo>
                  <a:pt x="11748" y="3917"/>
                </a:lnTo>
                <a:cubicBezTo>
                  <a:pt x="11748" y="3946"/>
                  <a:pt x="11738" y="3971"/>
                  <a:pt x="11717" y="3992"/>
                </a:cubicBezTo>
                <a:cubicBezTo>
                  <a:pt x="11697" y="4012"/>
                  <a:pt x="11672" y="4023"/>
                  <a:pt x="11642" y="4023"/>
                </a:cubicBezTo>
                <a:lnTo>
                  <a:pt x="106" y="4023"/>
                </a:lnTo>
                <a:cubicBezTo>
                  <a:pt x="76" y="4023"/>
                  <a:pt x="51" y="4012"/>
                  <a:pt x="31" y="3992"/>
                </a:cubicBezTo>
                <a:cubicBezTo>
                  <a:pt x="10" y="3971"/>
                  <a:pt x="0" y="3946"/>
                  <a:pt x="0" y="3917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5113080" y="3771720"/>
            <a:ext cx="4201560" cy="18720"/>
          </a:xfrm>
          <a:custGeom>
            <a:avLst/>
            <a:gdLst/>
            <a:ahLst/>
            <a:rect l="0" t="0" r="r" b="b"/>
            <a:pathLst>
              <a:path w="11671" h="52">
                <a:moveTo>
                  <a:pt x="11652" y="52"/>
                </a:moveTo>
                <a:cubicBezTo>
                  <a:pt x="11651" y="52"/>
                  <a:pt x="11651" y="51"/>
                  <a:pt x="11650" y="51"/>
                </a:cubicBezTo>
                <a:cubicBezTo>
                  <a:pt x="11635" y="35"/>
                  <a:pt x="11616" y="27"/>
                  <a:pt x="11594" y="27"/>
                </a:cubicBezTo>
                <a:lnTo>
                  <a:pt x="58" y="27"/>
                </a:lnTo>
                <a:cubicBezTo>
                  <a:pt x="54" y="27"/>
                  <a:pt x="50" y="30"/>
                  <a:pt x="47" y="34"/>
                </a:cubicBezTo>
                <a:lnTo>
                  <a:pt x="0" y="18"/>
                </a:lnTo>
                <a:cubicBezTo>
                  <a:pt x="17" y="7"/>
                  <a:pt x="36" y="0"/>
                  <a:pt x="57" y="0"/>
                </a:cubicBezTo>
                <a:lnTo>
                  <a:pt x="11594" y="0"/>
                </a:lnTo>
                <a:cubicBezTo>
                  <a:pt x="11624" y="0"/>
                  <a:pt x="11649" y="11"/>
                  <a:pt x="11669" y="32"/>
                </a:cubicBezTo>
                <a:cubicBezTo>
                  <a:pt x="11670" y="32"/>
                  <a:pt x="11670" y="33"/>
                  <a:pt x="11671" y="33"/>
                </a:cubicBezTo>
                <a:lnTo>
                  <a:pt x="11652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5113080" y="5201280"/>
            <a:ext cx="4201560" cy="18720"/>
          </a:xfrm>
          <a:custGeom>
            <a:avLst/>
            <a:gdLst/>
            <a:ahLst/>
            <a:rect l="0" t="0" r="r" b="b"/>
            <a:pathLst>
              <a:path w="11671" h="52">
                <a:moveTo>
                  <a:pt x="47" y="19"/>
                </a:moveTo>
                <a:cubicBezTo>
                  <a:pt x="50" y="23"/>
                  <a:pt x="54" y="25"/>
                  <a:pt x="58" y="25"/>
                </a:cubicBezTo>
                <a:lnTo>
                  <a:pt x="11594" y="25"/>
                </a:lnTo>
                <a:cubicBezTo>
                  <a:pt x="11616" y="25"/>
                  <a:pt x="11635" y="17"/>
                  <a:pt x="11650" y="1"/>
                </a:cubicBezTo>
                <a:cubicBezTo>
                  <a:pt x="11651" y="1"/>
                  <a:pt x="11651" y="0"/>
                  <a:pt x="11652" y="0"/>
                </a:cubicBezTo>
                <a:lnTo>
                  <a:pt x="11671" y="19"/>
                </a:lnTo>
                <a:cubicBezTo>
                  <a:pt x="11670" y="20"/>
                  <a:pt x="11670" y="20"/>
                  <a:pt x="11669" y="21"/>
                </a:cubicBezTo>
                <a:cubicBezTo>
                  <a:pt x="11649" y="41"/>
                  <a:pt x="11624" y="52"/>
                  <a:pt x="11594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9306720" y="3782880"/>
            <a:ext cx="18360" cy="1425960"/>
          </a:xfrm>
          <a:custGeom>
            <a:avLst/>
            <a:gdLst/>
            <a:ahLst/>
            <a:rect l="0" t="0" r="r" b="b"/>
            <a:pathLst>
              <a:path w="51" h="3961">
                <a:moveTo>
                  <a:pt x="0" y="3942"/>
                </a:moveTo>
                <a:cubicBezTo>
                  <a:pt x="16" y="3926"/>
                  <a:pt x="24" y="3908"/>
                  <a:pt x="24" y="3886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3886"/>
                </a:lnTo>
                <a:cubicBezTo>
                  <a:pt x="51" y="3915"/>
                  <a:pt x="40" y="3940"/>
                  <a:pt x="19" y="3961"/>
                </a:cubicBezTo>
                <a:lnTo>
                  <a:pt x="0" y="394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5095800" y="3771720"/>
            <a:ext cx="4229280" cy="1448280"/>
          </a:xfrm>
          <a:custGeom>
            <a:avLst/>
            <a:gdLst/>
            <a:ahLst/>
            <a:rect l="0" t="0" r="r" b="b"/>
            <a:pathLst>
              <a:path w="11748" h="4023">
                <a:moveTo>
                  <a:pt x="0" y="0"/>
                </a:moveTo>
                <a:lnTo>
                  <a:pt x="11748" y="0"/>
                </a:lnTo>
                <a:lnTo>
                  <a:pt x="11748" y="4023"/>
                </a:lnTo>
                <a:lnTo>
                  <a:pt x="0" y="402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396360" y="2708280"/>
            <a:ext cx="3597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Single chokepoint for all code-modifying operations. </a:t>
            </a:r>
            <a:r>
              <a:rPr lang="en-US" sz="10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35 lines.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5280480" y="2397600"/>
            <a:ext cx="161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AUDIT LOGGER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5267160" y="2952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5" y="136"/>
                </a:cubicBezTo>
                <a:cubicBezTo>
                  <a:pt x="128" y="143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5280480" y="2670120"/>
            <a:ext cx="122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Dual-stream logging: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5914800" y="2866680"/>
            <a:ext cx="1667160" cy="219600"/>
          </a:xfrm>
          <a:custGeom>
            <a:avLst/>
            <a:gdLst/>
            <a:ahLst/>
            <a:rect l="0" t="0" r="r" b="b"/>
            <a:pathLst>
              <a:path w="4631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552" y="0"/>
                </a:lnTo>
                <a:cubicBezTo>
                  <a:pt x="4562" y="0"/>
                  <a:pt x="4573" y="2"/>
                  <a:pt x="4582" y="6"/>
                </a:cubicBezTo>
                <a:cubicBezTo>
                  <a:pt x="4592" y="10"/>
                  <a:pt x="4601" y="16"/>
                  <a:pt x="4608" y="24"/>
                </a:cubicBezTo>
                <a:cubicBezTo>
                  <a:pt x="4616" y="31"/>
                  <a:pt x="4621" y="40"/>
                  <a:pt x="4625" y="49"/>
                </a:cubicBezTo>
                <a:cubicBezTo>
                  <a:pt x="4629" y="59"/>
                  <a:pt x="4631" y="69"/>
                  <a:pt x="4631" y="80"/>
                </a:cubicBezTo>
                <a:lnTo>
                  <a:pt x="4631" y="531"/>
                </a:lnTo>
                <a:cubicBezTo>
                  <a:pt x="4631" y="541"/>
                  <a:pt x="4629" y="551"/>
                  <a:pt x="4625" y="561"/>
                </a:cubicBezTo>
                <a:cubicBezTo>
                  <a:pt x="4621" y="571"/>
                  <a:pt x="4616" y="579"/>
                  <a:pt x="4608" y="587"/>
                </a:cubicBezTo>
                <a:cubicBezTo>
                  <a:pt x="4601" y="594"/>
                  <a:pt x="4592" y="600"/>
                  <a:pt x="4582" y="604"/>
                </a:cubicBezTo>
                <a:cubicBezTo>
                  <a:pt x="4573" y="608"/>
                  <a:pt x="4562" y="610"/>
                  <a:pt x="4552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5436720" y="2872080"/>
            <a:ext cx="560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Local: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5951520" y="2893320"/>
            <a:ext cx="11185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.agent/audit.jsonl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5267160" y="31813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5" y="136"/>
                </a:cubicBezTo>
                <a:cubicBezTo>
                  <a:pt x="128" y="143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7579800" y="2872080"/>
            <a:ext cx="1429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tool-level detail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6000480" y="3105000"/>
            <a:ext cx="3086640" cy="209880"/>
          </a:xfrm>
          <a:custGeom>
            <a:avLst/>
            <a:gdLst/>
            <a:ahLst/>
            <a:rect l="0" t="0" r="r" b="b"/>
            <a:pathLst>
              <a:path w="8574" h="583">
                <a:moveTo>
                  <a:pt x="0" y="504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494" y="0"/>
                </a:lnTo>
                <a:cubicBezTo>
                  <a:pt x="8505" y="0"/>
                  <a:pt x="8515" y="2"/>
                  <a:pt x="8525" y="6"/>
                </a:cubicBezTo>
                <a:cubicBezTo>
                  <a:pt x="8534" y="10"/>
                  <a:pt x="8543" y="16"/>
                  <a:pt x="8550" y="23"/>
                </a:cubicBezTo>
                <a:cubicBezTo>
                  <a:pt x="8558" y="31"/>
                  <a:pt x="8564" y="39"/>
                  <a:pt x="8568" y="49"/>
                </a:cubicBezTo>
                <a:cubicBezTo>
                  <a:pt x="8572" y="59"/>
                  <a:pt x="8574" y="69"/>
                  <a:pt x="8574" y="79"/>
                </a:cubicBezTo>
                <a:lnTo>
                  <a:pt x="8574" y="504"/>
                </a:lnTo>
                <a:cubicBezTo>
                  <a:pt x="8574" y="514"/>
                  <a:pt x="8572" y="524"/>
                  <a:pt x="8568" y="534"/>
                </a:cubicBezTo>
                <a:cubicBezTo>
                  <a:pt x="8564" y="544"/>
                  <a:pt x="8558" y="552"/>
                  <a:pt x="8550" y="560"/>
                </a:cubicBezTo>
                <a:cubicBezTo>
                  <a:pt x="8543" y="567"/>
                  <a:pt x="8534" y="573"/>
                  <a:pt x="8525" y="577"/>
                </a:cubicBezTo>
                <a:cubicBezTo>
                  <a:pt x="8515" y="581"/>
                  <a:pt x="8505" y="583"/>
                  <a:pt x="8494" y="583"/>
                </a:cubicBezTo>
                <a:lnTo>
                  <a:pt x="80" y="583"/>
                </a:lnTo>
                <a:cubicBezTo>
                  <a:pt x="69" y="583"/>
                  <a:pt x="59" y="581"/>
                  <a:pt x="49" y="577"/>
                </a:cubicBezTo>
                <a:cubicBezTo>
                  <a:pt x="40" y="573"/>
                  <a:pt x="31" y="567"/>
                  <a:pt x="23" y="560"/>
                </a:cubicBezTo>
                <a:cubicBezTo>
                  <a:pt x="16" y="552"/>
                  <a:pt x="10" y="544"/>
                  <a:pt x="6" y="534"/>
                </a:cubicBezTo>
                <a:cubicBezTo>
                  <a:pt x="2" y="524"/>
                  <a:pt x="0" y="514"/>
                  <a:pt x="0" y="50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5436720" y="3100680"/>
            <a:ext cx="647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Global: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6039720" y="3131640"/>
            <a:ext cx="21578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~/.config/corge/global_audit.jsonl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5436720" y="3329280"/>
            <a:ext cx="2095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— cross-project milestones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5267160" y="4238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5" y="136"/>
                </a:cubicBezTo>
                <a:cubicBezTo>
                  <a:pt x="128" y="143"/>
                  <a:pt x="119" y="149"/>
                  <a:pt x="110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5280480" y="3873960"/>
            <a:ext cx="295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SAFETY BY CONSTRUCTION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5267160" y="4476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5436720" y="4158000"/>
            <a:ext cx="1575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Read auto-approves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5267160" y="4705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5436720" y="4395960"/>
            <a:ext cx="3225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Write/Edit/Bash blocks for human consent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5762520" y="4628880"/>
            <a:ext cx="609840" cy="209880"/>
          </a:xfrm>
          <a:custGeom>
            <a:avLst/>
            <a:gdLst/>
            <a:ahLst/>
            <a:rect l="0" t="0" r="r" b="b"/>
            <a:pathLst>
              <a:path w="1694" h="583">
                <a:moveTo>
                  <a:pt x="0" y="504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15" y="0"/>
                </a:lnTo>
                <a:cubicBezTo>
                  <a:pt x="1625" y="0"/>
                  <a:pt x="1635" y="2"/>
                  <a:pt x="1645" y="6"/>
                </a:cubicBezTo>
                <a:cubicBezTo>
                  <a:pt x="1655" y="10"/>
                  <a:pt x="1663" y="16"/>
                  <a:pt x="1671" y="23"/>
                </a:cubicBezTo>
                <a:cubicBezTo>
                  <a:pt x="1678" y="31"/>
                  <a:pt x="1684" y="39"/>
                  <a:pt x="1688" y="49"/>
                </a:cubicBezTo>
                <a:cubicBezTo>
                  <a:pt x="1692" y="59"/>
                  <a:pt x="1694" y="69"/>
                  <a:pt x="1694" y="80"/>
                </a:cubicBezTo>
                <a:lnTo>
                  <a:pt x="1694" y="504"/>
                </a:lnTo>
                <a:cubicBezTo>
                  <a:pt x="1694" y="514"/>
                  <a:pt x="1692" y="525"/>
                  <a:pt x="1688" y="534"/>
                </a:cubicBezTo>
                <a:cubicBezTo>
                  <a:pt x="1684" y="544"/>
                  <a:pt x="1678" y="553"/>
                  <a:pt x="1671" y="560"/>
                </a:cubicBezTo>
                <a:cubicBezTo>
                  <a:pt x="1663" y="567"/>
                  <a:pt x="1655" y="573"/>
                  <a:pt x="1645" y="577"/>
                </a:cubicBezTo>
                <a:cubicBezTo>
                  <a:pt x="1635" y="581"/>
                  <a:pt x="1625" y="583"/>
                  <a:pt x="1615" y="583"/>
                </a:cubicBezTo>
                <a:lnTo>
                  <a:pt x="80" y="583"/>
                </a:lnTo>
                <a:cubicBezTo>
                  <a:pt x="69" y="583"/>
                  <a:pt x="59" y="581"/>
                  <a:pt x="49" y="577"/>
                </a:cubicBezTo>
                <a:cubicBezTo>
                  <a:pt x="39" y="573"/>
                  <a:pt x="30" y="567"/>
                  <a:pt x="23" y="560"/>
                </a:cubicBezTo>
                <a:cubicBezTo>
                  <a:pt x="16" y="553"/>
                  <a:pt x="10" y="544"/>
                  <a:pt x="6" y="534"/>
                </a:cubicBezTo>
                <a:cubicBezTo>
                  <a:pt x="2" y="525"/>
                  <a:pt x="0" y="514"/>
                  <a:pt x="0" y="50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5436720" y="4624560"/>
            <a:ext cx="367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Live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5801040" y="4655520"/>
            <a:ext cx="4237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Ctrl+D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5267160" y="4943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6368400" y="4624560"/>
            <a:ext cx="2180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code diﬀs before any action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198000" y="2761200"/>
            <a:ext cx="4212720" cy="1402560"/>
          </a:xfrm>
          <a:custGeom>
            <a:avLst/>
            <a:gdLst/>
            <a:ahLst/>
            <a:rect l="0" t="0" r="r" b="b"/>
            <a:pathLst>
              <a:path w="11702" h="3896">
                <a:moveTo>
                  <a:pt x="587" y="532"/>
                </a:moveTo>
                <a:lnTo>
                  <a:pt x="587" y="3099"/>
                </a:lnTo>
                <a:cubicBezTo>
                  <a:pt x="587" y="3121"/>
                  <a:pt x="595" y="3140"/>
                  <a:pt x="610" y="3155"/>
                </a:cubicBezTo>
                <a:cubicBezTo>
                  <a:pt x="626" y="3171"/>
                  <a:pt x="645" y="3178"/>
                  <a:pt x="667" y="3178"/>
                </a:cubicBezTo>
                <a:lnTo>
                  <a:pt x="11039" y="3178"/>
                </a:lnTo>
                <a:cubicBezTo>
                  <a:pt x="11061" y="3178"/>
                  <a:pt x="11080" y="3171"/>
                  <a:pt x="11095" y="3155"/>
                </a:cubicBezTo>
                <a:cubicBezTo>
                  <a:pt x="11111" y="3140"/>
                  <a:pt x="11119" y="3121"/>
                  <a:pt x="11119" y="3099"/>
                </a:cubicBezTo>
                <a:lnTo>
                  <a:pt x="11119" y="532"/>
                </a:lnTo>
                <a:cubicBezTo>
                  <a:pt x="11119" y="510"/>
                  <a:pt x="11111" y="491"/>
                  <a:pt x="11095" y="475"/>
                </a:cubicBezTo>
                <a:cubicBezTo>
                  <a:pt x="11080" y="460"/>
                  <a:pt x="11061" y="452"/>
                  <a:pt x="11039" y="452"/>
                </a:cubicBezTo>
                <a:lnTo>
                  <a:pt x="667" y="452"/>
                </a:lnTo>
                <a:cubicBezTo>
                  <a:pt x="645" y="452"/>
                  <a:pt x="626" y="460"/>
                  <a:pt x="610" y="475"/>
                </a:cubicBezTo>
                <a:cubicBezTo>
                  <a:pt x="595" y="491"/>
                  <a:pt x="587" y="510"/>
                  <a:pt x="587" y="532"/>
                </a:cubicBezTo>
                <a:moveTo>
                  <a:pt x="0" y="0"/>
                </a:moveTo>
                <a:lnTo>
                  <a:pt x="11702" y="0"/>
                </a:lnTo>
                <a:lnTo>
                  <a:pt x="11702" y="3896"/>
                </a:lnTo>
                <a:lnTo>
                  <a:pt x="0" y="38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399960" y="2914560"/>
            <a:ext cx="3810240" cy="1000440"/>
          </a:xfrm>
          <a:custGeom>
            <a:avLst/>
            <a:gdLst/>
            <a:ahLst/>
            <a:rect l="0" t="0" r="r" b="b"/>
            <a:pathLst>
              <a:path w="10584" h="2779">
                <a:moveTo>
                  <a:pt x="0" y="267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0478" y="0"/>
                </a:lnTo>
                <a:cubicBezTo>
                  <a:pt x="10492" y="0"/>
                  <a:pt x="10506" y="2"/>
                  <a:pt x="10519" y="8"/>
                </a:cubicBezTo>
                <a:cubicBezTo>
                  <a:pt x="10532" y="13"/>
                  <a:pt x="10543" y="21"/>
                  <a:pt x="10553" y="31"/>
                </a:cubicBezTo>
                <a:cubicBezTo>
                  <a:pt x="10563" y="41"/>
                  <a:pt x="10571" y="52"/>
                  <a:pt x="10576" y="65"/>
                </a:cubicBezTo>
                <a:cubicBezTo>
                  <a:pt x="10581" y="78"/>
                  <a:pt x="10584" y="92"/>
                  <a:pt x="10584" y="106"/>
                </a:cubicBezTo>
                <a:lnTo>
                  <a:pt x="10584" y="2673"/>
                </a:lnTo>
                <a:cubicBezTo>
                  <a:pt x="10584" y="2687"/>
                  <a:pt x="10581" y="2700"/>
                  <a:pt x="10576" y="2713"/>
                </a:cubicBezTo>
                <a:cubicBezTo>
                  <a:pt x="10571" y="2726"/>
                  <a:pt x="10563" y="2738"/>
                  <a:pt x="10553" y="2748"/>
                </a:cubicBezTo>
                <a:cubicBezTo>
                  <a:pt x="10543" y="2758"/>
                  <a:pt x="10532" y="2765"/>
                  <a:pt x="10519" y="2771"/>
                </a:cubicBezTo>
                <a:cubicBezTo>
                  <a:pt x="10506" y="2776"/>
                  <a:pt x="10492" y="2779"/>
                  <a:pt x="10478" y="2779"/>
                </a:cubicBezTo>
                <a:lnTo>
                  <a:pt x="106" y="2779"/>
                </a:lnTo>
                <a:cubicBezTo>
                  <a:pt x="92" y="2779"/>
                  <a:pt x="78" y="2776"/>
                  <a:pt x="65" y="2771"/>
                </a:cubicBezTo>
                <a:cubicBezTo>
                  <a:pt x="52" y="2765"/>
                  <a:pt x="41" y="2758"/>
                  <a:pt x="31" y="2748"/>
                </a:cubicBezTo>
                <a:cubicBezTo>
                  <a:pt x="21" y="2738"/>
                  <a:pt x="13" y="2726"/>
                  <a:pt x="8" y="2713"/>
                </a:cubicBezTo>
                <a:cubicBezTo>
                  <a:pt x="2" y="2700"/>
                  <a:pt x="0" y="2687"/>
                  <a:pt x="0" y="2673"/>
                </a:cubicBezTo>
                <a:close/>
              </a:path>
            </a:pathLst>
          </a:custGeom>
          <a:solidFill>
            <a:srgbClr val="1E1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5436720" y="4862880"/>
            <a:ext cx="1922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Every decision is audited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470880" y="2970360"/>
            <a:ext cx="114516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class ApprovalGateway: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470880" y="3094200"/>
            <a:ext cx="234576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def approve(self, request) .&gt; ApprovalDecision: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470880" y="3218040"/>
            <a:ext cx="200196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if request.action .= ToolAction.READ: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470880" y="3351600"/>
            <a:ext cx="125748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    return APPROVED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470880" y="3475440"/>
            <a:ext cx="236988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decision = self._ui.request_approval(request)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470880" y="3608640"/>
            <a:ext cx="27583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self._audit_logger.record_approval(request, decision)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470880" y="3732480"/>
            <a:ext cx="937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    return decision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2291040" y="941040"/>
            <a:ext cx="4656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SELF-IMPROVING AGENTS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181080" y="1553040"/>
            <a:ext cx="94417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system learns from every session. After each project, a </a:t>
            </a:r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batch-phase heuristic updater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analyzes the argumentation log and adjusts the spec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180720" y="2209680"/>
            <a:ext cx="4439160" cy="1447920"/>
          </a:xfrm>
          <a:custGeom>
            <a:avLst/>
            <a:gdLst/>
            <a:ahLst/>
            <a:rect l="0" t="0" r="r" b="b"/>
            <a:pathLst>
              <a:path w="12331" h="4022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0"/>
                  <a:pt x="12300" y="31"/>
                </a:cubicBezTo>
                <a:cubicBezTo>
                  <a:pt x="12320" y="51"/>
                  <a:pt x="12331" y="76"/>
                  <a:pt x="12331" y="106"/>
                </a:cubicBezTo>
                <a:lnTo>
                  <a:pt x="12331" y="3917"/>
                </a:lnTo>
                <a:cubicBezTo>
                  <a:pt x="12331" y="3946"/>
                  <a:pt x="12320" y="3971"/>
                  <a:pt x="12300" y="3992"/>
                </a:cubicBezTo>
                <a:cubicBezTo>
                  <a:pt x="12279" y="4012"/>
                  <a:pt x="12254" y="4022"/>
                  <a:pt x="12225" y="4022"/>
                </a:cubicBezTo>
                <a:lnTo>
                  <a:pt x="106" y="4022"/>
                </a:lnTo>
                <a:cubicBezTo>
                  <a:pt x="77" y="4022"/>
                  <a:pt x="52" y="4012"/>
                  <a:pt x="31" y="3992"/>
                </a:cubicBezTo>
                <a:cubicBezTo>
                  <a:pt x="11" y="3971"/>
                  <a:pt x="0" y="3946"/>
                  <a:pt x="0" y="3917"/>
                </a:cubicBezTo>
                <a:lnTo>
                  <a:pt x="0" y="106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198000" y="2209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4" y="51"/>
                  <a:pt x="12234" y="51"/>
                  <a:pt x="12233" y="51"/>
                </a:cubicBezTo>
                <a:cubicBezTo>
                  <a:pt x="12218" y="35"/>
                  <a:pt x="12199" y="27"/>
                  <a:pt x="12177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4"/>
                </a:cubicBezTo>
                <a:lnTo>
                  <a:pt x="0" y="18"/>
                </a:lnTo>
                <a:cubicBezTo>
                  <a:pt x="17" y="5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1"/>
                  <a:pt x="12252" y="32"/>
                </a:cubicBezTo>
                <a:lnTo>
                  <a:pt x="12253" y="33"/>
                </a:ln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198000" y="36388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20"/>
                </a:moveTo>
                <a:cubicBezTo>
                  <a:pt x="51" y="24"/>
                  <a:pt x="54" y="26"/>
                  <a:pt x="58" y="26"/>
                </a:cubicBezTo>
                <a:lnTo>
                  <a:pt x="12177" y="26"/>
                </a:lnTo>
                <a:cubicBezTo>
                  <a:pt x="12199" y="26"/>
                  <a:pt x="12218" y="18"/>
                  <a:pt x="12233" y="2"/>
                </a:cubicBezTo>
                <a:cubicBezTo>
                  <a:pt x="12234" y="1"/>
                  <a:pt x="12234" y="1"/>
                  <a:pt x="12234" y="0"/>
                </a:cubicBezTo>
                <a:lnTo>
                  <a:pt x="12253" y="20"/>
                </a:lnTo>
                <a:cubicBezTo>
                  <a:pt x="12253" y="21"/>
                  <a:pt x="12252" y="21"/>
                  <a:pt x="12252" y="22"/>
                </a:cubicBezTo>
                <a:cubicBezTo>
                  <a:pt x="12231" y="42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7"/>
                  <a:pt x="0" y="36"/>
                </a:cubicBezTo>
                <a:lnTo>
                  <a:pt x="48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4601520" y="2220840"/>
            <a:ext cx="18360" cy="1425960"/>
          </a:xfrm>
          <a:custGeom>
            <a:avLst/>
            <a:gdLst/>
            <a:ahLst/>
            <a:rect l="0" t="0" r="r" b="b"/>
            <a:pathLst>
              <a:path w="51" h="3961">
                <a:moveTo>
                  <a:pt x="0" y="3942"/>
                </a:moveTo>
                <a:cubicBezTo>
                  <a:pt x="16" y="3926"/>
                  <a:pt x="23" y="3908"/>
                  <a:pt x="23" y="3886"/>
                </a:cubicBezTo>
                <a:lnTo>
                  <a:pt x="23" y="75"/>
                </a:lnTo>
                <a:cubicBezTo>
                  <a:pt x="23" y="53"/>
                  <a:pt x="16" y="34"/>
                  <a:pt x="0" y="19"/>
                </a:cubicBezTo>
                <a:lnTo>
                  <a:pt x="19" y="0"/>
                </a:lnTo>
                <a:cubicBezTo>
                  <a:pt x="40" y="20"/>
                  <a:pt x="51" y="45"/>
                  <a:pt x="51" y="75"/>
                </a:cubicBezTo>
                <a:lnTo>
                  <a:pt x="51" y="3886"/>
                </a:lnTo>
                <a:cubicBezTo>
                  <a:pt x="51" y="3915"/>
                  <a:pt x="40" y="3940"/>
                  <a:pt x="19" y="3961"/>
                </a:cubicBezTo>
                <a:lnTo>
                  <a:pt x="0" y="394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180720" y="2209680"/>
            <a:ext cx="4439160" cy="1448280"/>
          </a:xfrm>
          <a:custGeom>
            <a:avLst/>
            <a:gdLst/>
            <a:ahLst/>
            <a:rect l="0" t="0" r="r" b="b"/>
            <a:pathLst>
              <a:path w="12331" h="4023">
                <a:moveTo>
                  <a:pt x="0" y="0"/>
                </a:moveTo>
                <a:lnTo>
                  <a:pt x="12331" y="0"/>
                </a:lnTo>
                <a:lnTo>
                  <a:pt x="12331" y="4023"/>
                </a:lnTo>
                <a:lnTo>
                  <a:pt x="0" y="402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180720" y="3743280"/>
            <a:ext cx="4439160" cy="1667160"/>
          </a:xfrm>
          <a:custGeom>
            <a:avLst/>
            <a:gdLst/>
            <a:ahLst/>
            <a:rect l="0" t="0" r="r" b="b"/>
            <a:pathLst>
              <a:path w="12331" h="4631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225" y="0"/>
                </a:lnTo>
                <a:cubicBezTo>
                  <a:pt x="12254" y="0"/>
                  <a:pt x="12279" y="10"/>
                  <a:pt x="12300" y="31"/>
                </a:cubicBezTo>
                <a:cubicBezTo>
                  <a:pt x="12320" y="51"/>
                  <a:pt x="12331" y="76"/>
                  <a:pt x="12331" y="105"/>
                </a:cubicBezTo>
                <a:lnTo>
                  <a:pt x="12331" y="4525"/>
                </a:lnTo>
                <a:cubicBezTo>
                  <a:pt x="12331" y="4554"/>
                  <a:pt x="12320" y="4579"/>
                  <a:pt x="12300" y="4600"/>
                </a:cubicBezTo>
                <a:cubicBezTo>
                  <a:pt x="12279" y="4620"/>
                  <a:pt x="12254" y="4631"/>
                  <a:pt x="12225" y="4631"/>
                </a:cubicBezTo>
                <a:lnTo>
                  <a:pt x="106" y="4631"/>
                </a:lnTo>
                <a:cubicBezTo>
                  <a:pt x="77" y="4631"/>
                  <a:pt x="52" y="4620"/>
                  <a:pt x="31" y="4600"/>
                </a:cubicBezTo>
                <a:cubicBezTo>
                  <a:pt x="11" y="4579"/>
                  <a:pt x="0" y="4554"/>
                  <a:pt x="0" y="4525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198000" y="37432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4" y="51"/>
                  <a:pt x="12234" y="51"/>
                  <a:pt x="12233" y="50"/>
                </a:cubicBezTo>
                <a:cubicBezTo>
                  <a:pt x="12218" y="35"/>
                  <a:pt x="12199" y="26"/>
                  <a:pt x="12177" y="26"/>
                </a:cubicBezTo>
                <a:lnTo>
                  <a:pt x="58" y="26"/>
                </a:lnTo>
                <a:cubicBezTo>
                  <a:pt x="54" y="26"/>
                  <a:pt x="51" y="28"/>
                  <a:pt x="48" y="33"/>
                </a:cubicBezTo>
                <a:lnTo>
                  <a:pt x="0" y="17"/>
                </a:lnTo>
                <a:cubicBezTo>
                  <a:pt x="17" y="5"/>
                  <a:pt x="36" y="0"/>
                  <a:pt x="58" y="0"/>
                </a:cubicBezTo>
                <a:lnTo>
                  <a:pt x="12177" y="0"/>
                </a:lnTo>
                <a:cubicBezTo>
                  <a:pt x="12206" y="0"/>
                  <a:pt x="12231" y="10"/>
                  <a:pt x="12252" y="31"/>
                </a:cubicBezTo>
                <a:lnTo>
                  <a:pt x="12253" y="33"/>
                </a:ln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198000" y="53917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12177" y="24"/>
                </a:lnTo>
                <a:cubicBezTo>
                  <a:pt x="12199" y="24"/>
                  <a:pt x="12218" y="17"/>
                  <a:pt x="12233" y="1"/>
                </a:cubicBezTo>
                <a:cubicBezTo>
                  <a:pt x="12234" y="1"/>
                  <a:pt x="12234" y="0"/>
                  <a:pt x="12234" y="0"/>
                </a:cubicBezTo>
                <a:lnTo>
                  <a:pt x="12253" y="19"/>
                </a:lnTo>
                <a:cubicBezTo>
                  <a:pt x="12253" y="19"/>
                  <a:pt x="12252" y="19"/>
                  <a:pt x="12252" y="20"/>
                </a:cubicBezTo>
                <a:cubicBezTo>
                  <a:pt x="12231" y="40"/>
                  <a:pt x="12206" y="52"/>
                  <a:pt x="1217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4601520" y="3754440"/>
            <a:ext cx="18360" cy="1644840"/>
          </a:xfrm>
          <a:custGeom>
            <a:avLst/>
            <a:gdLst/>
            <a:ahLst/>
            <a:rect l="0" t="0" r="r" b="b"/>
            <a:pathLst>
              <a:path w="51" h="4569">
                <a:moveTo>
                  <a:pt x="0" y="4550"/>
                </a:moveTo>
                <a:cubicBezTo>
                  <a:pt x="16" y="4535"/>
                  <a:pt x="23" y="4516"/>
                  <a:pt x="23" y="4494"/>
                </a:cubicBezTo>
                <a:lnTo>
                  <a:pt x="23" y="74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4"/>
                </a:cubicBezTo>
                <a:lnTo>
                  <a:pt x="51" y="4494"/>
                </a:lnTo>
                <a:cubicBezTo>
                  <a:pt x="51" y="4523"/>
                  <a:pt x="40" y="4548"/>
                  <a:pt x="19" y="4569"/>
                </a:cubicBezTo>
                <a:lnTo>
                  <a:pt x="0" y="455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180720" y="3743280"/>
            <a:ext cx="4439160" cy="1667160"/>
          </a:xfrm>
          <a:custGeom>
            <a:avLst/>
            <a:gdLst/>
            <a:ahLst/>
            <a:rect l="0" t="0" r="r" b="b"/>
            <a:pathLst>
              <a:path w="12331" h="4631">
                <a:moveTo>
                  <a:pt x="0" y="0"/>
                </a:moveTo>
                <a:lnTo>
                  <a:pt x="12331" y="0"/>
                </a:lnTo>
                <a:lnTo>
                  <a:pt x="12331" y="4631"/>
                </a:lnTo>
                <a:lnTo>
                  <a:pt x="0" y="463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181080" y="1753200"/>
            <a:ext cx="2407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wizard’s behavior for future sessions.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352080" y="2685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60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50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369720" y="2321640"/>
            <a:ext cx="163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HOW IT WORKS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352080" y="2914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60"/>
                  <a:pt x="81" y="160"/>
                </a:cubicBezTo>
                <a:cubicBezTo>
                  <a:pt x="70" y="160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50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525600" y="2605320"/>
            <a:ext cx="3061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Records every Socratic Q&amp;A interaction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352080" y="3152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7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525600" y="2833920"/>
            <a:ext cx="3515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Tracks which questions users override or skip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352080" y="3381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30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525600" y="3072240"/>
            <a:ext cx="3110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Adjusts question priority for next session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525600" y="3300840"/>
            <a:ext cx="2752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manual tuning — self-calibrating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352080" y="4219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8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8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369720" y="3854880"/>
            <a:ext cx="311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ABANDONMENT PROTECTION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525600" y="4138920"/>
            <a:ext cx="3737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If a user quits mid-spec, the system penalizes its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352080" y="4676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525600" y="4357800"/>
            <a:ext cx="1362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engagement prior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352080" y="49053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525600" y="4596120"/>
            <a:ext cx="3033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Prevents over-asking in future sessions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525600" y="4824720"/>
            <a:ext cx="3651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Single bad session can only degrade the model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4886280" y="2209680"/>
            <a:ext cx="4438800" cy="2124360"/>
          </a:xfrm>
          <a:custGeom>
            <a:avLst/>
            <a:gdLst/>
            <a:ahLst/>
            <a:rect l="0" t="0" r="r" b="b"/>
            <a:pathLst>
              <a:path w="12330" h="5901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0"/>
                  <a:pt x="12299" y="31"/>
                </a:cubicBezTo>
                <a:cubicBezTo>
                  <a:pt x="12320" y="51"/>
                  <a:pt x="12330" y="76"/>
                  <a:pt x="12330" y="106"/>
                </a:cubicBezTo>
                <a:lnTo>
                  <a:pt x="12330" y="5795"/>
                </a:lnTo>
                <a:cubicBezTo>
                  <a:pt x="12330" y="5824"/>
                  <a:pt x="12320" y="5849"/>
                  <a:pt x="12299" y="5870"/>
                </a:cubicBezTo>
                <a:cubicBezTo>
                  <a:pt x="12279" y="5891"/>
                  <a:pt x="12254" y="5901"/>
                  <a:pt x="12224" y="5901"/>
                </a:cubicBezTo>
                <a:lnTo>
                  <a:pt x="105" y="5901"/>
                </a:lnTo>
                <a:cubicBezTo>
                  <a:pt x="76" y="5901"/>
                  <a:pt x="51" y="5891"/>
                  <a:pt x="31" y="5870"/>
                </a:cubicBezTo>
                <a:cubicBezTo>
                  <a:pt x="10" y="5849"/>
                  <a:pt x="0" y="5824"/>
                  <a:pt x="0" y="5795"/>
                </a:cubicBezTo>
                <a:lnTo>
                  <a:pt x="0" y="106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4903560" y="220968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1"/>
                  <a:pt x="12233" y="51"/>
                  <a:pt x="12233" y="51"/>
                </a:cubicBezTo>
                <a:cubicBezTo>
                  <a:pt x="12217" y="35"/>
                  <a:pt x="12198" y="27"/>
                  <a:pt x="12176" y="27"/>
                </a:cubicBezTo>
                <a:lnTo>
                  <a:pt x="57" y="27"/>
                </a:lnTo>
                <a:cubicBezTo>
                  <a:pt x="54" y="27"/>
                  <a:pt x="50" y="29"/>
                  <a:pt x="47" y="34"/>
                </a:cubicBezTo>
                <a:lnTo>
                  <a:pt x="0" y="18"/>
                </a:lnTo>
                <a:cubicBezTo>
                  <a:pt x="17" y="5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1"/>
                  <a:pt x="12251" y="32"/>
                </a:cubicBezTo>
                <a:cubicBezTo>
                  <a:pt x="12252" y="32"/>
                  <a:pt x="12252" y="33"/>
                  <a:pt x="12253" y="33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4903560" y="431532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8"/>
                </a:moveTo>
                <a:cubicBezTo>
                  <a:pt x="50" y="23"/>
                  <a:pt x="54" y="26"/>
                  <a:pt x="57" y="26"/>
                </a:cubicBezTo>
                <a:lnTo>
                  <a:pt x="12176" y="26"/>
                </a:lnTo>
                <a:cubicBezTo>
                  <a:pt x="12198" y="26"/>
                  <a:pt x="12217" y="17"/>
                  <a:pt x="12233" y="1"/>
                </a:cubicBezTo>
                <a:cubicBezTo>
                  <a:pt x="12233" y="1"/>
                  <a:pt x="12233" y="0"/>
                  <a:pt x="12234" y="0"/>
                </a:cubicBezTo>
                <a:lnTo>
                  <a:pt x="12253" y="19"/>
                </a:lnTo>
                <a:cubicBezTo>
                  <a:pt x="12252" y="19"/>
                  <a:pt x="12252" y="20"/>
                  <a:pt x="12251" y="20"/>
                </a:cubicBezTo>
                <a:cubicBezTo>
                  <a:pt x="12231" y="42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5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9307080" y="2220840"/>
            <a:ext cx="18000" cy="2102040"/>
          </a:xfrm>
          <a:custGeom>
            <a:avLst/>
            <a:gdLst/>
            <a:ahLst/>
            <a:rect l="0" t="0" r="r" b="b"/>
            <a:pathLst>
              <a:path w="50" h="5839">
                <a:moveTo>
                  <a:pt x="0" y="5820"/>
                </a:moveTo>
                <a:cubicBezTo>
                  <a:pt x="15" y="5805"/>
                  <a:pt x="23" y="5786"/>
                  <a:pt x="23" y="5764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0"/>
                  <a:pt x="50" y="45"/>
                  <a:pt x="50" y="75"/>
                </a:cubicBezTo>
                <a:lnTo>
                  <a:pt x="50" y="5764"/>
                </a:lnTo>
                <a:cubicBezTo>
                  <a:pt x="50" y="5793"/>
                  <a:pt x="39" y="5818"/>
                  <a:pt x="18" y="5839"/>
                </a:cubicBezTo>
                <a:lnTo>
                  <a:pt x="0" y="58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4886280" y="2209680"/>
            <a:ext cx="4438800" cy="2124360"/>
          </a:xfrm>
          <a:custGeom>
            <a:avLst/>
            <a:gdLst/>
            <a:ahLst/>
            <a:rect l="0" t="0" r="r" b="b"/>
            <a:pathLst>
              <a:path w="12330" h="5901">
                <a:moveTo>
                  <a:pt x="0" y="0"/>
                </a:moveTo>
                <a:lnTo>
                  <a:pt x="12330" y="0"/>
                </a:lnTo>
                <a:lnTo>
                  <a:pt x="12330" y="5901"/>
                </a:lnTo>
                <a:lnTo>
                  <a:pt x="0" y="590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4886280" y="4410000"/>
            <a:ext cx="4438800" cy="1514880"/>
          </a:xfrm>
          <a:custGeom>
            <a:avLst/>
            <a:gdLst/>
            <a:ahLst/>
            <a:rect l="0" t="0" r="r" b="b"/>
            <a:pathLst>
              <a:path w="12330" h="4208">
                <a:moveTo>
                  <a:pt x="31" y="31"/>
                </a:moveTo>
                <a:cubicBezTo>
                  <a:pt x="51" y="10"/>
                  <a:pt x="76" y="0"/>
                  <a:pt x="105" y="0"/>
                </a:cubicBezTo>
                <a:lnTo>
                  <a:pt x="12224" y="0"/>
                </a:lnTo>
                <a:cubicBezTo>
                  <a:pt x="12254" y="0"/>
                  <a:pt x="12279" y="10"/>
                  <a:pt x="12299" y="31"/>
                </a:cubicBezTo>
                <a:cubicBezTo>
                  <a:pt x="12320" y="51"/>
                  <a:pt x="12330" y="76"/>
                  <a:pt x="12330" y="106"/>
                </a:cubicBezTo>
                <a:lnTo>
                  <a:pt x="12330" y="4102"/>
                </a:lnTo>
                <a:cubicBezTo>
                  <a:pt x="12330" y="4131"/>
                  <a:pt x="12320" y="4156"/>
                  <a:pt x="12299" y="4177"/>
                </a:cubicBezTo>
                <a:cubicBezTo>
                  <a:pt x="12279" y="4197"/>
                  <a:pt x="12254" y="4208"/>
                  <a:pt x="12224" y="4208"/>
                </a:cubicBezTo>
                <a:lnTo>
                  <a:pt x="105" y="4208"/>
                </a:lnTo>
                <a:cubicBezTo>
                  <a:pt x="76" y="4208"/>
                  <a:pt x="51" y="4197"/>
                  <a:pt x="31" y="4177"/>
                </a:cubicBezTo>
                <a:cubicBezTo>
                  <a:pt x="10" y="4156"/>
                  <a:pt x="0" y="4131"/>
                  <a:pt x="0" y="4102"/>
                </a:cubicBezTo>
                <a:lnTo>
                  <a:pt x="0" y="106"/>
                </a:lnTo>
                <a:cubicBezTo>
                  <a:pt x="0" y="76"/>
                  <a:pt x="10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4903560" y="441000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12234" y="52"/>
                </a:moveTo>
                <a:cubicBezTo>
                  <a:pt x="12233" y="51"/>
                  <a:pt x="12233" y="51"/>
                  <a:pt x="12233" y="50"/>
                </a:cubicBezTo>
                <a:cubicBezTo>
                  <a:pt x="12217" y="35"/>
                  <a:pt x="12198" y="27"/>
                  <a:pt x="12176" y="27"/>
                </a:cubicBezTo>
                <a:lnTo>
                  <a:pt x="57" y="27"/>
                </a:lnTo>
                <a:cubicBezTo>
                  <a:pt x="54" y="27"/>
                  <a:pt x="50" y="29"/>
                  <a:pt x="47" y="33"/>
                </a:cubicBezTo>
                <a:lnTo>
                  <a:pt x="0" y="18"/>
                </a:lnTo>
                <a:cubicBezTo>
                  <a:pt x="17" y="5"/>
                  <a:pt x="36" y="0"/>
                  <a:pt x="57" y="0"/>
                </a:cubicBezTo>
                <a:lnTo>
                  <a:pt x="12176" y="0"/>
                </a:lnTo>
                <a:cubicBezTo>
                  <a:pt x="12206" y="0"/>
                  <a:pt x="12231" y="10"/>
                  <a:pt x="12251" y="32"/>
                </a:cubicBezTo>
                <a:cubicBezTo>
                  <a:pt x="12252" y="32"/>
                  <a:pt x="12252" y="33"/>
                  <a:pt x="12253" y="33"/>
                </a:cubicBezTo>
                <a:lnTo>
                  <a:pt x="12234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4903560" y="5906160"/>
            <a:ext cx="4411080" cy="18720"/>
          </a:xfrm>
          <a:custGeom>
            <a:avLst/>
            <a:gdLst/>
            <a:ahLst/>
            <a:rect l="0" t="0" r="r" b="b"/>
            <a:pathLst>
              <a:path w="12253" h="52">
                <a:moveTo>
                  <a:pt x="47" y="18"/>
                </a:moveTo>
                <a:cubicBezTo>
                  <a:pt x="50" y="22"/>
                  <a:pt x="54" y="24"/>
                  <a:pt x="57" y="24"/>
                </a:cubicBezTo>
                <a:lnTo>
                  <a:pt x="12176" y="24"/>
                </a:lnTo>
                <a:cubicBezTo>
                  <a:pt x="12198" y="24"/>
                  <a:pt x="12217" y="16"/>
                  <a:pt x="12233" y="1"/>
                </a:cubicBezTo>
                <a:cubicBezTo>
                  <a:pt x="12233" y="0"/>
                  <a:pt x="12233" y="0"/>
                  <a:pt x="12234" y="0"/>
                </a:cubicBezTo>
                <a:lnTo>
                  <a:pt x="12253" y="18"/>
                </a:lnTo>
                <a:cubicBezTo>
                  <a:pt x="12252" y="19"/>
                  <a:pt x="12252" y="19"/>
                  <a:pt x="12251" y="20"/>
                </a:cubicBezTo>
                <a:cubicBezTo>
                  <a:pt x="12231" y="40"/>
                  <a:pt x="12206" y="52"/>
                  <a:pt x="12176" y="52"/>
                </a:cubicBezTo>
                <a:lnTo>
                  <a:pt x="57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9307080" y="4421160"/>
            <a:ext cx="18000" cy="1492560"/>
          </a:xfrm>
          <a:custGeom>
            <a:avLst/>
            <a:gdLst/>
            <a:ahLst/>
            <a:rect l="0" t="0" r="r" b="b"/>
            <a:pathLst>
              <a:path w="50" h="4146">
                <a:moveTo>
                  <a:pt x="0" y="4127"/>
                </a:moveTo>
                <a:cubicBezTo>
                  <a:pt x="15" y="4111"/>
                  <a:pt x="23" y="4093"/>
                  <a:pt x="23" y="4071"/>
                </a:cubicBezTo>
                <a:lnTo>
                  <a:pt x="23" y="75"/>
                </a:lnTo>
                <a:cubicBezTo>
                  <a:pt x="23" y="53"/>
                  <a:pt x="15" y="34"/>
                  <a:pt x="0" y="18"/>
                </a:cubicBezTo>
                <a:lnTo>
                  <a:pt x="18" y="0"/>
                </a:lnTo>
                <a:cubicBezTo>
                  <a:pt x="39" y="20"/>
                  <a:pt x="50" y="45"/>
                  <a:pt x="50" y="75"/>
                </a:cubicBezTo>
                <a:lnTo>
                  <a:pt x="50" y="4071"/>
                </a:lnTo>
                <a:cubicBezTo>
                  <a:pt x="50" y="4100"/>
                  <a:pt x="39" y="4125"/>
                  <a:pt x="18" y="4146"/>
                </a:cubicBezTo>
                <a:lnTo>
                  <a:pt x="0" y="412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4886280" y="4410000"/>
            <a:ext cx="4438800" cy="1514880"/>
          </a:xfrm>
          <a:custGeom>
            <a:avLst/>
            <a:gdLst/>
            <a:ahLst/>
            <a:rect l="0" t="0" r="r" b="b"/>
            <a:pathLst>
              <a:path w="12330" h="4208">
                <a:moveTo>
                  <a:pt x="0" y="0"/>
                </a:moveTo>
                <a:lnTo>
                  <a:pt x="12330" y="0"/>
                </a:lnTo>
                <a:lnTo>
                  <a:pt x="12330" y="4208"/>
                </a:lnTo>
                <a:lnTo>
                  <a:pt x="0" y="4208"/>
                </a:lnTo>
                <a:lnTo>
                  <a:pt x="0" y="0"/>
                </a:ln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525600" y="5053320"/>
            <a:ext cx="531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slightly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5057640" y="2685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0" y="159"/>
                  <a:pt x="79" y="160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5074920" y="2321640"/>
            <a:ext cx="381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CONSERVATIVE DRIFT PROTECTION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5230800" y="2605320"/>
            <a:ext cx="3960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 single session can only shift behavior by a limited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5057640" y="3143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0" y="159"/>
                  <a:pt x="79" y="160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5230800" y="2824560"/>
            <a:ext cx="580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amount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5230800" y="3062520"/>
            <a:ext cx="4104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Overrides require multiple consistent sessions to shift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5057640" y="3600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0" y="159"/>
                  <a:pt x="79" y="160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5230800" y="3281760"/>
            <a:ext cx="667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behavior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5230800" y="3519720"/>
            <a:ext cx="4037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After 20 successful sessions with zero overrides, the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5230800" y="3748320"/>
            <a:ext cx="3853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wizard converges to a stable, minimal-intervention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5230800" y="3967560"/>
            <a:ext cx="657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cadence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5086080" y="4924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3"/>
                  <a:pt x="24" y="136"/>
                </a:cubicBezTo>
                <a:cubicBezTo>
                  <a:pt x="17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7" y="31"/>
                  <a:pt x="24" y="24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5101560" y="4559760"/>
            <a:ext cx="1672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2ECC71"/>
                </a:solidFill>
                <a:effectLst/>
                <a:uFillTx/>
                <a:latin typeface="Montserrat"/>
                <a:ea typeface="Montserrat"/>
              </a:rPr>
              <a:t>KEY TAKEAWAY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5257440" y="4843800"/>
            <a:ext cx="3592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spec wizard gets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better over time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without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5086080" y="5381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4" y="136"/>
                </a:cubicBezTo>
                <a:cubicBezTo>
                  <a:pt x="17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7" y="31"/>
                  <a:pt x="24" y="24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5257440" y="5072400"/>
            <a:ext cx="1729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human reconfiguration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5257440" y="5301000"/>
            <a:ext cx="3245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Self-improvement through usage data, not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5257440" y="5529600"/>
            <a:ext cx="1246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hardcoded rules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180720" y="2800080"/>
            <a:ext cx="2962800" cy="2134080"/>
          </a:xfrm>
          <a:custGeom>
            <a:avLst/>
            <a:gdLst/>
            <a:ahLst/>
            <a:rect l="0" t="0" r="r" b="b"/>
            <a:pathLst>
              <a:path w="8230" h="5928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8124" y="0"/>
                </a:lnTo>
                <a:cubicBezTo>
                  <a:pt x="8153" y="0"/>
                  <a:pt x="8178" y="11"/>
                  <a:pt x="8199" y="31"/>
                </a:cubicBezTo>
                <a:cubicBezTo>
                  <a:pt x="8219" y="52"/>
                  <a:pt x="8230" y="77"/>
                  <a:pt x="8230" y="106"/>
                </a:cubicBezTo>
                <a:lnTo>
                  <a:pt x="8230" y="5822"/>
                </a:lnTo>
                <a:cubicBezTo>
                  <a:pt x="8230" y="5851"/>
                  <a:pt x="8219" y="5876"/>
                  <a:pt x="8199" y="5897"/>
                </a:cubicBezTo>
                <a:cubicBezTo>
                  <a:pt x="8178" y="5918"/>
                  <a:pt x="8153" y="5928"/>
                  <a:pt x="8124" y="5928"/>
                </a:cubicBezTo>
                <a:lnTo>
                  <a:pt x="106" y="5928"/>
                </a:lnTo>
                <a:cubicBezTo>
                  <a:pt x="77" y="5928"/>
                  <a:pt x="52" y="5918"/>
                  <a:pt x="31" y="5897"/>
                </a:cubicBezTo>
                <a:cubicBezTo>
                  <a:pt x="11" y="5876"/>
                  <a:pt x="0" y="5851"/>
                  <a:pt x="0" y="5822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198000" y="2800080"/>
            <a:ext cx="2934720" cy="18720"/>
          </a:xfrm>
          <a:custGeom>
            <a:avLst/>
            <a:gdLst/>
            <a:ahLst/>
            <a:rect l="0" t="0" r="r" b="b"/>
            <a:pathLst>
              <a:path w="8152" h="52">
                <a:moveTo>
                  <a:pt x="8133" y="52"/>
                </a:moveTo>
                <a:lnTo>
                  <a:pt x="8132" y="50"/>
                </a:lnTo>
                <a:cubicBezTo>
                  <a:pt x="8117" y="34"/>
                  <a:pt x="8098" y="27"/>
                  <a:pt x="8076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8076" y="0"/>
                </a:lnTo>
                <a:cubicBezTo>
                  <a:pt x="8105" y="0"/>
                  <a:pt x="8130" y="11"/>
                  <a:pt x="8151" y="31"/>
                </a:cubicBezTo>
                <a:cubicBezTo>
                  <a:pt x="8151" y="32"/>
                  <a:pt x="8152" y="32"/>
                  <a:pt x="8152" y="33"/>
                </a:cubicBezTo>
                <a:lnTo>
                  <a:pt x="8133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198000" y="4915440"/>
            <a:ext cx="2934720" cy="18720"/>
          </a:xfrm>
          <a:custGeom>
            <a:avLst/>
            <a:gdLst/>
            <a:ahLst/>
            <a:rect l="0" t="0" r="r" b="b"/>
            <a:pathLst>
              <a:path w="8152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8076" y="24"/>
                </a:lnTo>
                <a:cubicBezTo>
                  <a:pt x="8098" y="24"/>
                  <a:pt x="8117" y="17"/>
                  <a:pt x="8132" y="1"/>
                </a:cubicBezTo>
                <a:lnTo>
                  <a:pt x="8133" y="0"/>
                </a:lnTo>
                <a:lnTo>
                  <a:pt x="8152" y="19"/>
                </a:lnTo>
                <a:cubicBezTo>
                  <a:pt x="8152" y="19"/>
                  <a:pt x="8151" y="19"/>
                  <a:pt x="8151" y="20"/>
                </a:cubicBezTo>
                <a:cubicBezTo>
                  <a:pt x="8130" y="42"/>
                  <a:pt x="8105" y="52"/>
                  <a:pt x="8076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3125160" y="2811240"/>
            <a:ext cx="18360" cy="2111760"/>
          </a:xfrm>
          <a:custGeom>
            <a:avLst/>
            <a:gdLst/>
            <a:ahLst/>
            <a:rect l="0" t="0" r="r" b="b"/>
            <a:pathLst>
              <a:path w="51" h="5866">
                <a:moveTo>
                  <a:pt x="0" y="5847"/>
                </a:moveTo>
                <a:cubicBezTo>
                  <a:pt x="16" y="5832"/>
                  <a:pt x="24" y="5813"/>
                  <a:pt x="24" y="5791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20" y="0"/>
                </a:lnTo>
                <a:cubicBezTo>
                  <a:pt x="40" y="21"/>
                  <a:pt x="51" y="46"/>
                  <a:pt x="51" y="75"/>
                </a:cubicBezTo>
                <a:lnTo>
                  <a:pt x="51" y="5791"/>
                </a:lnTo>
                <a:cubicBezTo>
                  <a:pt x="51" y="5820"/>
                  <a:pt x="40" y="5845"/>
                  <a:pt x="20" y="5866"/>
                </a:cubicBezTo>
                <a:lnTo>
                  <a:pt x="0" y="584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180720" y="2800080"/>
            <a:ext cx="2962800" cy="2134080"/>
          </a:xfrm>
          <a:custGeom>
            <a:avLst/>
            <a:gdLst/>
            <a:ahLst/>
            <a:rect l="0" t="0" r="r" b="b"/>
            <a:pathLst>
              <a:path w="8230" h="5928">
                <a:moveTo>
                  <a:pt x="0" y="0"/>
                </a:moveTo>
                <a:lnTo>
                  <a:pt x="8230" y="0"/>
                </a:lnTo>
                <a:lnTo>
                  <a:pt x="8230" y="5928"/>
                </a:lnTo>
                <a:lnTo>
                  <a:pt x="0" y="59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1141920" y="2169720"/>
            <a:ext cx="69757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LAYER 3: LOGIC — THE THREE AGENTS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352080" y="3276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369720" y="2912040"/>
            <a:ext cx="2431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SPECIFICATION AGENT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523800" y="3419280"/>
            <a:ext cx="1229040" cy="219600"/>
          </a:xfrm>
          <a:custGeom>
            <a:avLst/>
            <a:gdLst/>
            <a:ahLst/>
            <a:rect l="0" t="0" r="r" b="b"/>
            <a:pathLst>
              <a:path w="3414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34" y="0"/>
                </a:lnTo>
                <a:cubicBezTo>
                  <a:pt x="3345" y="0"/>
                  <a:pt x="3355" y="2"/>
                  <a:pt x="3365" y="6"/>
                </a:cubicBezTo>
                <a:cubicBezTo>
                  <a:pt x="3375" y="10"/>
                  <a:pt x="3383" y="16"/>
                  <a:pt x="3391" y="23"/>
                </a:cubicBezTo>
                <a:cubicBezTo>
                  <a:pt x="3398" y="31"/>
                  <a:pt x="3404" y="39"/>
                  <a:pt x="3408" y="49"/>
                </a:cubicBezTo>
                <a:cubicBezTo>
                  <a:pt x="3412" y="59"/>
                  <a:pt x="3414" y="69"/>
                  <a:pt x="3414" y="79"/>
                </a:cubicBezTo>
                <a:lnTo>
                  <a:pt x="3414" y="529"/>
                </a:lnTo>
                <a:cubicBezTo>
                  <a:pt x="3414" y="541"/>
                  <a:pt x="3412" y="551"/>
                  <a:pt x="3408" y="561"/>
                </a:cubicBezTo>
                <a:cubicBezTo>
                  <a:pt x="3404" y="570"/>
                  <a:pt x="3398" y="579"/>
                  <a:pt x="3391" y="586"/>
                </a:cubicBezTo>
                <a:cubicBezTo>
                  <a:pt x="3383" y="594"/>
                  <a:pt x="3375" y="599"/>
                  <a:pt x="3365" y="603"/>
                </a:cubicBezTo>
                <a:cubicBezTo>
                  <a:pt x="3355" y="608"/>
                  <a:pt x="3345" y="610"/>
                  <a:pt x="3334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525600" y="3196080"/>
            <a:ext cx="1989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Canvas text → Structured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352080" y="373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562320" y="3445920"/>
            <a:ext cx="8388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Specification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525600" y="3653280"/>
            <a:ext cx="2038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SchemaTailor: auto-detect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352080" y="4200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9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525600" y="3881880"/>
            <a:ext cx="811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framework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352080" y="44290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525600" y="4119840"/>
            <a:ext cx="2308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Socratic Q&amp;A (opt-in, capped)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971280" y="4343400"/>
            <a:ext cx="1134000" cy="219240"/>
          </a:xfrm>
          <a:custGeom>
            <a:avLst/>
            <a:gdLst/>
            <a:ahLst/>
            <a:rect l="0" t="0" r="r" b="b"/>
            <a:pathLst>
              <a:path w="3150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8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070" y="0"/>
                </a:lnTo>
                <a:cubicBezTo>
                  <a:pt x="3081" y="0"/>
                  <a:pt x="3091" y="2"/>
                  <a:pt x="3101" y="6"/>
                </a:cubicBezTo>
                <a:cubicBezTo>
                  <a:pt x="3111" y="10"/>
                  <a:pt x="3119" y="15"/>
                  <a:pt x="3127" y="23"/>
                </a:cubicBezTo>
                <a:cubicBezTo>
                  <a:pt x="3134" y="30"/>
                  <a:pt x="3140" y="39"/>
                  <a:pt x="3144" y="48"/>
                </a:cubicBezTo>
                <a:cubicBezTo>
                  <a:pt x="3148" y="58"/>
                  <a:pt x="3150" y="68"/>
                  <a:pt x="3150" y="79"/>
                </a:cubicBezTo>
                <a:lnTo>
                  <a:pt x="3150" y="530"/>
                </a:lnTo>
                <a:cubicBezTo>
                  <a:pt x="3150" y="540"/>
                  <a:pt x="3148" y="550"/>
                  <a:pt x="3144" y="560"/>
                </a:cubicBezTo>
                <a:cubicBezTo>
                  <a:pt x="3140" y="570"/>
                  <a:pt x="3134" y="578"/>
                  <a:pt x="3127" y="586"/>
                </a:cubicBezTo>
                <a:cubicBezTo>
                  <a:pt x="3119" y="593"/>
                  <a:pt x="3111" y="599"/>
                  <a:pt x="3101" y="603"/>
                </a:cubicBezTo>
                <a:cubicBezTo>
                  <a:pt x="3091" y="607"/>
                  <a:pt x="3081" y="609"/>
                  <a:pt x="3070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525600" y="4348440"/>
            <a:ext cx="464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Inline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1004760" y="4369680"/>
            <a:ext cx="8388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[GAP: Topic]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3276360" y="2800080"/>
            <a:ext cx="2953080" cy="2134080"/>
          </a:xfrm>
          <a:custGeom>
            <a:avLst/>
            <a:gdLst/>
            <a:ahLst/>
            <a:rect l="0" t="0" r="r" b="b"/>
            <a:pathLst>
              <a:path w="8203" h="5928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8098" y="0"/>
                </a:lnTo>
                <a:cubicBezTo>
                  <a:pt x="8127" y="0"/>
                  <a:pt x="8152" y="11"/>
                  <a:pt x="8172" y="31"/>
                </a:cubicBezTo>
                <a:cubicBezTo>
                  <a:pt x="8193" y="52"/>
                  <a:pt x="8203" y="77"/>
                  <a:pt x="8203" y="106"/>
                </a:cubicBezTo>
                <a:lnTo>
                  <a:pt x="8203" y="5822"/>
                </a:lnTo>
                <a:cubicBezTo>
                  <a:pt x="8203" y="5851"/>
                  <a:pt x="8193" y="5876"/>
                  <a:pt x="8172" y="5897"/>
                </a:cubicBezTo>
                <a:cubicBezTo>
                  <a:pt x="8152" y="5918"/>
                  <a:pt x="8127" y="5928"/>
                  <a:pt x="8097" y="5928"/>
                </a:cubicBezTo>
                <a:lnTo>
                  <a:pt x="106" y="5928"/>
                </a:lnTo>
                <a:cubicBezTo>
                  <a:pt x="77" y="5928"/>
                  <a:pt x="52" y="5918"/>
                  <a:pt x="31" y="5897"/>
                </a:cubicBezTo>
                <a:cubicBezTo>
                  <a:pt x="10" y="5876"/>
                  <a:pt x="0" y="5851"/>
                  <a:pt x="0" y="5822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3293640" y="2800080"/>
            <a:ext cx="2925360" cy="18720"/>
          </a:xfrm>
          <a:custGeom>
            <a:avLst/>
            <a:gdLst/>
            <a:ahLst/>
            <a:rect l="0" t="0" r="r" b="b"/>
            <a:pathLst>
              <a:path w="8126" h="52">
                <a:moveTo>
                  <a:pt x="8107" y="52"/>
                </a:moveTo>
                <a:cubicBezTo>
                  <a:pt x="8106" y="52"/>
                  <a:pt x="8106" y="50"/>
                  <a:pt x="8106" y="50"/>
                </a:cubicBezTo>
                <a:cubicBezTo>
                  <a:pt x="8090" y="34"/>
                  <a:pt x="8071" y="27"/>
                  <a:pt x="8049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8050" y="0"/>
                </a:lnTo>
                <a:cubicBezTo>
                  <a:pt x="8079" y="0"/>
                  <a:pt x="8104" y="11"/>
                  <a:pt x="8124" y="31"/>
                </a:cubicBezTo>
                <a:cubicBezTo>
                  <a:pt x="8125" y="32"/>
                  <a:pt x="8125" y="32"/>
                  <a:pt x="8126" y="33"/>
                </a:cubicBezTo>
                <a:lnTo>
                  <a:pt x="8107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3293640" y="4915440"/>
            <a:ext cx="2925360" cy="18720"/>
          </a:xfrm>
          <a:custGeom>
            <a:avLst/>
            <a:gdLst/>
            <a:ahLst/>
            <a:rect l="0" t="0" r="r" b="b"/>
            <a:pathLst>
              <a:path w="8126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8049" y="24"/>
                </a:lnTo>
                <a:cubicBezTo>
                  <a:pt x="8071" y="24"/>
                  <a:pt x="8090" y="17"/>
                  <a:pt x="8106" y="1"/>
                </a:cubicBezTo>
                <a:cubicBezTo>
                  <a:pt x="8106" y="1"/>
                  <a:pt x="8106" y="0"/>
                  <a:pt x="8107" y="0"/>
                </a:cubicBezTo>
                <a:lnTo>
                  <a:pt x="8126" y="19"/>
                </a:lnTo>
                <a:cubicBezTo>
                  <a:pt x="8125" y="19"/>
                  <a:pt x="8125" y="19"/>
                  <a:pt x="8124" y="20"/>
                </a:cubicBezTo>
                <a:cubicBezTo>
                  <a:pt x="8104" y="42"/>
                  <a:pt x="8079" y="52"/>
                  <a:pt x="8049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3276360" y="2800080"/>
            <a:ext cx="2953080" cy="2134080"/>
          </a:xfrm>
          <a:custGeom>
            <a:avLst/>
            <a:gdLst/>
            <a:ahLst/>
            <a:rect l="0" t="0" r="r" b="b"/>
            <a:pathLst>
              <a:path w="8203" h="5928">
                <a:moveTo>
                  <a:pt x="0" y="0"/>
                </a:moveTo>
                <a:lnTo>
                  <a:pt x="8203" y="0"/>
                </a:lnTo>
                <a:lnTo>
                  <a:pt x="8203" y="5928"/>
                </a:lnTo>
                <a:lnTo>
                  <a:pt x="0" y="59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3276360" y="2800080"/>
            <a:ext cx="2953080" cy="2134080"/>
          </a:xfrm>
          <a:custGeom>
            <a:avLst/>
            <a:gdLst/>
            <a:ahLst/>
            <a:rect l="0" t="0" r="r" b="b"/>
            <a:pathLst>
              <a:path w="8203" h="5928">
                <a:moveTo>
                  <a:pt x="0" y="0"/>
                </a:moveTo>
                <a:lnTo>
                  <a:pt x="8203" y="0"/>
                </a:lnTo>
                <a:lnTo>
                  <a:pt x="8203" y="5928"/>
                </a:lnTo>
                <a:lnTo>
                  <a:pt x="0" y="59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525600" y="4577040"/>
            <a:ext cx="986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placeholders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3447720" y="3276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6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3461760" y="2912040"/>
            <a:ext cx="188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PLANNING AGENT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4152600" y="3190680"/>
            <a:ext cx="1219680" cy="219600"/>
          </a:xfrm>
          <a:custGeom>
            <a:avLst/>
            <a:gdLst/>
            <a:ahLst/>
            <a:rect l="0" t="0" r="r" b="b"/>
            <a:pathLst>
              <a:path w="3388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09" y="0"/>
                </a:lnTo>
                <a:cubicBezTo>
                  <a:pt x="3319" y="0"/>
                  <a:pt x="3329" y="2"/>
                  <a:pt x="3339" y="6"/>
                </a:cubicBezTo>
                <a:cubicBezTo>
                  <a:pt x="3349" y="10"/>
                  <a:pt x="3357" y="16"/>
                  <a:pt x="3365" y="23"/>
                </a:cubicBezTo>
                <a:cubicBezTo>
                  <a:pt x="3372" y="31"/>
                  <a:pt x="3378" y="39"/>
                  <a:pt x="3382" y="49"/>
                </a:cubicBezTo>
                <a:cubicBezTo>
                  <a:pt x="3386" y="59"/>
                  <a:pt x="3388" y="69"/>
                  <a:pt x="3388" y="79"/>
                </a:cubicBezTo>
                <a:lnTo>
                  <a:pt x="3388" y="529"/>
                </a:lnTo>
                <a:cubicBezTo>
                  <a:pt x="3388" y="540"/>
                  <a:pt x="3386" y="550"/>
                  <a:pt x="3382" y="560"/>
                </a:cubicBezTo>
                <a:cubicBezTo>
                  <a:pt x="3378" y="570"/>
                  <a:pt x="3372" y="579"/>
                  <a:pt x="3365" y="586"/>
                </a:cubicBezTo>
                <a:cubicBezTo>
                  <a:pt x="3357" y="594"/>
                  <a:pt x="3349" y="599"/>
                  <a:pt x="3339" y="603"/>
                </a:cubicBezTo>
                <a:cubicBezTo>
                  <a:pt x="3329" y="608"/>
                  <a:pt x="3319" y="610"/>
                  <a:pt x="3309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0"/>
                  <a:pt x="0" y="540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3618000" y="3196080"/>
            <a:ext cx="667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Spec →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3447720" y="3514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4185000" y="3217320"/>
            <a:ext cx="9291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TechnicalPlan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3447720" y="37432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3619440" y="3666960"/>
            <a:ext cx="1314720" cy="209880"/>
          </a:xfrm>
          <a:custGeom>
            <a:avLst/>
            <a:gdLst/>
            <a:ahLst/>
            <a:rect l="0" t="0" r="r" b="b"/>
            <a:pathLst>
              <a:path w="3652" h="583">
                <a:moveTo>
                  <a:pt x="0" y="503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573" y="0"/>
                </a:lnTo>
                <a:cubicBezTo>
                  <a:pt x="3583" y="0"/>
                  <a:pt x="3593" y="2"/>
                  <a:pt x="3603" y="6"/>
                </a:cubicBezTo>
                <a:cubicBezTo>
                  <a:pt x="3613" y="10"/>
                  <a:pt x="3621" y="16"/>
                  <a:pt x="3629" y="23"/>
                </a:cubicBezTo>
                <a:cubicBezTo>
                  <a:pt x="3636" y="31"/>
                  <a:pt x="3642" y="39"/>
                  <a:pt x="3646" y="49"/>
                </a:cubicBezTo>
                <a:cubicBezTo>
                  <a:pt x="3650" y="59"/>
                  <a:pt x="3652" y="69"/>
                  <a:pt x="3652" y="79"/>
                </a:cubicBezTo>
                <a:lnTo>
                  <a:pt x="3652" y="503"/>
                </a:lnTo>
                <a:cubicBezTo>
                  <a:pt x="3652" y="513"/>
                  <a:pt x="3650" y="523"/>
                  <a:pt x="3646" y="533"/>
                </a:cubicBezTo>
                <a:cubicBezTo>
                  <a:pt x="3642" y="543"/>
                  <a:pt x="3636" y="551"/>
                  <a:pt x="3629" y="559"/>
                </a:cubicBezTo>
                <a:cubicBezTo>
                  <a:pt x="3621" y="566"/>
                  <a:pt x="3613" y="572"/>
                  <a:pt x="3603" y="576"/>
                </a:cubicBezTo>
                <a:cubicBezTo>
                  <a:pt x="3593" y="580"/>
                  <a:pt x="3583" y="583"/>
                  <a:pt x="3573" y="583"/>
                </a:cubicBezTo>
                <a:lnTo>
                  <a:pt x="79" y="583"/>
                </a:lnTo>
                <a:cubicBezTo>
                  <a:pt x="69" y="583"/>
                  <a:pt x="58" y="580"/>
                  <a:pt x="49" y="576"/>
                </a:cubicBezTo>
                <a:cubicBezTo>
                  <a:pt x="39" y="572"/>
                  <a:pt x="30" y="566"/>
                  <a:pt x="23" y="559"/>
                </a:cubicBezTo>
                <a:cubicBezTo>
                  <a:pt x="15" y="551"/>
                  <a:pt x="10" y="543"/>
                  <a:pt x="6" y="533"/>
                </a:cubicBezTo>
                <a:cubicBezTo>
                  <a:pt x="2" y="523"/>
                  <a:pt x="0" y="513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3618000" y="3434040"/>
            <a:ext cx="1777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Architecture markdown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3654720" y="3693600"/>
            <a:ext cx="10198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ProceduralStep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4929120" y="3662640"/>
            <a:ext cx="444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 with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3447720" y="4209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3618000" y="3891240"/>
            <a:ext cx="1072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bracketed IDs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3618000" y="4129200"/>
            <a:ext cx="2424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Human approves design before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6362640" y="2800080"/>
            <a:ext cx="2962440" cy="2134080"/>
          </a:xfrm>
          <a:custGeom>
            <a:avLst/>
            <a:gdLst/>
            <a:ahLst/>
            <a:rect l="0" t="0" r="r" b="b"/>
            <a:pathLst>
              <a:path w="8229" h="5928">
                <a:moveTo>
                  <a:pt x="31" y="31"/>
                </a:moveTo>
                <a:cubicBezTo>
                  <a:pt x="51" y="11"/>
                  <a:pt x="76" y="0"/>
                  <a:pt x="105" y="0"/>
                </a:cubicBezTo>
                <a:lnTo>
                  <a:pt x="8123" y="0"/>
                </a:lnTo>
                <a:cubicBezTo>
                  <a:pt x="8153" y="0"/>
                  <a:pt x="8178" y="11"/>
                  <a:pt x="8198" y="31"/>
                </a:cubicBezTo>
                <a:cubicBezTo>
                  <a:pt x="8219" y="52"/>
                  <a:pt x="8229" y="77"/>
                  <a:pt x="8229" y="106"/>
                </a:cubicBezTo>
                <a:lnTo>
                  <a:pt x="8229" y="5822"/>
                </a:lnTo>
                <a:cubicBezTo>
                  <a:pt x="8229" y="5851"/>
                  <a:pt x="8219" y="5876"/>
                  <a:pt x="8198" y="5897"/>
                </a:cubicBezTo>
                <a:cubicBezTo>
                  <a:pt x="8178" y="5918"/>
                  <a:pt x="8153" y="5928"/>
                  <a:pt x="8123" y="5928"/>
                </a:cubicBezTo>
                <a:lnTo>
                  <a:pt x="105" y="5928"/>
                </a:lnTo>
                <a:cubicBezTo>
                  <a:pt x="76" y="5928"/>
                  <a:pt x="51" y="5918"/>
                  <a:pt x="31" y="5897"/>
                </a:cubicBezTo>
                <a:cubicBezTo>
                  <a:pt x="10" y="5876"/>
                  <a:pt x="0" y="5851"/>
                  <a:pt x="0" y="5822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6379920" y="2800080"/>
            <a:ext cx="2934720" cy="18720"/>
          </a:xfrm>
          <a:custGeom>
            <a:avLst/>
            <a:gdLst/>
            <a:ahLst/>
            <a:rect l="0" t="0" r="r" b="b"/>
            <a:pathLst>
              <a:path w="8152" h="52">
                <a:moveTo>
                  <a:pt x="8133" y="52"/>
                </a:moveTo>
                <a:cubicBezTo>
                  <a:pt x="8132" y="52"/>
                  <a:pt x="8132" y="50"/>
                  <a:pt x="8132" y="50"/>
                </a:cubicBezTo>
                <a:cubicBezTo>
                  <a:pt x="8116" y="34"/>
                  <a:pt x="8097" y="27"/>
                  <a:pt x="8075" y="27"/>
                </a:cubicBezTo>
                <a:lnTo>
                  <a:pt x="57" y="27"/>
                </a:lnTo>
                <a:cubicBezTo>
                  <a:pt x="54" y="27"/>
                  <a:pt x="50" y="29"/>
                  <a:pt x="47" y="33"/>
                </a:cubicBezTo>
                <a:lnTo>
                  <a:pt x="0" y="17"/>
                </a:lnTo>
                <a:cubicBezTo>
                  <a:pt x="17" y="6"/>
                  <a:pt x="36" y="0"/>
                  <a:pt x="57" y="0"/>
                </a:cubicBezTo>
                <a:lnTo>
                  <a:pt x="8075" y="0"/>
                </a:lnTo>
                <a:cubicBezTo>
                  <a:pt x="8105" y="0"/>
                  <a:pt x="8130" y="11"/>
                  <a:pt x="8150" y="31"/>
                </a:cubicBezTo>
                <a:cubicBezTo>
                  <a:pt x="8151" y="32"/>
                  <a:pt x="8151" y="32"/>
                  <a:pt x="8152" y="33"/>
                </a:cubicBezTo>
                <a:lnTo>
                  <a:pt x="8133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6379920" y="4915440"/>
            <a:ext cx="2934720" cy="18720"/>
          </a:xfrm>
          <a:custGeom>
            <a:avLst/>
            <a:gdLst/>
            <a:ahLst/>
            <a:rect l="0" t="0" r="r" b="b"/>
            <a:pathLst>
              <a:path w="8152" h="52">
                <a:moveTo>
                  <a:pt x="47" y="18"/>
                </a:moveTo>
                <a:cubicBezTo>
                  <a:pt x="50" y="22"/>
                  <a:pt x="54" y="24"/>
                  <a:pt x="57" y="24"/>
                </a:cubicBezTo>
                <a:lnTo>
                  <a:pt x="8075" y="24"/>
                </a:lnTo>
                <a:cubicBezTo>
                  <a:pt x="8097" y="24"/>
                  <a:pt x="8116" y="17"/>
                  <a:pt x="8132" y="1"/>
                </a:cubicBezTo>
                <a:cubicBezTo>
                  <a:pt x="8132" y="1"/>
                  <a:pt x="8132" y="0"/>
                  <a:pt x="8133" y="0"/>
                </a:cubicBezTo>
                <a:lnTo>
                  <a:pt x="8152" y="19"/>
                </a:lnTo>
                <a:cubicBezTo>
                  <a:pt x="8151" y="19"/>
                  <a:pt x="8151" y="19"/>
                  <a:pt x="8150" y="20"/>
                </a:cubicBezTo>
                <a:cubicBezTo>
                  <a:pt x="8130" y="42"/>
                  <a:pt x="8105" y="52"/>
                  <a:pt x="8075" y="52"/>
                </a:cubicBezTo>
                <a:lnTo>
                  <a:pt x="57" y="52"/>
                </a:lnTo>
                <a:cubicBezTo>
                  <a:pt x="36" y="52"/>
                  <a:pt x="17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9307080" y="2811240"/>
            <a:ext cx="18000" cy="2111760"/>
          </a:xfrm>
          <a:custGeom>
            <a:avLst/>
            <a:gdLst/>
            <a:ahLst/>
            <a:rect l="0" t="0" r="r" b="b"/>
            <a:pathLst>
              <a:path w="50" h="5866">
                <a:moveTo>
                  <a:pt x="0" y="5847"/>
                </a:moveTo>
                <a:cubicBezTo>
                  <a:pt x="15" y="5832"/>
                  <a:pt x="23" y="5813"/>
                  <a:pt x="23" y="5791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5791"/>
                </a:lnTo>
                <a:cubicBezTo>
                  <a:pt x="50" y="5820"/>
                  <a:pt x="39" y="5845"/>
                  <a:pt x="18" y="5866"/>
                </a:cubicBezTo>
                <a:lnTo>
                  <a:pt x="0" y="584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6362640" y="2800080"/>
            <a:ext cx="2962440" cy="2134080"/>
          </a:xfrm>
          <a:custGeom>
            <a:avLst/>
            <a:gdLst/>
            <a:ahLst/>
            <a:rect l="0" t="0" r="r" b="b"/>
            <a:pathLst>
              <a:path w="8229" h="5928">
                <a:moveTo>
                  <a:pt x="0" y="0"/>
                </a:moveTo>
                <a:lnTo>
                  <a:pt x="8229" y="0"/>
                </a:lnTo>
                <a:lnTo>
                  <a:pt x="8229" y="5928"/>
                </a:lnTo>
                <a:lnTo>
                  <a:pt x="0" y="59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3618000" y="4348440"/>
            <a:ext cx="1179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implementation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6543360" y="3276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6554520" y="2912040"/>
            <a:ext cx="164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CODING AGENT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6543360" y="3514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6710400" y="3196080"/>
            <a:ext cx="2328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9-step execution loop per step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6710400" y="3434040"/>
            <a:ext cx="2791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Observe → Refresh → Assemble →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6710400" y="3653280"/>
            <a:ext cx="2868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LLM → Approve → Execute → Verify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6543360" y="4200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6710400" y="3881880"/>
            <a:ext cx="161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→ Update → Repeat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6710400" y="4119840"/>
            <a:ext cx="2279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Tool failure → Retry dialog →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6710400" y="4339080"/>
            <a:ext cx="1362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Scenario memory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786240" y="1950480"/>
            <a:ext cx="7434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WORKFLOW STATE CHAINING &amp; CONTEXT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3718440" y="2379240"/>
            <a:ext cx="19191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ISOLATION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679320" y="2950200"/>
            <a:ext cx="334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STEP-TO-STEP STATE MACHINE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283320" y="3394080"/>
            <a:ext cx="4511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After each execution step, the system captures what the agent proposed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228240" y="3565440"/>
            <a:ext cx="4606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how the human responded. This state is injected into the next step’s prompt 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4886280" y="3924000"/>
            <a:ext cx="476640" cy="219600"/>
          </a:xfrm>
          <a:custGeom>
            <a:avLst/>
            <a:gdLst/>
            <a:ahLst/>
            <a:rect l="0" t="0" r="r" b="b"/>
            <a:pathLst>
              <a:path w="1324" h="610">
                <a:moveTo>
                  <a:pt x="0" y="0"/>
                </a:moveTo>
                <a:lnTo>
                  <a:pt x="1324" y="0"/>
                </a:lnTo>
                <a:lnTo>
                  <a:pt x="1324" y="610"/>
                </a:lnTo>
                <a:lnTo>
                  <a:pt x="0" y="61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5362560" y="3924000"/>
            <a:ext cx="2219400" cy="219600"/>
          </a:xfrm>
          <a:custGeom>
            <a:avLst/>
            <a:gdLst/>
            <a:ahLst/>
            <a:rect l="0" t="0" r="r" b="b"/>
            <a:pathLst>
              <a:path w="6165" h="610">
                <a:moveTo>
                  <a:pt x="0" y="0"/>
                </a:moveTo>
                <a:lnTo>
                  <a:pt x="6165" y="0"/>
                </a:lnTo>
                <a:lnTo>
                  <a:pt x="6165" y="610"/>
                </a:lnTo>
                <a:lnTo>
                  <a:pt x="0" y="61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7581600" y="3924000"/>
            <a:ext cx="1743480" cy="219600"/>
          </a:xfrm>
          <a:custGeom>
            <a:avLst/>
            <a:gdLst/>
            <a:ahLst/>
            <a:rect l="0" t="0" r="r" b="b"/>
            <a:pathLst>
              <a:path w="4843" h="610">
                <a:moveTo>
                  <a:pt x="0" y="0"/>
                </a:moveTo>
                <a:lnTo>
                  <a:pt x="4843" y="0"/>
                </a:lnTo>
                <a:lnTo>
                  <a:pt x="4843" y="610"/>
                </a:lnTo>
                <a:lnTo>
                  <a:pt x="0" y="61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4886280" y="4371840"/>
            <a:ext cx="476640" cy="219240"/>
          </a:xfrm>
          <a:custGeom>
            <a:avLst/>
            <a:gdLst/>
            <a:ahLst/>
            <a:rect l="0" t="0" r="r" b="b"/>
            <a:pathLst>
              <a:path w="1324" h="609">
                <a:moveTo>
                  <a:pt x="0" y="0"/>
                </a:moveTo>
                <a:lnTo>
                  <a:pt x="1324" y="0"/>
                </a:lnTo>
                <a:lnTo>
                  <a:pt x="1324" y="609"/>
                </a:lnTo>
                <a:lnTo>
                  <a:pt x="0" y="609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5362560" y="4371840"/>
            <a:ext cx="2219400" cy="219240"/>
          </a:xfrm>
          <a:custGeom>
            <a:avLst/>
            <a:gdLst/>
            <a:ahLst/>
            <a:rect l="0" t="0" r="r" b="b"/>
            <a:pathLst>
              <a:path w="6165" h="609">
                <a:moveTo>
                  <a:pt x="0" y="0"/>
                </a:moveTo>
                <a:lnTo>
                  <a:pt x="6165" y="0"/>
                </a:lnTo>
                <a:lnTo>
                  <a:pt x="6165" y="609"/>
                </a:lnTo>
                <a:lnTo>
                  <a:pt x="0" y="609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7581600" y="4371840"/>
            <a:ext cx="1743480" cy="219240"/>
          </a:xfrm>
          <a:custGeom>
            <a:avLst/>
            <a:gdLst/>
            <a:ahLst/>
            <a:rect l="0" t="0" r="r" b="b"/>
            <a:pathLst>
              <a:path w="4843" h="609">
                <a:moveTo>
                  <a:pt x="0" y="0"/>
                </a:moveTo>
                <a:lnTo>
                  <a:pt x="4843" y="0"/>
                </a:lnTo>
                <a:lnTo>
                  <a:pt x="4843" y="609"/>
                </a:lnTo>
                <a:lnTo>
                  <a:pt x="0" y="609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4886280" y="414324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1324" y="0"/>
                </a:lnTo>
                <a:lnTo>
                  <a:pt x="13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5362560" y="4143240"/>
            <a:ext cx="2219400" cy="9720"/>
          </a:xfrm>
          <a:custGeom>
            <a:avLst/>
            <a:gdLst/>
            <a:ahLst/>
            <a:rect l="0" t="0" r="r" b="b"/>
            <a:pathLst>
              <a:path w="6165" h="27">
                <a:moveTo>
                  <a:pt x="0" y="0"/>
                </a:moveTo>
                <a:lnTo>
                  <a:pt x="6165" y="0"/>
                </a:lnTo>
                <a:lnTo>
                  <a:pt x="6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7581600" y="414324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4886280" y="4362120"/>
            <a:ext cx="476640" cy="10080"/>
          </a:xfrm>
          <a:custGeom>
            <a:avLst/>
            <a:gdLst/>
            <a:ahLst/>
            <a:rect l="0" t="0" r="r" b="b"/>
            <a:pathLst>
              <a:path w="1324" h="28">
                <a:moveTo>
                  <a:pt x="0" y="0"/>
                </a:moveTo>
                <a:lnTo>
                  <a:pt x="1324" y="0"/>
                </a:lnTo>
                <a:lnTo>
                  <a:pt x="13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5362560" y="4362120"/>
            <a:ext cx="2219400" cy="10080"/>
          </a:xfrm>
          <a:custGeom>
            <a:avLst/>
            <a:gdLst/>
            <a:ahLst/>
            <a:rect l="0" t="0" r="r" b="b"/>
            <a:pathLst>
              <a:path w="6165" h="28">
                <a:moveTo>
                  <a:pt x="0" y="0"/>
                </a:moveTo>
                <a:lnTo>
                  <a:pt x="6165" y="0"/>
                </a:lnTo>
                <a:lnTo>
                  <a:pt x="61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7581600" y="4362120"/>
            <a:ext cx="1743480" cy="10080"/>
          </a:xfrm>
          <a:custGeom>
            <a:avLst/>
            <a:gdLst/>
            <a:ahLst/>
            <a:rect l="0" t="0" r="r" b="b"/>
            <a:pathLst>
              <a:path w="4843" h="28">
                <a:moveTo>
                  <a:pt x="0" y="0"/>
                </a:moveTo>
                <a:lnTo>
                  <a:pt x="4843" y="0"/>
                </a:lnTo>
                <a:lnTo>
                  <a:pt x="48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4886280" y="458136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1324" y="0"/>
                </a:lnTo>
                <a:lnTo>
                  <a:pt x="13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5362560" y="4581360"/>
            <a:ext cx="2219400" cy="9720"/>
          </a:xfrm>
          <a:custGeom>
            <a:avLst/>
            <a:gdLst/>
            <a:ahLst/>
            <a:rect l="0" t="0" r="r" b="b"/>
            <a:pathLst>
              <a:path w="6165" h="27">
                <a:moveTo>
                  <a:pt x="0" y="0"/>
                </a:moveTo>
                <a:lnTo>
                  <a:pt x="6165" y="0"/>
                </a:lnTo>
                <a:lnTo>
                  <a:pt x="6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7581600" y="4581360"/>
            <a:ext cx="1743480" cy="9720"/>
          </a:xfrm>
          <a:custGeom>
            <a:avLst/>
            <a:gdLst/>
            <a:ahLst/>
            <a:rect l="0" t="0" r="r" b="b"/>
            <a:pathLst>
              <a:path w="4843" h="27">
                <a:moveTo>
                  <a:pt x="0" y="0"/>
                </a:moveTo>
                <a:lnTo>
                  <a:pt x="4843" y="0"/>
                </a:lnTo>
                <a:lnTo>
                  <a:pt x="48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1008000" y="3736800"/>
            <a:ext cx="3044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agent </a:t>
            </a:r>
            <a:r>
              <a:rPr lang="en-US" sz="10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learns from its corrections</a:t>
            </a: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mid-session.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5462640" y="2950200"/>
            <a:ext cx="31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3-LAYER CONTEXT ISOLATION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4923000" y="3394080"/>
            <a:ext cx="46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Each phase gets only the context it needs. Instruction pollution is prevented by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6904440" y="3565440"/>
            <a:ext cx="428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design.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4934160" y="3949200"/>
            <a:ext cx="355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Phase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5411160" y="3949200"/>
            <a:ext cx="495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Included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7632360" y="3949200"/>
            <a:ext cx="455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Omitted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4934160" y="4177800"/>
            <a:ext cx="288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Spec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5411160" y="4187160"/>
            <a:ext cx="1218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Canvas, schema, Q&amp;A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7632360" y="4187160"/>
            <a:ext cx="1064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File lists, AST, code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4934160" y="4406400"/>
            <a:ext cx="254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Plan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5411160" y="4406400"/>
            <a:ext cx="1513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Spec, repo tree, AST, config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7632360" y="4406400"/>
            <a:ext cx="1473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Execution logs, tool outputs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4934160" y="4625280"/>
            <a:ext cx="301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Code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5411160" y="4625280"/>
            <a:ext cx="1934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Spec, plan, graph, memory, artifacts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0" y="3940920"/>
            <a:ext cx="4374000" cy="1280520"/>
          </a:xfrm>
          <a:custGeom>
            <a:avLst/>
            <a:gdLst/>
            <a:ahLst/>
            <a:rect l="0" t="0" r="r" b="b"/>
            <a:pathLst>
              <a:path w="12150" h="3557">
                <a:moveTo>
                  <a:pt x="0" y="0"/>
                </a:moveTo>
                <a:lnTo>
                  <a:pt x="12150" y="0"/>
                </a:lnTo>
                <a:lnTo>
                  <a:pt x="12150" y="3557"/>
                </a:lnTo>
                <a:lnTo>
                  <a:pt x="0" y="3557"/>
                </a:lnTo>
                <a:lnTo>
                  <a:pt x="0" y="0"/>
                </a:lnTo>
                <a:moveTo>
                  <a:pt x="529" y="535"/>
                </a:moveTo>
                <a:lnTo>
                  <a:pt x="529" y="2759"/>
                </a:lnTo>
                <a:cubicBezTo>
                  <a:pt x="529" y="2781"/>
                  <a:pt x="536" y="2800"/>
                  <a:pt x="552" y="2815"/>
                </a:cubicBezTo>
                <a:cubicBezTo>
                  <a:pt x="567" y="2831"/>
                  <a:pt x="586" y="2838"/>
                  <a:pt x="608" y="2838"/>
                </a:cubicBezTo>
                <a:lnTo>
                  <a:pt x="11483" y="2838"/>
                </a:lnTo>
                <a:cubicBezTo>
                  <a:pt x="11505" y="2838"/>
                  <a:pt x="11524" y="2831"/>
                  <a:pt x="11540" y="2815"/>
                </a:cubicBezTo>
                <a:cubicBezTo>
                  <a:pt x="11555" y="2800"/>
                  <a:pt x="11563" y="2781"/>
                  <a:pt x="11563" y="2759"/>
                </a:cubicBezTo>
                <a:lnTo>
                  <a:pt x="11563" y="535"/>
                </a:lnTo>
                <a:cubicBezTo>
                  <a:pt x="11563" y="513"/>
                  <a:pt x="11555" y="495"/>
                  <a:pt x="11540" y="479"/>
                </a:cubicBezTo>
                <a:cubicBezTo>
                  <a:pt x="11524" y="464"/>
                  <a:pt x="11505" y="456"/>
                  <a:pt x="11483" y="456"/>
                </a:cubicBezTo>
                <a:lnTo>
                  <a:pt x="608" y="456"/>
                </a:lnTo>
                <a:cubicBezTo>
                  <a:pt x="586" y="456"/>
                  <a:pt x="567" y="464"/>
                  <a:pt x="552" y="479"/>
                </a:cubicBezTo>
                <a:cubicBezTo>
                  <a:pt x="536" y="495"/>
                  <a:pt x="529" y="513"/>
                  <a:pt x="529" y="535"/>
                </a:cubicBezTo>
                <a:close/>
              </a:path>
            </a:pathLst>
          </a:custGeom>
          <a:solidFill>
            <a:srgbClr val="00000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180720" y="4095720"/>
            <a:ext cx="3991320" cy="876600"/>
          </a:xfrm>
          <a:custGeom>
            <a:avLst/>
            <a:gdLst/>
            <a:ahLst/>
            <a:rect l="0" t="0" r="r" b="b"/>
            <a:pathLst>
              <a:path w="11087" h="2435">
                <a:moveTo>
                  <a:pt x="0" y="2329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0981" y="0"/>
                </a:lnTo>
                <a:cubicBezTo>
                  <a:pt x="10995" y="0"/>
                  <a:pt x="11009" y="2"/>
                  <a:pt x="11022" y="8"/>
                </a:cubicBezTo>
                <a:cubicBezTo>
                  <a:pt x="11035" y="13"/>
                  <a:pt x="11046" y="21"/>
                  <a:pt x="11056" y="31"/>
                </a:cubicBezTo>
                <a:cubicBezTo>
                  <a:pt x="11066" y="40"/>
                  <a:pt x="11074" y="52"/>
                  <a:pt x="11079" y="65"/>
                </a:cubicBezTo>
                <a:cubicBezTo>
                  <a:pt x="11085" y="78"/>
                  <a:pt x="11087" y="91"/>
                  <a:pt x="11087" y="105"/>
                </a:cubicBezTo>
                <a:lnTo>
                  <a:pt x="11087" y="2329"/>
                </a:lnTo>
                <a:cubicBezTo>
                  <a:pt x="11087" y="2343"/>
                  <a:pt x="11085" y="2356"/>
                  <a:pt x="11079" y="2369"/>
                </a:cubicBezTo>
                <a:cubicBezTo>
                  <a:pt x="11074" y="2382"/>
                  <a:pt x="11066" y="2394"/>
                  <a:pt x="11056" y="2404"/>
                </a:cubicBezTo>
                <a:cubicBezTo>
                  <a:pt x="11046" y="2414"/>
                  <a:pt x="11035" y="2421"/>
                  <a:pt x="11022" y="2427"/>
                </a:cubicBezTo>
                <a:cubicBezTo>
                  <a:pt x="11009" y="2432"/>
                  <a:pt x="10995" y="2435"/>
                  <a:pt x="10981" y="2435"/>
                </a:cubicBezTo>
                <a:lnTo>
                  <a:pt x="106" y="2435"/>
                </a:lnTo>
                <a:cubicBezTo>
                  <a:pt x="92" y="2435"/>
                  <a:pt x="79" y="2432"/>
                  <a:pt x="66" y="2427"/>
                </a:cubicBezTo>
                <a:cubicBezTo>
                  <a:pt x="53" y="2421"/>
                  <a:pt x="41" y="2414"/>
                  <a:pt x="31" y="2404"/>
                </a:cubicBezTo>
                <a:cubicBezTo>
                  <a:pt x="21" y="2394"/>
                  <a:pt x="14" y="2382"/>
                  <a:pt x="8" y="2369"/>
                </a:cubicBezTo>
                <a:cubicBezTo>
                  <a:pt x="3" y="2356"/>
                  <a:pt x="0" y="2343"/>
                  <a:pt x="0" y="2329"/>
                </a:cubicBezTo>
                <a:close/>
              </a:path>
            </a:pathLst>
          </a:custGeom>
          <a:solidFill>
            <a:srgbClr val="1E1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632360" y="4625280"/>
            <a:ext cx="1446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Canvas drafts, Q&amp;A details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255600" y="4151520"/>
            <a:ext cx="150120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# State captured between steps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255600" y="4275360"/>
            <a:ext cx="65016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step_state = {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255600" y="4408920"/>
            <a:ext cx="204408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"proposal": "Add route /health in app.py",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255600" y="4532760"/>
            <a:ext cx="205560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"correction": "Use /api/v1/health instead",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255600" y="4665960"/>
            <a:ext cx="163440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"trajectory": "...previous steps..."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255600" y="4789800"/>
            <a:ext cx="10620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}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180720" y="2981160"/>
            <a:ext cx="4372560" cy="1695960"/>
          </a:xfrm>
          <a:custGeom>
            <a:avLst/>
            <a:gdLst/>
            <a:ahLst/>
            <a:rect l="0" t="0" r="r" b="b"/>
            <a:pathLst>
              <a:path w="12146" h="4711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040" y="0"/>
                </a:lnTo>
                <a:cubicBezTo>
                  <a:pt x="12069" y="0"/>
                  <a:pt x="12094" y="10"/>
                  <a:pt x="12115" y="31"/>
                </a:cubicBezTo>
                <a:cubicBezTo>
                  <a:pt x="12135" y="52"/>
                  <a:pt x="12146" y="77"/>
                  <a:pt x="12146" y="106"/>
                </a:cubicBezTo>
                <a:lnTo>
                  <a:pt x="12146" y="4605"/>
                </a:lnTo>
                <a:cubicBezTo>
                  <a:pt x="12146" y="4634"/>
                  <a:pt x="12135" y="4659"/>
                  <a:pt x="12115" y="4680"/>
                </a:cubicBezTo>
                <a:cubicBezTo>
                  <a:pt x="12094" y="4700"/>
                  <a:pt x="12069" y="4711"/>
                  <a:pt x="12040" y="4711"/>
                </a:cubicBezTo>
                <a:lnTo>
                  <a:pt x="106" y="4711"/>
                </a:lnTo>
                <a:cubicBezTo>
                  <a:pt x="77" y="4711"/>
                  <a:pt x="52" y="4700"/>
                  <a:pt x="31" y="4680"/>
                </a:cubicBezTo>
                <a:cubicBezTo>
                  <a:pt x="11" y="4659"/>
                  <a:pt x="0" y="4634"/>
                  <a:pt x="0" y="4605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198000" y="2981160"/>
            <a:ext cx="4344480" cy="18720"/>
          </a:xfrm>
          <a:custGeom>
            <a:avLst/>
            <a:gdLst/>
            <a:ahLst/>
            <a:rect l="0" t="0" r="r" b="b"/>
            <a:pathLst>
              <a:path w="12068" h="52">
                <a:moveTo>
                  <a:pt x="12049" y="52"/>
                </a:moveTo>
                <a:lnTo>
                  <a:pt x="12048" y="51"/>
                </a:lnTo>
                <a:cubicBezTo>
                  <a:pt x="12032" y="35"/>
                  <a:pt x="12014" y="27"/>
                  <a:pt x="11992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4"/>
                </a:cubicBezTo>
                <a:lnTo>
                  <a:pt x="0" y="18"/>
                </a:lnTo>
                <a:cubicBezTo>
                  <a:pt x="17" y="6"/>
                  <a:pt x="36" y="0"/>
                  <a:pt x="58" y="0"/>
                </a:cubicBezTo>
                <a:lnTo>
                  <a:pt x="11992" y="0"/>
                </a:lnTo>
                <a:cubicBezTo>
                  <a:pt x="12021" y="0"/>
                  <a:pt x="12046" y="11"/>
                  <a:pt x="12067" y="32"/>
                </a:cubicBezTo>
                <a:cubicBezTo>
                  <a:pt x="12067" y="32"/>
                  <a:pt x="12067" y="33"/>
                  <a:pt x="12068" y="33"/>
                </a:cubicBezTo>
                <a:lnTo>
                  <a:pt x="12049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198000" y="4658040"/>
            <a:ext cx="4344480" cy="19080"/>
          </a:xfrm>
          <a:custGeom>
            <a:avLst/>
            <a:gdLst/>
            <a:ahLst/>
            <a:rect l="0" t="0" r="r" b="b"/>
            <a:pathLst>
              <a:path w="12068" h="53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1992" y="25"/>
                </a:lnTo>
                <a:cubicBezTo>
                  <a:pt x="12014" y="25"/>
                  <a:pt x="12032" y="17"/>
                  <a:pt x="12048" y="2"/>
                </a:cubicBezTo>
                <a:cubicBezTo>
                  <a:pt x="12048" y="1"/>
                  <a:pt x="12049" y="1"/>
                  <a:pt x="12049" y="0"/>
                </a:cubicBezTo>
                <a:lnTo>
                  <a:pt x="12068" y="19"/>
                </a:lnTo>
                <a:cubicBezTo>
                  <a:pt x="12067" y="20"/>
                  <a:pt x="12067" y="20"/>
                  <a:pt x="12067" y="21"/>
                </a:cubicBezTo>
                <a:cubicBezTo>
                  <a:pt x="12046" y="42"/>
                  <a:pt x="12021" y="53"/>
                  <a:pt x="11992" y="53"/>
                </a:cubicBezTo>
                <a:lnTo>
                  <a:pt x="58" y="53"/>
                </a:lnTo>
                <a:cubicBezTo>
                  <a:pt x="36" y="53"/>
                  <a:pt x="17" y="47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4534920" y="2992320"/>
            <a:ext cx="18360" cy="1673640"/>
          </a:xfrm>
          <a:custGeom>
            <a:avLst/>
            <a:gdLst/>
            <a:ahLst/>
            <a:rect l="0" t="0" r="r" b="b"/>
            <a:pathLst>
              <a:path w="51" h="4649">
                <a:moveTo>
                  <a:pt x="0" y="4630"/>
                </a:moveTo>
                <a:cubicBezTo>
                  <a:pt x="15" y="4614"/>
                  <a:pt x="24" y="4596"/>
                  <a:pt x="24" y="4574"/>
                </a:cubicBezTo>
                <a:lnTo>
                  <a:pt x="24" y="75"/>
                </a:lnTo>
                <a:cubicBezTo>
                  <a:pt x="24" y="53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4574"/>
                </a:lnTo>
                <a:cubicBezTo>
                  <a:pt x="51" y="4603"/>
                  <a:pt x="40" y="4628"/>
                  <a:pt x="19" y="4649"/>
                </a:cubicBezTo>
                <a:lnTo>
                  <a:pt x="0" y="463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180720" y="2981160"/>
            <a:ext cx="4372560" cy="1695960"/>
          </a:xfrm>
          <a:custGeom>
            <a:avLst/>
            <a:gdLst/>
            <a:ahLst/>
            <a:rect l="0" t="0" r="r" b="b"/>
            <a:pathLst>
              <a:path w="12146" h="4711">
                <a:moveTo>
                  <a:pt x="0" y="0"/>
                </a:moveTo>
                <a:lnTo>
                  <a:pt x="12146" y="0"/>
                </a:lnTo>
                <a:lnTo>
                  <a:pt x="12146" y="4711"/>
                </a:lnTo>
                <a:lnTo>
                  <a:pt x="0" y="471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1058400" y="1655280"/>
            <a:ext cx="6915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LAYER 4: DATA — KNOWLEDGE GRAPH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2628720" y="2419200"/>
            <a:ext cx="429120" cy="171720"/>
          </a:xfrm>
          <a:custGeom>
            <a:avLst/>
            <a:gdLst/>
            <a:ahLst/>
            <a:rect l="0" t="0" r="r" b="b"/>
            <a:pathLst>
              <a:path w="1192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112" y="0"/>
                </a:lnTo>
                <a:cubicBezTo>
                  <a:pt x="1123" y="0"/>
                  <a:pt x="1133" y="2"/>
                  <a:pt x="1143" y="6"/>
                </a:cubicBezTo>
                <a:cubicBezTo>
                  <a:pt x="1152" y="10"/>
                  <a:pt x="1161" y="16"/>
                  <a:pt x="1168" y="23"/>
                </a:cubicBezTo>
                <a:cubicBezTo>
                  <a:pt x="1176" y="31"/>
                  <a:pt x="1182" y="39"/>
                  <a:pt x="1186" y="49"/>
                </a:cubicBezTo>
                <a:cubicBezTo>
                  <a:pt x="1190" y="59"/>
                  <a:pt x="1192" y="69"/>
                  <a:pt x="1192" y="79"/>
                </a:cubicBezTo>
                <a:lnTo>
                  <a:pt x="1192" y="398"/>
                </a:lnTo>
                <a:cubicBezTo>
                  <a:pt x="1192" y="408"/>
                  <a:pt x="1190" y="418"/>
                  <a:pt x="1186" y="428"/>
                </a:cubicBezTo>
                <a:cubicBezTo>
                  <a:pt x="1182" y="438"/>
                  <a:pt x="1176" y="446"/>
                  <a:pt x="1168" y="454"/>
                </a:cubicBezTo>
                <a:cubicBezTo>
                  <a:pt x="1161" y="461"/>
                  <a:pt x="1152" y="467"/>
                  <a:pt x="1143" y="471"/>
                </a:cubicBezTo>
                <a:cubicBezTo>
                  <a:pt x="1133" y="475"/>
                  <a:pt x="1123" y="477"/>
                  <a:pt x="1112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335160" y="2410560"/>
            <a:ext cx="2554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SQLite-backed AST parser</a:t>
            </a:r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building a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2656800" y="2436480"/>
            <a:ext cx="341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nodes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3190680" y="2419200"/>
            <a:ext cx="438480" cy="171720"/>
          </a:xfrm>
          <a:custGeom>
            <a:avLst/>
            <a:gdLst/>
            <a:ahLst/>
            <a:rect l="0" t="0" r="r" b="b"/>
            <a:pathLst>
              <a:path w="1218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139" y="0"/>
                </a:lnTo>
                <a:cubicBezTo>
                  <a:pt x="1149" y="0"/>
                  <a:pt x="1159" y="2"/>
                  <a:pt x="1169" y="6"/>
                </a:cubicBezTo>
                <a:cubicBezTo>
                  <a:pt x="1179" y="10"/>
                  <a:pt x="1187" y="16"/>
                  <a:pt x="1195" y="23"/>
                </a:cubicBezTo>
                <a:cubicBezTo>
                  <a:pt x="1202" y="31"/>
                  <a:pt x="1208" y="39"/>
                  <a:pt x="1212" y="49"/>
                </a:cubicBezTo>
                <a:cubicBezTo>
                  <a:pt x="1216" y="59"/>
                  <a:pt x="1218" y="69"/>
                  <a:pt x="1218" y="79"/>
                </a:cubicBezTo>
                <a:lnTo>
                  <a:pt x="1218" y="398"/>
                </a:lnTo>
                <a:cubicBezTo>
                  <a:pt x="1218" y="408"/>
                  <a:pt x="1216" y="418"/>
                  <a:pt x="1212" y="428"/>
                </a:cubicBezTo>
                <a:cubicBezTo>
                  <a:pt x="1208" y="438"/>
                  <a:pt x="1202" y="446"/>
                  <a:pt x="1195" y="454"/>
                </a:cubicBezTo>
                <a:cubicBezTo>
                  <a:pt x="1187" y="461"/>
                  <a:pt x="1179" y="467"/>
                  <a:pt x="1169" y="471"/>
                </a:cubicBezTo>
                <a:cubicBezTo>
                  <a:pt x="1159" y="475"/>
                  <a:pt x="1149" y="477"/>
                  <a:pt x="1139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3061800" y="2410560"/>
            <a:ext cx="167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+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3224880" y="2436480"/>
            <a:ext cx="341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edges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3629880" y="2410560"/>
            <a:ext cx="8222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graph of the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2036880" y="2610360"/>
            <a:ext cx="6836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repository.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352080" y="3457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523800" y="3381120"/>
            <a:ext cx="514440" cy="209880"/>
          </a:xfrm>
          <a:custGeom>
            <a:avLst/>
            <a:gdLst/>
            <a:ahLst/>
            <a:rect l="0" t="0" r="r" b="b"/>
            <a:pathLst>
              <a:path w="1429" h="583">
                <a:moveTo>
                  <a:pt x="0" y="504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1350" y="0"/>
                </a:lnTo>
                <a:cubicBezTo>
                  <a:pt x="1361" y="0"/>
                  <a:pt x="1371" y="2"/>
                  <a:pt x="1380" y="6"/>
                </a:cubicBezTo>
                <a:cubicBezTo>
                  <a:pt x="1390" y="10"/>
                  <a:pt x="1399" y="16"/>
                  <a:pt x="1406" y="23"/>
                </a:cubicBezTo>
                <a:cubicBezTo>
                  <a:pt x="1414" y="31"/>
                  <a:pt x="1419" y="39"/>
                  <a:pt x="1423" y="49"/>
                </a:cubicBezTo>
                <a:cubicBezTo>
                  <a:pt x="1427" y="59"/>
                  <a:pt x="1429" y="69"/>
                  <a:pt x="1429" y="80"/>
                </a:cubicBezTo>
                <a:lnTo>
                  <a:pt x="1429" y="504"/>
                </a:lnTo>
                <a:cubicBezTo>
                  <a:pt x="1429" y="514"/>
                  <a:pt x="1427" y="525"/>
                  <a:pt x="1423" y="534"/>
                </a:cubicBezTo>
                <a:cubicBezTo>
                  <a:pt x="1419" y="544"/>
                  <a:pt x="1414" y="552"/>
                  <a:pt x="1406" y="560"/>
                </a:cubicBezTo>
                <a:cubicBezTo>
                  <a:pt x="1399" y="567"/>
                  <a:pt x="1390" y="573"/>
                  <a:pt x="1380" y="577"/>
                </a:cubicBezTo>
                <a:cubicBezTo>
                  <a:pt x="1371" y="581"/>
                  <a:pt x="1361" y="583"/>
                  <a:pt x="1350" y="583"/>
                </a:cubicBezTo>
                <a:lnTo>
                  <a:pt x="79" y="583"/>
                </a:lnTo>
                <a:cubicBezTo>
                  <a:pt x="69" y="583"/>
                  <a:pt x="58" y="581"/>
                  <a:pt x="49" y="577"/>
                </a:cubicBezTo>
                <a:cubicBezTo>
                  <a:pt x="39" y="573"/>
                  <a:pt x="30" y="567"/>
                  <a:pt x="23" y="560"/>
                </a:cubicBezTo>
                <a:cubicBezTo>
                  <a:pt x="16" y="552"/>
                  <a:pt x="10" y="544"/>
                  <a:pt x="6" y="534"/>
                </a:cubicBezTo>
                <a:cubicBezTo>
                  <a:pt x="2" y="525"/>
                  <a:pt x="0" y="514"/>
                  <a:pt x="0" y="50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369720" y="3093120"/>
            <a:ext cx="193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QUERY GRAMMAR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562320" y="3407760"/>
            <a:ext cx="2635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files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352080" y="3695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523800" y="3609720"/>
            <a:ext cx="1314720" cy="219600"/>
          </a:xfrm>
          <a:custGeom>
            <a:avLst/>
            <a:gdLst/>
            <a:ahLst/>
            <a:rect l="0" t="0" r="r" b="b"/>
            <a:pathLst>
              <a:path w="3652" h="610">
                <a:moveTo>
                  <a:pt x="0" y="530"/>
                </a:moveTo>
                <a:lnTo>
                  <a:pt x="0" y="81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0" y="17"/>
                  <a:pt x="39" y="11"/>
                  <a:pt x="49" y="7"/>
                </a:cubicBezTo>
                <a:cubicBezTo>
                  <a:pt x="58" y="2"/>
                  <a:pt x="69" y="0"/>
                  <a:pt x="79" y="0"/>
                </a:cubicBezTo>
                <a:lnTo>
                  <a:pt x="3573" y="0"/>
                </a:lnTo>
                <a:cubicBezTo>
                  <a:pt x="3583" y="0"/>
                  <a:pt x="3593" y="2"/>
                  <a:pt x="3603" y="7"/>
                </a:cubicBezTo>
                <a:cubicBezTo>
                  <a:pt x="3613" y="11"/>
                  <a:pt x="3621" y="17"/>
                  <a:pt x="3629" y="24"/>
                </a:cubicBezTo>
                <a:cubicBezTo>
                  <a:pt x="3636" y="32"/>
                  <a:pt x="3642" y="40"/>
                  <a:pt x="3646" y="50"/>
                </a:cubicBezTo>
                <a:cubicBezTo>
                  <a:pt x="3650" y="60"/>
                  <a:pt x="3652" y="70"/>
                  <a:pt x="3652" y="81"/>
                </a:cubicBezTo>
                <a:lnTo>
                  <a:pt x="3652" y="530"/>
                </a:lnTo>
                <a:cubicBezTo>
                  <a:pt x="3652" y="541"/>
                  <a:pt x="3650" y="551"/>
                  <a:pt x="3646" y="561"/>
                </a:cubicBezTo>
                <a:cubicBezTo>
                  <a:pt x="3642" y="570"/>
                  <a:pt x="3636" y="579"/>
                  <a:pt x="3629" y="586"/>
                </a:cubicBezTo>
                <a:cubicBezTo>
                  <a:pt x="3621" y="594"/>
                  <a:pt x="3613" y="600"/>
                  <a:pt x="3603" y="604"/>
                </a:cubicBezTo>
                <a:cubicBezTo>
                  <a:pt x="3593" y="608"/>
                  <a:pt x="3583" y="610"/>
                  <a:pt x="3573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1041120" y="3376800"/>
            <a:ext cx="1120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List all files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562320" y="3636360"/>
            <a:ext cx="9950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classes.&lt;path&gt;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352080" y="3924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523800" y="3848040"/>
            <a:ext cx="1314720" cy="209880"/>
          </a:xfrm>
          <a:custGeom>
            <a:avLst/>
            <a:gdLst/>
            <a:ahLst/>
            <a:rect l="0" t="0" r="r" b="b"/>
            <a:pathLst>
              <a:path w="3652" h="583">
                <a:moveTo>
                  <a:pt x="0" y="503"/>
                </a:moveTo>
                <a:lnTo>
                  <a:pt x="0" y="80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573" y="0"/>
                </a:lnTo>
                <a:cubicBezTo>
                  <a:pt x="3583" y="0"/>
                  <a:pt x="3593" y="2"/>
                  <a:pt x="3603" y="6"/>
                </a:cubicBezTo>
                <a:cubicBezTo>
                  <a:pt x="3613" y="10"/>
                  <a:pt x="3621" y="15"/>
                  <a:pt x="3629" y="23"/>
                </a:cubicBezTo>
                <a:cubicBezTo>
                  <a:pt x="3636" y="30"/>
                  <a:pt x="3642" y="39"/>
                  <a:pt x="3646" y="49"/>
                </a:cubicBezTo>
                <a:cubicBezTo>
                  <a:pt x="3650" y="58"/>
                  <a:pt x="3652" y="68"/>
                  <a:pt x="3652" y="80"/>
                </a:cubicBezTo>
                <a:lnTo>
                  <a:pt x="3652" y="503"/>
                </a:lnTo>
                <a:cubicBezTo>
                  <a:pt x="3652" y="514"/>
                  <a:pt x="3650" y="524"/>
                  <a:pt x="3646" y="534"/>
                </a:cubicBezTo>
                <a:cubicBezTo>
                  <a:pt x="3642" y="543"/>
                  <a:pt x="3636" y="552"/>
                  <a:pt x="3629" y="559"/>
                </a:cubicBezTo>
                <a:cubicBezTo>
                  <a:pt x="3621" y="567"/>
                  <a:pt x="3613" y="573"/>
                  <a:pt x="3603" y="577"/>
                </a:cubicBezTo>
                <a:cubicBezTo>
                  <a:pt x="3593" y="581"/>
                  <a:pt x="3583" y="583"/>
                  <a:pt x="3573" y="583"/>
                </a:cubicBezTo>
                <a:lnTo>
                  <a:pt x="79" y="583"/>
                </a:lnTo>
                <a:cubicBezTo>
                  <a:pt x="69" y="583"/>
                  <a:pt x="58" y="581"/>
                  <a:pt x="49" y="577"/>
                </a:cubicBezTo>
                <a:cubicBezTo>
                  <a:pt x="39" y="573"/>
                  <a:pt x="30" y="567"/>
                  <a:pt x="23" y="559"/>
                </a:cubicBezTo>
                <a:cubicBezTo>
                  <a:pt x="16" y="552"/>
                  <a:pt x="10" y="543"/>
                  <a:pt x="6" y="534"/>
                </a:cubicBezTo>
                <a:cubicBezTo>
                  <a:pt x="2" y="524"/>
                  <a:pt x="0" y="514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1836720" y="3615120"/>
            <a:ext cx="1487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Classes in a file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562320" y="3874320"/>
            <a:ext cx="9867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imports.&lt;path&gt;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352080" y="4162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523800" y="4076640"/>
            <a:ext cx="1667160" cy="219240"/>
          </a:xfrm>
          <a:custGeom>
            <a:avLst/>
            <a:gdLst/>
            <a:ahLst/>
            <a:rect l="0" t="0" r="r" b="b"/>
            <a:pathLst>
              <a:path w="4631" h="609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552" y="0"/>
                </a:lnTo>
                <a:cubicBezTo>
                  <a:pt x="4562" y="0"/>
                  <a:pt x="4572" y="2"/>
                  <a:pt x="4582" y="6"/>
                </a:cubicBezTo>
                <a:cubicBezTo>
                  <a:pt x="4592" y="10"/>
                  <a:pt x="4600" y="15"/>
                  <a:pt x="4608" y="23"/>
                </a:cubicBezTo>
                <a:cubicBezTo>
                  <a:pt x="4615" y="30"/>
                  <a:pt x="4621" y="39"/>
                  <a:pt x="4625" y="49"/>
                </a:cubicBezTo>
                <a:cubicBezTo>
                  <a:pt x="4629" y="58"/>
                  <a:pt x="4631" y="69"/>
                  <a:pt x="4631" y="79"/>
                </a:cubicBezTo>
                <a:lnTo>
                  <a:pt x="4631" y="529"/>
                </a:lnTo>
                <a:cubicBezTo>
                  <a:pt x="4631" y="540"/>
                  <a:pt x="4629" y="550"/>
                  <a:pt x="4625" y="560"/>
                </a:cubicBezTo>
                <a:cubicBezTo>
                  <a:pt x="4621" y="570"/>
                  <a:pt x="4615" y="578"/>
                  <a:pt x="4608" y="586"/>
                </a:cubicBezTo>
                <a:cubicBezTo>
                  <a:pt x="4600" y="593"/>
                  <a:pt x="4592" y="599"/>
                  <a:pt x="4582" y="603"/>
                </a:cubicBezTo>
                <a:cubicBezTo>
                  <a:pt x="4572" y="607"/>
                  <a:pt x="4562" y="609"/>
                  <a:pt x="4552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1836720" y="3843720"/>
            <a:ext cx="1381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Dependencies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562320" y="4102920"/>
            <a:ext cx="13158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imported_by.&lt;path&gt;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352080" y="4400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523800" y="4314600"/>
            <a:ext cx="1314720" cy="209880"/>
          </a:xfrm>
          <a:custGeom>
            <a:avLst/>
            <a:gdLst/>
            <a:ahLst/>
            <a:rect l="0" t="0" r="r" b="b"/>
            <a:pathLst>
              <a:path w="3652" h="583">
                <a:moveTo>
                  <a:pt x="0" y="50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573" y="0"/>
                </a:lnTo>
                <a:cubicBezTo>
                  <a:pt x="3583" y="0"/>
                  <a:pt x="3593" y="2"/>
                  <a:pt x="3603" y="6"/>
                </a:cubicBezTo>
                <a:cubicBezTo>
                  <a:pt x="3613" y="10"/>
                  <a:pt x="3621" y="16"/>
                  <a:pt x="3629" y="23"/>
                </a:cubicBezTo>
                <a:cubicBezTo>
                  <a:pt x="3636" y="31"/>
                  <a:pt x="3642" y="39"/>
                  <a:pt x="3646" y="49"/>
                </a:cubicBezTo>
                <a:cubicBezTo>
                  <a:pt x="3650" y="59"/>
                  <a:pt x="3652" y="69"/>
                  <a:pt x="3652" y="80"/>
                </a:cubicBezTo>
                <a:lnTo>
                  <a:pt x="3652" y="503"/>
                </a:lnTo>
                <a:cubicBezTo>
                  <a:pt x="3652" y="513"/>
                  <a:pt x="3650" y="523"/>
                  <a:pt x="3646" y="534"/>
                </a:cubicBezTo>
                <a:cubicBezTo>
                  <a:pt x="3642" y="544"/>
                  <a:pt x="3636" y="552"/>
                  <a:pt x="3629" y="560"/>
                </a:cubicBezTo>
                <a:cubicBezTo>
                  <a:pt x="3621" y="567"/>
                  <a:pt x="3613" y="573"/>
                  <a:pt x="3603" y="577"/>
                </a:cubicBezTo>
                <a:cubicBezTo>
                  <a:pt x="3593" y="581"/>
                  <a:pt x="3583" y="583"/>
                  <a:pt x="3573" y="583"/>
                </a:cubicBezTo>
                <a:lnTo>
                  <a:pt x="79" y="583"/>
                </a:lnTo>
                <a:cubicBezTo>
                  <a:pt x="69" y="583"/>
                  <a:pt x="58" y="581"/>
                  <a:pt x="49" y="577"/>
                </a:cubicBezTo>
                <a:cubicBezTo>
                  <a:pt x="39" y="573"/>
                  <a:pt x="30" y="567"/>
                  <a:pt x="23" y="560"/>
                </a:cubicBezTo>
                <a:cubicBezTo>
                  <a:pt x="16" y="552"/>
                  <a:pt x="10" y="544"/>
                  <a:pt x="6" y="534"/>
                </a:cubicBezTo>
                <a:cubicBezTo>
                  <a:pt x="2" y="523"/>
                  <a:pt x="0" y="513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2190600" y="4081680"/>
            <a:ext cx="1342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Reverse deps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562320" y="4341240"/>
            <a:ext cx="10695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node.&lt;node_id&gt;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1836720" y="4320000"/>
            <a:ext cx="1314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Specific node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407520" y="4755960"/>
            <a:ext cx="4231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LLM cannot navigate a filesystem — the knowledge graph gives it 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4617360" y="2874240"/>
            <a:ext cx="4888800" cy="1841040"/>
          </a:xfrm>
          <a:custGeom>
            <a:avLst/>
            <a:gdLst/>
            <a:ahLst/>
            <a:rect l="0" t="0" r="r" b="b"/>
            <a:pathLst>
              <a:path w="13580" h="5114">
                <a:moveTo>
                  <a:pt x="13580" y="5114"/>
                </a:moveTo>
                <a:lnTo>
                  <a:pt x="0" y="5114"/>
                </a:lnTo>
                <a:lnTo>
                  <a:pt x="0" y="0"/>
                </a:lnTo>
                <a:lnTo>
                  <a:pt x="13580" y="0"/>
                </a:lnTo>
                <a:lnTo>
                  <a:pt x="13580" y="5114"/>
                </a:lnTo>
                <a:moveTo>
                  <a:pt x="588" y="535"/>
                </a:moveTo>
                <a:lnTo>
                  <a:pt x="588" y="4319"/>
                </a:lnTo>
                <a:cubicBezTo>
                  <a:pt x="588" y="4341"/>
                  <a:pt x="596" y="4359"/>
                  <a:pt x="611" y="4375"/>
                </a:cubicBezTo>
                <a:cubicBezTo>
                  <a:pt x="627" y="4390"/>
                  <a:pt x="645" y="4398"/>
                  <a:pt x="667" y="4398"/>
                </a:cubicBezTo>
                <a:lnTo>
                  <a:pt x="12971" y="4398"/>
                </a:lnTo>
                <a:cubicBezTo>
                  <a:pt x="12993" y="4398"/>
                  <a:pt x="13012" y="4390"/>
                  <a:pt x="13027" y="4375"/>
                </a:cubicBezTo>
                <a:cubicBezTo>
                  <a:pt x="13043" y="4359"/>
                  <a:pt x="13051" y="4341"/>
                  <a:pt x="13051" y="4319"/>
                </a:cubicBezTo>
                <a:lnTo>
                  <a:pt x="13051" y="535"/>
                </a:lnTo>
                <a:cubicBezTo>
                  <a:pt x="13051" y="513"/>
                  <a:pt x="13043" y="494"/>
                  <a:pt x="13027" y="479"/>
                </a:cubicBezTo>
                <a:cubicBezTo>
                  <a:pt x="13012" y="463"/>
                  <a:pt x="12993" y="456"/>
                  <a:pt x="12971" y="456"/>
                </a:cubicBezTo>
                <a:lnTo>
                  <a:pt x="667" y="456"/>
                </a:lnTo>
                <a:cubicBezTo>
                  <a:pt x="645" y="456"/>
                  <a:pt x="627" y="463"/>
                  <a:pt x="611" y="479"/>
                </a:cubicBezTo>
                <a:cubicBezTo>
                  <a:pt x="596" y="494"/>
                  <a:pt x="588" y="513"/>
                  <a:pt x="588" y="535"/>
                </a:cubicBezTo>
                <a:close/>
              </a:path>
            </a:pathLst>
          </a:custGeom>
          <a:solidFill>
            <a:srgbClr val="00000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4819320" y="3028680"/>
            <a:ext cx="4505760" cy="1438560"/>
          </a:xfrm>
          <a:custGeom>
            <a:avLst/>
            <a:gdLst/>
            <a:ahLst/>
            <a:rect l="0" t="0" r="r" b="b"/>
            <a:pathLst>
              <a:path w="12516" h="3996">
                <a:moveTo>
                  <a:pt x="0" y="3891"/>
                </a:moveTo>
                <a:lnTo>
                  <a:pt x="0" y="106"/>
                </a:lnTo>
                <a:cubicBezTo>
                  <a:pt x="0" y="92"/>
                  <a:pt x="3" y="78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2410" y="0"/>
                </a:lnTo>
                <a:cubicBezTo>
                  <a:pt x="12424" y="0"/>
                  <a:pt x="12438" y="3"/>
                  <a:pt x="12451" y="8"/>
                </a:cubicBezTo>
                <a:cubicBezTo>
                  <a:pt x="12464" y="14"/>
                  <a:pt x="12475" y="21"/>
                  <a:pt x="12485" y="31"/>
                </a:cubicBezTo>
                <a:cubicBezTo>
                  <a:pt x="12495" y="41"/>
                  <a:pt x="12503" y="53"/>
                  <a:pt x="12508" y="66"/>
                </a:cubicBezTo>
                <a:cubicBezTo>
                  <a:pt x="12514" y="78"/>
                  <a:pt x="12516" y="92"/>
                  <a:pt x="12516" y="106"/>
                </a:cubicBezTo>
                <a:lnTo>
                  <a:pt x="12516" y="3891"/>
                </a:lnTo>
                <a:cubicBezTo>
                  <a:pt x="12516" y="3905"/>
                  <a:pt x="12514" y="3918"/>
                  <a:pt x="12508" y="3931"/>
                </a:cubicBezTo>
                <a:cubicBezTo>
                  <a:pt x="12503" y="3944"/>
                  <a:pt x="12495" y="3955"/>
                  <a:pt x="12485" y="3965"/>
                </a:cubicBezTo>
                <a:cubicBezTo>
                  <a:pt x="12475" y="3975"/>
                  <a:pt x="12464" y="3983"/>
                  <a:pt x="12451" y="3988"/>
                </a:cubicBezTo>
                <a:cubicBezTo>
                  <a:pt x="12438" y="3994"/>
                  <a:pt x="12424" y="3996"/>
                  <a:pt x="12410" y="3996"/>
                </a:cubicBezTo>
                <a:lnTo>
                  <a:pt x="106" y="3996"/>
                </a:lnTo>
                <a:cubicBezTo>
                  <a:pt x="92" y="3996"/>
                  <a:pt x="79" y="3994"/>
                  <a:pt x="66" y="3988"/>
                </a:cubicBezTo>
                <a:cubicBezTo>
                  <a:pt x="53" y="3983"/>
                  <a:pt x="41" y="3975"/>
                  <a:pt x="31" y="3965"/>
                </a:cubicBezTo>
                <a:cubicBezTo>
                  <a:pt x="21" y="3955"/>
                  <a:pt x="14" y="3944"/>
                  <a:pt x="8" y="3931"/>
                </a:cubicBezTo>
                <a:cubicBezTo>
                  <a:pt x="3" y="3918"/>
                  <a:pt x="0" y="3905"/>
                  <a:pt x="0" y="3891"/>
                </a:cubicBezTo>
                <a:close/>
              </a:path>
            </a:pathLst>
          </a:custGeom>
          <a:solidFill>
            <a:srgbClr val="1E1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1620720" y="4927680"/>
            <a:ext cx="162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queryable representation</a:t>
            </a: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4886280" y="3078000"/>
            <a:ext cx="1033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CREATE TABLE nodes (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4886280" y="3192120"/>
            <a:ext cx="1385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node_id TEXT PRIMARY KEY,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4886280" y="3306600"/>
            <a:ext cx="11268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kind    TEXT NOT NULL,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4886280" y="3420720"/>
            <a:ext cx="11372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path    TEXT NOT NULL,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4886280" y="3525480"/>
            <a:ext cx="1163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name    TEXT NOT NULL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4886280" y="3639960"/>
            <a:ext cx="92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);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4886280" y="3754080"/>
            <a:ext cx="1033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CREATE TABLE edges (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4886280" y="3868560"/>
            <a:ext cx="1002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src TEXT NOT NULL,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4886280" y="3982680"/>
            <a:ext cx="982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rel TEXT NOT NULL,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4886280" y="4087440"/>
            <a:ext cx="1002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dst TEXT NOT NULL,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4886280" y="4201920"/>
            <a:ext cx="1281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    PRIMARY KEY (src, rel, dst)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4886280" y="4316040"/>
            <a:ext cx="92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30" b="0" u="none" strike="noStrike">
                <a:solidFill>
                  <a:srgbClr val="CDD6F4"/>
                </a:solidFill>
                <a:effectLst/>
                <a:uFillTx/>
                <a:latin typeface="JetBrainsMono"/>
                <a:ea typeface="JetBrainsMono"/>
              </a:rPr>
              <a:t>);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29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1220040" y="4749120"/>
            <a:ext cx="7066080" cy="831600"/>
          </a:xfrm>
          <a:custGeom>
            <a:avLst/>
            <a:gdLst/>
            <a:ahLst/>
            <a:rect l="0" t="0" r="r" b="b"/>
            <a:pathLst>
              <a:path w="19628" h="2310">
                <a:moveTo>
                  <a:pt x="0" y="2310"/>
                </a:moveTo>
                <a:lnTo>
                  <a:pt x="19628" y="2310"/>
                </a:lnTo>
                <a:lnTo>
                  <a:pt x="16934" y="0"/>
                </a:lnTo>
                <a:lnTo>
                  <a:pt x="2694" y="0"/>
                </a:lnTo>
                <a:lnTo>
                  <a:pt x="0" y="2310"/>
                </a:lnTo>
                <a:close/>
              </a:path>
            </a:pathLst>
          </a:custGeom>
          <a:solidFill>
            <a:srgbClr val="EFBBFF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1220040" y="4749120"/>
            <a:ext cx="7066080" cy="831600"/>
          </a:xfrm>
          <a:custGeom>
            <a:avLst/>
            <a:gdLst/>
            <a:ahLst/>
            <a:rect l="0" t="0" r="r" b="b"/>
            <a:pathLst>
              <a:path w="19628" h="2310">
                <a:moveTo>
                  <a:pt x="0" y="2310"/>
                </a:moveTo>
                <a:lnTo>
                  <a:pt x="19628" y="2310"/>
                </a:lnTo>
                <a:lnTo>
                  <a:pt x="16934" y="0"/>
                </a:lnTo>
                <a:lnTo>
                  <a:pt x="2694" y="0"/>
                </a:lnTo>
                <a:lnTo>
                  <a:pt x="0" y="2310"/>
                </a:lnTo>
                <a:close/>
              </a:path>
            </a:pathLst>
          </a:custGeom>
          <a:noFill/>
          <a:ln w="20520">
            <a:solidFill>
              <a:srgbClr val="BE29EC"/>
            </a:solidFill>
            <a:miter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2933640" y="731520"/>
            <a:ext cx="33577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MEMORY PYRAMID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3800520" y="4908960"/>
            <a:ext cx="22514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5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L0 — Session Events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2189880" y="3848760"/>
            <a:ext cx="5126400" cy="900720"/>
          </a:xfrm>
          <a:custGeom>
            <a:avLst/>
            <a:gdLst/>
            <a:ahLst/>
            <a:rect l="0" t="0" r="r" b="b"/>
            <a:pathLst>
              <a:path w="14240" h="2502">
                <a:moveTo>
                  <a:pt x="0" y="2502"/>
                </a:moveTo>
                <a:lnTo>
                  <a:pt x="14240" y="2502"/>
                </a:lnTo>
                <a:lnTo>
                  <a:pt x="11546" y="0"/>
                </a:lnTo>
                <a:lnTo>
                  <a:pt x="2695" y="0"/>
                </a:lnTo>
                <a:lnTo>
                  <a:pt x="0" y="2502"/>
                </a:lnTo>
                <a:close/>
              </a:path>
            </a:pathLst>
          </a:custGeom>
          <a:solidFill>
            <a:srgbClr val="D896FF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2189880" y="3848760"/>
            <a:ext cx="5126400" cy="900720"/>
          </a:xfrm>
          <a:custGeom>
            <a:avLst/>
            <a:gdLst/>
            <a:ahLst/>
            <a:rect l="0" t="0" r="r" b="b"/>
            <a:pathLst>
              <a:path w="14240" h="2502">
                <a:moveTo>
                  <a:pt x="0" y="2502"/>
                </a:moveTo>
                <a:lnTo>
                  <a:pt x="14240" y="2502"/>
                </a:lnTo>
                <a:lnTo>
                  <a:pt x="11546" y="0"/>
                </a:lnTo>
                <a:lnTo>
                  <a:pt x="2695" y="0"/>
                </a:lnTo>
                <a:lnTo>
                  <a:pt x="0" y="2502"/>
                </a:lnTo>
                <a:close/>
              </a:path>
            </a:pathLst>
          </a:custGeom>
          <a:noFill/>
          <a:ln w="20520">
            <a:solidFill>
              <a:srgbClr val="BE29EC"/>
            </a:solidFill>
            <a:miter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3551760" y="5235120"/>
            <a:ext cx="2457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.agent/memory/l0/&lt;timestamp&gt;.jsonl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3798360" y="4102920"/>
            <a:ext cx="2222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L1 — Engineering Facts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3159720" y="2948040"/>
            <a:ext cx="3186720" cy="901080"/>
          </a:xfrm>
          <a:custGeom>
            <a:avLst/>
            <a:gdLst/>
            <a:ahLst/>
            <a:rect l="0" t="0" r="r" b="b"/>
            <a:pathLst>
              <a:path w="8852" h="2503">
                <a:moveTo>
                  <a:pt x="0" y="2503"/>
                </a:moveTo>
                <a:lnTo>
                  <a:pt x="8852" y="2503"/>
                </a:lnTo>
                <a:lnTo>
                  <a:pt x="7505" y="0"/>
                </a:lnTo>
                <a:lnTo>
                  <a:pt x="1347" y="0"/>
                </a:lnTo>
                <a:lnTo>
                  <a:pt x="0" y="2503"/>
                </a:lnTo>
                <a:close/>
              </a:path>
            </a:pathLst>
          </a:custGeom>
          <a:solidFill>
            <a:srgbClr val="BE29EC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3159720" y="2948040"/>
            <a:ext cx="3186720" cy="901080"/>
          </a:xfrm>
          <a:custGeom>
            <a:avLst/>
            <a:gdLst/>
            <a:ahLst/>
            <a:rect l="0" t="0" r="r" b="b"/>
            <a:pathLst>
              <a:path w="8852" h="2503">
                <a:moveTo>
                  <a:pt x="0" y="2503"/>
                </a:moveTo>
                <a:lnTo>
                  <a:pt x="8852" y="2503"/>
                </a:lnTo>
                <a:lnTo>
                  <a:pt x="7505" y="0"/>
                </a:lnTo>
                <a:lnTo>
                  <a:pt x="1347" y="0"/>
                </a:lnTo>
                <a:lnTo>
                  <a:pt x="0" y="2503"/>
                </a:lnTo>
                <a:close/>
              </a:path>
            </a:pathLst>
          </a:custGeom>
          <a:noFill/>
          <a:ln w="20520">
            <a:solidFill>
              <a:srgbClr val="800080"/>
            </a:solidFill>
            <a:miter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3964320" y="4374720"/>
            <a:ext cx="167328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.agent/memory.db (SQLite)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3947040" y="3241080"/>
            <a:ext cx="18378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1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L2 — Scenario Memory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3644640" y="1701360"/>
            <a:ext cx="2216880" cy="1247040"/>
          </a:xfrm>
          <a:custGeom>
            <a:avLst/>
            <a:gdLst/>
            <a:ahLst/>
            <a:rect l="0" t="0" r="r" b="b"/>
            <a:pathLst>
              <a:path w="6158" h="3464">
                <a:moveTo>
                  <a:pt x="3078" y="0"/>
                </a:moveTo>
                <a:lnTo>
                  <a:pt x="6158" y="3464"/>
                </a:lnTo>
                <a:lnTo>
                  <a:pt x="0" y="3464"/>
                </a:lnTo>
                <a:lnTo>
                  <a:pt x="3078" y="0"/>
                </a:lnTo>
                <a:close/>
              </a:path>
            </a:pathLst>
          </a:custGeom>
          <a:solidFill>
            <a:srgbClr val="80008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3644640" y="1701360"/>
            <a:ext cx="2216880" cy="1247040"/>
          </a:xfrm>
          <a:custGeom>
            <a:avLst/>
            <a:gdLst/>
            <a:ahLst/>
            <a:rect l="0" t="0" r="r" b="b"/>
            <a:pathLst>
              <a:path w="6158" h="3464">
                <a:moveTo>
                  <a:pt x="3078" y="0"/>
                </a:moveTo>
                <a:lnTo>
                  <a:pt x="6158" y="3464"/>
                </a:lnTo>
                <a:lnTo>
                  <a:pt x="0" y="3464"/>
                </a:lnTo>
                <a:lnTo>
                  <a:pt x="3078" y="0"/>
                </a:lnTo>
                <a:close/>
              </a:path>
            </a:pathLst>
          </a:custGeom>
          <a:noFill/>
          <a:ln w="20520">
            <a:solidFill>
              <a:srgbClr val="660066"/>
            </a:solidFill>
            <a:miter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3889080" y="3500280"/>
            <a:ext cx="1778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.agent/memory/scenarios/*.jsonl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4029840" y="2545920"/>
            <a:ext cx="164988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1" u="none" strike="noStrike">
                <a:solidFill>
                  <a:srgbClr val="660066"/>
                </a:solidFill>
                <a:effectLst/>
                <a:uFillTx/>
                <a:latin typeface="SourceSansPro"/>
                <a:ea typeface="SourceSansPro"/>
              </a:rPr>
              <a:t>L3 — Engineering Profile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4044960" y="2778840"/>
            <a:ext cx="1472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7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.agent/engineering_profile.md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3105000" y="5814000"/>
            <a:ext cx="3564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4-tier pyramid: L0 raw logs → L3 confidence-filtered conventions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180720" y="2638080"/>
            <a:ext cx="2905560" cy="2229480"/>
          </a:xfrm>
          <a:custGeom>
            <a:avLst/>
            <a:gdLst/>
            <a:ahLst/>
            <a:rect l="0" t="0" r="r" b="b"/>
            <a:pathLst>
              <a:path w="8071" h="6193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7965" y="0"/>
                </a:lnTo>
                <a:cubicBezTo>
                  <a:pt x="7994" y="0"/>
                  <a:pt x="8019" y="11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6087"/>
                </a:lnTo>
                <a:cubicBezTo>
                  <a:pt x="8071" y="6116"/>
                  <a:pt x="8061" y="6141"/>
                  <a:pt x="8040" y="6162"/>
                </a:cubicBezTo>
                <a:cubicBezTo>
                  <a:pt x="8019" y="6182"/>
                  <a:pt x="7994" y="6193"/>
                  <a:pt x="7965" y="6193"/>
                </a:cubicBezTo>
                <a:lnTo>
                  <a:pt x="106" y="6193"/>
                </a:lnTo>
                <a:cubicBezTo>
                  <a:pt x="77" y="6193"/>
                  <a:pt x="52" y="6182"/>
                  <a:pt x="31" y="6162"/>
                </a:cubicBezTo>
                <a:cubicBezTo>
                  <a:pt x="11" y="6141"/>
                  <a:pt x="0" y="6116"/>
                  <a:pt x="0" y="6087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198000" y="2638080"/>
            <a:ext cx="2877480" cy="19080"/>
          </a:xfrm>
          <a:custGeom>
            <a:avLst/>
            <a:gdLst/>
            <a:ahLst/>
            <a:rect l="0" t="0" r="r" b="b"/>
            <a:pathLst>
              <a:path w="7993" h="53">
                <a:moveTo>
                  <a:pt x="7975" y="53"/>
                </a:moveTo>
                <a:cubicBezTo>
                  <a:pt x="7974" y="52"/>
                  <a:pt x="7974" y="52"/>
                  <a:pt x="7973" y="51"/>
                </a:cubicBezTo>
                <a:cubicBezTo>
                  <a:pt x="7958" y="35"/>
                  <a:pt x="7939" y="27"/>
                  <a:pt x="7917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7917" y="0"/>
                </a:lnTo>
                <a:cubicBezTo>
                  <a:pt x="7946" y="0"/>
                  <a:pt x="7971" y="11"/>
                  <a:pt x="7992" y="31"/>
                </a:cubicBezTo>
                <a:cubicBezTo>
                  <a:pt x="7992" y="32"/>
                  <a:pt x="7993" y="32"/>
                  <a:pt x="7993" y="33"/>
                </a:cubicBezTo>
                <a:lnTo>
                  <a:pt x="7975" y="5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198000" y="4848840"/>
            <a:ext cx="2877480" cy="18720"/>
          </a:xfrm>
          <a:custGeom>
            <a:avLst/>
            <a:gdLst/>
            <a:ahLst/>
            <a:rect l="0" t="0" r="r" b="b"/>
            <a:pathLst>
              <a:path w="7993" h="52">
                <a:moveTo>
                  <a:pt x="48" y="18"/>
                </a:moveTo>
                <a:cubicBezTo>
                  <a:pt x="51" y="23"/>
                  <a:pt x="54" y="25"/>
                  <a:pt x="58" y="25"/>
                </a:cubicBezTo>
                <a:lnTo>
                  <a:pt x="7917" y="25"/>
                </a:lnTo>
                <a:cubicBezTo>
                  <a:pt x="7939" y="25"/>
                  <a:pt x="7958" y="16"/>
                  <a:pt x="7973" y="1"/>
                </a:cubicBezTo>
                <a:cubicBezTo>
                  <a:pt x="7974" y="1"/>
                  <a:pt x="7974" y="0"/>
                  <a:pt x="7975" y="0"/>
                </a:cubicBezTo>
                <a:lnTo>
                  <a:pt x="7993" y="18"/>
                </a:lnTo>
                <a:cubicBezTo>
                  <a:pt x="7993" y="19"/>
                  <a:pt x="7992" y="19"/>
                  <a:pt x="7992" y="20"/>
                </a:cubicBezTo>
                <a:cubicBezTo>
                  <a:pt x="7971" y="41"/>
                  <a:pt x="7946" y="52"/>
                  <a:pt x="791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180720" y="2638080"/>
            <a:ext cx="2905560" cy="2229480"/>
          </a:xfrm>
          <a:custGeom>
            <a:avLst/>
            <a:gdLst/>
            <a:ahLst/>
            <a:rect l="0" t="0" r="r" b="b"/>
            <a:pathLst>
              <a:path w="8071" h="6193">
                <a:moveTo>
                  <a:pt x="0" y="0"/>
                </a:moveTo>
                <a:lnTo>
                  <a:pt x="8071" y="0"/>
                </a:lnTo>
                <a:lnTo>
                  <a:pt x="8071" y="6193"/>
                </a:lnTo>
                <a:lnTo>
                  <a:pt x="0" y="619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180720" y="2638080"/>
            <a:ext cx="2905560" cy="2229480"/>
          </a:xfrm>
          <a:custGeom>
            <a:avLst/>
            <a:gdLst/>
            <a:ahLst/>
            <a:rect l="0" t="0" r="r" b="b"/>
            <a:pathLst>
              <a:path w="8071" h="6193">
                <a:moveTo>
                  <a:pt x="0" y="0"/>
                </a:moveTo>
                <a:lnTo>
                  <a:pt x="8071" y="0"/>
                </a:lnTo>
                <a:lnTo>
                  <a:pt x="8071" y="6193"/>
                </a:lnTo>
                <a:lnTo>
                  <a:pt x="0" y="619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2166480" y="2007720"/>
            <a:ext cx="4977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LAYER 5: INFRASTRUCTURE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369720" y="2750040"/>
            <a:ext cx="218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PROVIDER ADAPTER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369720" y="3025080"/>
            <a:ext cx="2584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Single OpenAI-compatible adapter for supported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352080" y="3438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30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369720" y="3187080"/>
            <a:ext cx="1124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provider families like: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1476360" y="3352680"/>
            <a:ext cx="962280" cy="219240"/>
          </a:xfrm>
          <a:custGeom>
            <a:avLst/>
            <a:gdLst/>
            <a:ahLst/>
            <a:rect l="0" t="0" r="r" b="b"/>
            <a:pathLst>
              <a:path w="2673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2593" y="0"/>
                </a:lnTo>
                <a:cubicBezTo>
                  <a:pt x="2604" y="0"/>
                  <a:pt x="2614" y="2"/>
                  <a:pt x="2624" y="6"/>
                </a:cubicBezTo>
                <a:cubicBezTo>
                  <a:pt x="2634" y="10"/>
                  <a:pt x="2642" y="16"/>
                  <a:pt x="2650" y="23"/>
                </a:cubicBezTo>
                <a:cubicBezTo>
                  <a:pt x="2657" y="30"/>
                  <a:pt x="2663" y="39"/>
                  <a:pt x="2667" y="49"/>
                </a:cubicBezTo>
                <a:cubicBezTo>
                  <a:pt x="2671" y="59"/>
                  <a:pt x="2673" y="69"/>
                  <a:pt x="2673" y="79"/>
                </a:cubicBezTo>
                <a:lnTo>
                  <a:pt x="2673" y="530"/>
                </a:lnTo>
                <a:cubicBezTo>
                  <a:pt x="2673" y="540"/>
                  <a:pt x="2671" y="551"/>
                  <a:pt x="2667" y="560"/>
                </a:cubicBezTo>
                <a:cubicBezTo>
                  <a:pt x="2663" y="570"/>
                  <a:pt x="2657" y="579"/>
                  <a:pt x="2650" y="586"/>
                </a:cubicBezTo>
                <a:cubicBezTo>
                  <a:pt x="2642" y="593"/>
                  <a:pt x="2634" y="599"/>
                  <a:pt x="2624" y="603"/>
                </a:cubicBezTo>
                <a:cubicBezTo>
                  <a:pt x="2614" y="607"/>
                  <a:pt x="2604" y="609"/>
                  <a:pt x="2593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525600" y="3357720"/>
            <a:ext cx="1101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DeepSeek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 txBox="1"/>
          <p:nvPr/>
        </p:nvSpPr>
        <p:spPr>
          <a:xfrm>
            <a:off x="1512720" y="3379320"/>
            <a:ext cx="7484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deepseek-*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352080" y="3895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0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30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525600" y="3586320"/>
            <a:ext cx="947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model prefix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352080" y="4133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525600" y="3814920"/>
            <a:ext cx="2308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OpenAI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Standard endpoint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2190600" y="4047840"/>
            <a:ext cx="343080" cy="219600"/>
          </a:xfrm>
          <a:custGeom>
            <a:avLst/>
            <a:gdLst/>
            <a:ahLst/>
            <a:rect l="0" t="0" r="r" b="b"/>
            <a:pathLst>
              <a:path w="953" h="610">
                <a:moveTo>
                  <a:pt x="0" y="530"/>
                </a:moveTo>
                <a:lnTo>
                  <a:pt x="0" y="81"/>
                </a:ln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lnTo>
                  <a:pt x="874" y="0"/>
                </a:lnTo>
                <a:cubicBezTo>
                  <a:pt x="885" y="0"/>
                  <a:pt x="895" y="2"/>
                  <a:pt x="904" y="7"/>
                </a:cubicBezTo>
                <a:cubicBezTo>
                  <a:pt x="914" y="11"/>
                  <a:pt x="923" y="17"/>
                  <a:pt x="930" y="25"/>
                </a:cubicBezTo>
                <a:cubicBezTo>
                  <a:pt x="938" y="32"/>
                  <a:pt x="943" y="41"/>
                  <a:pt x="947" y="50"/>
                </a:cubicBezTo>
                <a:cubicBezTo>
                  <a:pt x="951" y="60"/>
                  <a:pt x="953" y="70"/>
                  <a:pt x="953" y="81"/>
                </a:cubicBezTo>
                <a:lnTo>
                  <a:pt x="953" y="530"/>
                </a:lnTo>
                <a:cubicBezTo>
                  <a:pt x="953" y="541"/>
                  <a:pt x="951" y="551"/>
                  <a:pt x="947" y="561"/>
                </a:cubicBezTo>
                <a:cubicBezTo>
                  <a:pt x="943" y="570"/>
                  <a:pt x="938" y="579"/>
                  <a:pt x="930" y="587"/>
                </a:cubicBezTo>
                <a:cubicBezTo>
                  <a:pt x="923" y="594"/>
                  <a:pt x="914" y="600"/>
                  <a:pt x="904" y="604"/>
                </a:cubicBezTo>
                <a:cubicBezTo>
                  <a:pt x="895" y="608"/>
                  <a:pt x="885" y="610"/>
                  <a:pt x="874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525600" y="4053240"/>
            <a:ext cx="1884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Ollama server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Local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352080" y="4362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2230920" y="4074480"/>
            <a:ext cx="2390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API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1638000" y="4286160"/>
            <a:ext cx="695880" cy="209880"/>
          </a:xfrm>
          <a:custGeom>
            <a:avLst/>
            <a:gdLst/>
            <a:ahLst/>
            <a:rect l="0" t="0" r="r" b="b"/>
            <a:pathLst>
              <a:path w="1933" h="583">
                <a:moveTo>
                  <a:pt x="0" y="503"/>
                </a:moveTo>
                <a:lnTo>
                  <a:pt x="0" y="80"/>
                </a:ln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853" y="0"/>
                </a:lnTo>
                <a:cubicBezTo>
                  <a:pt x="1864" y="0"/>
                  <a:pt x="1874" y="2"/>
                  <a:pt x="1884" y="6"/>
                </a:cubicBezTo>
                <a:cubicBezTo>
                  <a:pt x="1894" y="10"/>
                  <a:pt x="1902" y="16"/>
                  <a:pt x="1910" y="23"/>
                </a:cubicBezTo>
                <a:cubicBezTo>
                  <a:pt x="1917" y="31"/>
                  <a:pt x="1923" y="40"/>
                  <a:pt x="1927" y="50"/>
                </a:cubicBezTo>
                <a:cubicBezTo>
                  <a:pt x="1931" y="59"/>
                  <a:pt x="1933" y="70"/>
                  <a:pt x="1933" y="80"/>
                </a:cubicBezTo>
                <a:lnTo>
                  <a:pt x="1933" y="503"/>
                </a:lnTo>
                <a:cubicBezTo>
                  <a:pt x="1933" y="514"/>
                  <a:pt x="1931" y="524"/>
                  <a:pt x="1927" y="534"/>
                </a:cubicBezTo>
                <a:cubicBezTo>
                  <a:pt x="1923" y="543"/>
                  <a:pt x="1917" y="552"/>
                  <a:pt x="1910" y="560"/>
                </a:cubicBezTo>
                <a:cubicBezTo>
                  <a:pt x="1902" y="567"/>
                  <a:pt x="1894" y="573"/>
                  <a:pt x="1884" y="577"/>
                </a:cubicBezTo>
                <a:cubicBezTo>
                  <a:pt x="1874" y="581"/>
                  <a:pt x="1864" y="583"/>
                  <a:pt x="1853" y="583"/>
                </a:cubicBezTo>
                <a:lnTo>
                  <a:pt x="80" y="583"/>
                </a:lnTo>
                <a:cubicBezTo>
                  <a:pt x="69" y="583"/>
                  <a:pt x="59" y="581"/>
                  <a:pt x="49" y="577"/>
                </a:cubicBezTo>
                <a:cubicBezTo>
                  <a:pt x="40" y="573"/>
                  <a:pt x="31" y="567"/>
                  <a:pt x="24" y="560"/>
                </a:cubicBezTo>
                <a:cubicBezTo>
                  <a:pt x="16" y="552"/>
                  <a:pt x="10" y="543"/>
                  <a:pt x="6" y="534"/>
                </a:cubicBezTo>
                <a:cubicBezTo>
                  <a:pt x="2" y="524"/>
                  <a:pt x="0" y="514"/>
                  <a:pt x="0" y="503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525600" y="4281840"/>
            <a:ext cx="1274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OpenRouter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1676520" y="4312440"/>
            <a:ext cx="4359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sk-or-*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 txBox="1"/>
          <p:nvPr/>
        </p:nvSpPr>
        <p:spPr>
          <a:xfrm>
            <a:off x="2332440" y="4281840"/>
            <a:ext cx="319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key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3295440" y="2638080"/>
            <a:ext cx="2914920" cy="2229480"/>
          </a:xfrm>
          <a:custGeom>
            <a:avLst/>
            <a:gdLst/>
            <a:ahLst/>
            <a:rect l="0" t="0" r="r" b="b"/>
            <a:pathLst>
              <a:path w="8097" h="6193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7992" y="0"/>
                </a:lnTo>
                <a:cubicBezTo>
                  <a:pt x="8021" y="0"/>
                  <a:pt x="8046" y="11"/>
                  <a:pt x="8066" y="31"/>
                </a:cubicBezTo>
                <a:cubicBezTo>
                  <a:pt x="8087" y="52"/>
                  <a:pt x="8097" y="77"/>
                  <a:pt x="8097" y="106"/>
                </a:cubicBezTo>
                <a:lnTo>
                  <a:pt x="8097" y="6087"/>
                </a:lnTo>
                <a:cubicBezTo>
                  <a:pt x="8097" y="6116"/>
                  <a:pt x="8087" y="6141"/>
                  <a:pt x="8066" y="6162"/>
                </a:cubicBezTo>
                <a:cubicBezTo>
                  <a:pt x="8046" y="6182"/>
                  <a:pt x="8021" y="6193"/>
                  <a:pt x="7991" y="6193"/>
                </a:cubicBezTo>
                <a:lnTo>
                  <a:pt x="106" y="6193"/>
                </a:lnTo>
                <a:cubicBezTo>
                  <a:pt x="77" y="6193"/>
                  <a:pt x="52" y="6182"/>
                  <a:pt x="31" y="6162"/>
                </a:cubicBezTo>
                <a:cubicBezTo>
                  <a:pt x="10" y="6141"/>
                  <a:pt x="0" y="6116"/>
                  <a:pt x="0" y="6087"/>
                </a:cubicBezTo>
                <a:lnTo>
                  <a:pt x="0" y="106"/>
                </a:lnTo>
                <a:cubicBezTo>
                  <a:pt x="0" y="77"/>
                  <a:pt x="10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3312720" y="2638080"/>
            <a:ext cx="2887200" cy="19080"/>
          </a:xfrm>
          <a:custGeom>
            <a:avLst/>
            <a:gdLst/>
            <a:ahLst/>
            <a:rect l="0" t="0" r="r" b="b"/>
            <a:pathLst>
              <a:path w="8020" h="53">
                <a:moveTo>
                  <a:pt x="8001" y="53"/>
                </a:moveTo>
                <a:cubicBezTo>
                  <a:pt x="8001" y="52"/>
                  <a:pt x="8000" y="52"/>
                  <a:pt x="8000" y="51"/>
                </a:cubicBezTo>
                <a:cubicBezTo>
                  <a:pt x="7984" y="35"/>
                  <a:pt x="7965" y="27"/>
                  <a:pt x="7943" y="27"/>
                </a:cubicBezTo>
                <a:lnTo>
                  <a:pt x="58" y="27"/>
                </a:lnTo>
                <a:cubicBezTo>
                  <a:pt x="54" y="27"/>
                  <a:pt x="51" y="29"/>
                  <a:pt x="47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7944" y="0"/>
                </a:lnTo>
                <a:cubicBezTo>
                  <a:pt x="7973" y="0"/>
                  <a:pt x="7998" y="11"/>
                  <a:pt x="8018" y="31"/>
                </a:cubicBezTo>
                <a:cubicBezTo>
                  <a:pt x="8019" y="32"/>
                  <a:pt x="8019" y="32"/>
                  <a:pt x="8020" y="33"/>
                </a:cubicBezTo>
                <a:lnTo>
                  <a:pt x="8001" y="5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3312720" y="4848840"/>
            <a:ext cx="2887200" cy="18720"/>
          </a:xfrm>
          <a:custGeom>
            <a:avLst/>
            <a:gdLst/>
            <a:ahLst/>
            <a:rect l="0" t="0" r="r" b="b"/>
            <a:pathLst>
              <a:path w="8020" h="52">
                <a:moveTo>
                  <a:pt x="47" y="18"/>
                </a:moveTo>
                <a:cubicBezTo>
                  <a:pt x="51" y="23"/>
                  <a:pt x="54" y="25"/>
                  <a:pt x="58" y="25"/>
                </a:cubicBezTo>
                <a:lnTo>
                  <a:pt x="7943" y="25"/>
                </a:lnTo>
                <a:cubicBezTo>
                  <a:pt x="7965" y="25"/>
                  <a:pt x="7984" y="16"/>
                  <a:pt x="8000" y="1"/>
                </a:cubicBezTo>
                <a:lnTo>
                  <a:pt x="8001" y="0"/>
                </a:lnTo>
                <a:lnTo>
                  <a:pt x="8020" y="18"/>
                </a:lnTo>
                <a:cubicBezTo>
                  <a:pt x="8019" y="19"/>
                  <a:pt x="8019" y="19"/>
                  <a:pt x="8018" y="20"/>
                </a:cubicBezTo>
                <a:cubicBezTo>
                  <a:pt x="7998" y="41"/>
                  <a:pt x="7973" y="52"/>
                  <a:pt x="7943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6192360" y="2649240"/>
            <a:ext cx="18000" cy="2207160"/>
          </a:xfrm>
          <a:custGeom>
            <a:avLst/>
            <a:gdLst/>
            <a:ahLst/>
            <a:rect l="0" t="0" r="r" b="b"/>
            <a:pathLst>
              <a:path w="50" h="6131">
                <a:moveTo>
                  <a:pt x="0" y="6112"/>
                </a:moveTo>
                <a:cubicBezTo>
                  <a:pt x="15" y="6097"/>
                  <a:pt x="24" y="6078"/>
                  <a:pt x="24" y="6056"/>
                </a:cubicBezTo>
                <a:lnTo>
                  <a:pt x="24" y="75"/>
                </a:lnTo>
                <a:cubicBezTo>
                  <a:pt x="24" y="53"/>
                  <a:pt x="15" y="35"/>
                  <a:pt x="0" y="19"/>
                </a:cubicBezTo>
                <a:lnTo>
                  <a:pt x="18" y="0"/>
                </a:lnTo>
                <a:cubicBezTo>
                  <a:pt x="40" y="21"/>
                  <a:pt x="50" y="46"/>
                  <a:pt x="50" y="75"/>
                </a:cubicBezTo>
                <a:lnTo>
                  <a:pt x="50" y="6056"/>
                </a:lnTo>
                <a:cubicBezTo>
                  <a:pt x="50" y="6085"/>
                  <a:pt x="40" y="6110"/>
                  <a:pt x="18" y="6131"/>
                </a:cubicBezTo>
                <a:lnTo>
                  <a:pt x="0" y="611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3295440" y="2638080"/>
            <a:ext cx="2914920" cy="2229480"/>
          </a:xfrm>
          <a:custGeom>
            <a:avLst/>
            <a:gdLst/>
            <a:ahLst/>
            <a:rect l="0" t="0" r="r" b="b"/>
            <a:pathLst>
              <a:path w="8097" h="6193">
                <a:moveTo>
                  <a:pt x="0" y="0"/>
                </a:moveTo>
                <a:lnTo>
                  <a:pt x="8097" y="0"/>
                </a:lnTo>
                <a:lnTo>
                  <a:pt x="8097" y="6193"/>
                </a:lnTo>
                <a:lnTo>
                  <a:pt x="0" y="619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525600" y="4510440"/>
            <a:ext cx="425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prefix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3488400" y="2750040"/>
            <a:ext cx="1612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TOOL RUNTIME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3476520" y="32860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3647880" y="3200400"/>
            <a:ext cx="419400" cy="219240"/>
          </a:xfrm>
          <a:custGeom>
            <a:avLst/>
            <a:gdLst/>
            <a:ahLst/>
            <a:rect l="0" t="0" r="r" b="b"/>
            <a:pathLst>
              <a:path w="1165" h="609">
                <a:moveTo>
                  <a:pt x="0" y="529"/>
                </a:moveTo>
                <a:lnTo>
                  <a:pt x="0" y="79"/>
                </a:lnTo>
                <a:cubicBezTo>
                  <a:pt x="0" y="68"/>
                  <a:pt x="2" y="58"/>
                  <a:pt x="6" y="48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9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86" y="0"/>
                </a:lnTo>
                <a:cubicBezTo>
                  <a:pt x="1096" y="0"/>
                  <a:pt x="1106" y="2"/>
                  <a:pt x="1116" y="6"/>
                </a:cubicBezTo>
                <a:cubicBezTo>
                  <a:pt x="1126" y="9"/>
                  <a:pt x="1135" y="15"/>
                  <a:pt x="1142" y="23"/>
                </a:cubicBezTo>
                <a:cubicBezTo>
                  <a:pt x="1149" y="30"/>
                  <a:pt x="1155" y="39"/>
                  <a:pt x="1159" y="48"/>
                </a:cubicBezTo>
                <a:cubicBezTo>
                  <a:pt x="1163" y="58"/>
                  <a:pt x="1165" y="68"/>
                  <a:pt x="1165" y="79"/>
                </a:cubicBezTo>
                <a:lnTo>
                  <a:pt x="1165" y="529"/>
                </a:lnTo>
                <a:cubicBezTo>
                  <a:pt x="1165" y="540"/>
                  <a:pt x="1163" y="550"/>
                  <a:pt x="1159" y="560"/>
                </a:cubicBezTo>
                <a:cubicBezTo>
                  <a:pt x="1155" y="570"/>
                  <a:pt x="1149" y="578"/>
                  <a:pt x="1142" y="586"/>
                </a:cubicBezTo>
                <a:cubicBezTo>
                  <a:pt x="1135" y="593"/>
                  <a:pt x="1126" y="599"/>
                  <a:pt x="1116" y="603"/>
                </a:cubicBezTo>
                <a:cubicBezTo>
                  <a:pt x="1106" y="607"/>
                  <a:pt x="1096" y="609"/>
                  <a:pt x="1086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29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 txBox="1"/>
          <p:nvPr/>
        </p:nvSpPr>
        <p:spPr>
          <a:xfrm>
            <a:off x="3488400" y="3025080"/>
            <a:ext cx="2476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Four stateless primitives with safety validation: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3681360" y="3226680"/>
            <a:ext cx="2966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read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3476520" y="3514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3647880" y="3438360"/>
            <a:ext cx="514800" cy="209880"/>
          </a:xfrm>
          <a:custGeom>
            <a:avLst/>
            <a:gdLst/>
            <a:ahLst/>
            <a:rect l="0" t="0" r="r" b="b"/>
            <a:pathLst>
              <a:path w="1430" h="583">
                <a:moveTo>
                  <a:pt x="0" y="504"/>
                </a:moveTo>
                <a:lnTo>
                  <a:pt x="0" y="80"/>
                </a:ln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350" y="0"/>
                </a:lnTo>
                <a:cubicBezTo>
                  <a:pt x="1361" y="0"/>
                  <a:pt x="1371" y="2"/>
                  <a:pt x="1381" y="6"/>
                </a:cubicBezTo>
                <a:cubicBezTo>
                  <a:pt x="1391" y="10"/>
                  <a:pt x="1399" y="16"/>
                  <a:pt x="1407" y="23"/>
                </a:cubicBezTo>
                <a:cubicBezTo>
                  <a:pt x="1414" y="31"/>
                  <a:pt x="1420" y="39"/>
                  <a:pt x="1424" y="49"/>
                </a:cubicBezTo>
                <a:cubicBezTo>
                  <a:pt x="1428" y="60"/>
                  <a:pt x="1430" y="70"/>
                  <a:pt x="1430" y="80"/>
                </a:cubicBezTo>
                <a:lnTo>
                  <a:pt x="1430" y="504"/>
                </a:lnTo>
                <a:cubicBezTo>
                  <a:pt x="1430" y="514"/>
                  <a:pt x="1428" y="524"/>
                  <a:pt x="1424" y="534"/>
                </a:cubicBezTo>
                <a:cubicBezTo>
                  <a:pt x="1420" y="544"/>
                  <a:pt x="1414" y="552"/>
                  <a:pt x="1407" y="560"/>
                </a:cubicBezTo>
                <a:cubicBezTo>
                  <a:pt x="1399" y="567"/>
                  <a:pt x="1391" y="573"/>
                  <a:pt x="1381" y="577"/>
                </a:cubicBezTo>
                <a:cubicBezTo>
                  <a:pt x="1371" y="581"/>
                  <a:pt x="1361" y="583"/>
                  <a:pt x="1350" y="583"/>
                </a:cubicBezTo>
                <a:lnTo>
                  <a:pt x="79" y="583"/>
                </a:lnTo>
                <a:cubicBezTo>
                  <a:pt x="69" y="583"/>
                  <a:pt x="59" y="581"/>
                  <a:pt x="49" y="577"/>
                </a:cubicBezTo>
                <a:cubicBezTo>
                  <a:pt x="39" y="573"/>
                  <a:pt x="31" y="567"/>
                  <a:pt x="23" y="560"/>
                </a:cubicBezTo>
                <a:cubicBezTo>
                  <a:pt x="16" y="552"/>
                  <a:pt x="10" y="544"/>
                  <a:pt x="6" y="534"/>
                </a:cubicBezTo>
                <a:cubicBezTo>
                  <a:pt x="2" y="524"/>
                  <a:pt x="0" y="514"/>
                  <a:pt x="0" y="504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4071960" y="3205440"/>
            <a:ext cx="1178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File reading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3681360" y="3465000"/>
            <a:ext cx="3128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write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3476520" y="3752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3647880" y="3666960"/>
            <a:ext cx="419400" cy="219600"/>
          </a:xfrm>
          <a:custGeom>
            <a:avLst/>
            <a:gdLst/>
            <a:ahLst/>
            <a:rect l="0" t="0" r="r" b="b"/>
            <a:pathLst>
              <a:path w="1165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86" y="0"/>
                </a:lnTo>
                <a:cubicBezTo>
                  <a:pt x="1096" y="0"/>
                  <a:pt x="1106" y="2"/>
                  <a:pt x="1116" y="6"/>
                </a:cubicBezTo>
                <a:cubicBezTo>
                  <a:pt x="1126" y="10"/>
                  <a:pt x="1135" y="16"/>
                  <a:pt x="1142" y="23"/>
                </a:cubicBezTo>
                <a:cubicBezTo>
                  <a:pt x="1149" y="31"/>
                  <a:pt x="1155" y="39"/>
                  <a:pt x="1159" y="49"/>
                </a:cubicBezTo>
                <a:cubicBezTo>
                  <a:pt x="1163" y="59"/>
                  <a:pt x="1165" y="69"/>
                  <a:pt x="1165" y="79"/>
                </a:cubicBezTo>
                <a:lnTo>
                  <a:pt x="1165" y="530"/>
                </a:lnTo>
                <a:cubicBezTo>
                  <a:pt x="1165" y="541"/>
                  <a:pt x="1163" y="551"/>
                  <a:pt x="1159" y="560"/>
                </a:cubicBezTo>
                <a:cubicBezTo>
                  <a:pt x="1155" y="570"/>
                  <a:pt x="1149" y="579"/>
                  <a:pt x="1142" y="586"/>
                </a:cubicBezTo>
                <a:cubicBezTo>
                  <a:pt x="1135" y="594"/>
                  <a:pt x="1126" y="599"/>
                  <a:pt x="1116" y="603"/>
                </a:cubicBezTo>
                <a:cubicBezTo>
                  <a:pt x="1106" y="607"/>
                  <a:pt x="1096" y="609"/>
                  <a:pt x="1086" y="610"/>
                </a:cubicBezTo>
                <a:lnTo>
                  <a:pt x="79" y="610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4160160" y="3434040"/>
            <a:ext cx="1101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File writing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3681360" y="3693600"/>
            <a:ext cx="2390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edit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4071960" y="3672000"/>
            <a:ext cx="2095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Exact occurrence-count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3476520" y="4209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3647880" y="4124160"/>
            <a:ext cx="419400" cy="219600"/>
          </a:xfrm>
          <a:custGeom>
            <a:avLst/>
            <a:gdLst/>
            <a:ahLst/>
            <a:rect l="0" t="0" r="r" b="b"/>
            <a:pathLst>
              <a:path w="1165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86" y="0"/>
                </a:lnTo>
                <a:cubicBezTo>
                  <a:pt x="1096" y="0"/>
                  <a:pt x="1106" y="2"/>
                  <a:pt x="1116" y="6"/>
                </a:cubicBezTo>
                <a:cubicBezTo>
                  <a:pt x="1126" y="10"/>
                  <a:pt x="1135" y="16"/>
                  <a:pt x="1142" y="23"/>
                </a:cubicBezTo>
                <a:cubicBezTo>
                  <a:pt x="1149" y="31"/>
                  <a:pt x="1155" y="39"/>
                  <a:pt x="1159" y="49"/>
                </a:cubicBezTo>
                <a:cubicBezTo>
                  <a:pt x="1163" y="59"/>
                  <a:pt x="1165" y="69"/>
                  <a:pt x="1165" y="79"/>
                </a:cubicBezTo>
                <a:lnTo>
                  <a:pt x="1165" y="530"/>
                </a:lnTo>
                <a:cubicBezTo>
                  <a:pt x="1165" y="541"/>
                  <a:pt x="1163" y="551"/>
                  <a:pt x="1159" y="560"/>
                </a:cubicBezTo>
                <a:cubicBezTo>
                  <a:pt x="1155" y="570"/>
                  <a:pt x="1149" y="579"/>
                  <a:pt x="1142" y="586"/>
                </a:cubicBezTo>
                <a:cubicBezTo>
                  <a:pt x="1135" y="594"/>
                  <a:pt x="1126" y="599"/>
                  <a:pt x="1116" y="603"/>
                </a:cubicBezTo>
                <a:cubicBezTo>
                  <a:pt x="1106" y="607"/>
                  <a:pt x="1096" y="609"/>
                  <a:pt x="1086" y="610"/>
                </a:cubicBezTo>
                <a:lnTo>
                  <a:pt x="79" y="610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3644640" y="3900600"/>
            <a:ext cx="705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matching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3681360" y="4150800"/>
            <a:ext cx="3211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bash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4071960" y="4129200"/>
            <a:ext cx="1440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Sandboxed, no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6419520" y="2638080"/>
            <a:ext cx="2905560" cy="2229480"/>
          </a:xfrm>
          <a:custGeom>
            <a:avLst/>
            <a:gdLst/>
            <a:ahLst/>
            <a:rect l="0" t="0" r="r" b="b"/>
            <a:pathLst>
              <a:path w="8071" h="6193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7966" y="0"/>
                </a:lnTo>
                <a:cubicBezTo>
                  <a:pt x="7995" y="0"/>
                  <a:pt x="8020" y="11"/>
                  <a:pt x="8040" y="31"/>
                </a:cubicBezTo>
                <a:cubicBezTo>
                  <a:pt x="8061" y="52"/>
                  <a:pt x="8071" y="77"/>
                  <a:pt x="8071" y="106"/>
                </a:cubicBezTo>
                <a:lnTo>
                  <a:pt x="8071" y="6087"/>
                </a:lnTo>
                <a:cubicBezTo>
                  <a:pt x="8071" y="6116"/>
                  <a:pt x="8061" y="6141"/>
                  <a:pt x="8040" y="6162"/>
                </a:cubicBezTo>
                <a:cubicBezTo>
                  <a:pt x="8020" y="6182"/>
                  <a:pt x="7995" y="6193"/>
                  <a:pt x="7965" y="6193"/>
                </a:cubicBezTo>
                <a:lnTo>
                  <a:pt x="106" y="6193"/>
                </a:lnTo>
                <a:cubicBezTo>
                  <a:pt x="77" y="6193"/>
                  <a:pt x="52" y="6182"/>
                  <a:pt x="31" y="6162"/>
                </a:cubicBezTo>
                <a:cubicBezTo>
                  <a:pt x="11" y="6141"/>
                  <a:pt x="0" y="6116"/>
                  <a:pt x="0" y="6087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6436800" y="2638080"/>
            <a:ext cx="2877840" cy="19080"/>
          </a:xfrm>
          <a:custGeom>
            <a:avLst/>
            <a:gdLst/>
            <a:ahLst/>
            <a:rect l="0" t="0" r="r" b="b"/>
            <a:pathLst>
              <a:path w="7994" h="53">
                <a:moveTo>
                  <a:pt x="7975" y="53"/>
                </a:moveTo>
                <a:cubicBezTo>
                  <a:pt x="7974" y="52"/>
                  <a:pt x="7974" y="52"/>
                  <a:pt x="7974" y="51"/>
                </a:cubicBezTo>
                <a:cubicBezTo>
                  <a:pt x="7958" y="35"/>
                  <a:pt x="7939" y="27"/>
                  <a:pt x="7917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7" y="0"/>
                  <a:pt x="58" y="0"/>
                </a:cubicBezTo>
                <a:lnTo>
                  <a:pt x="7918" y="0"/>
                </a:lnTo>
                <a:cubicBezTo>
                  <a:pt x="7947" y="0"/>
                  <a:pt x="7972" y="11"/>
                  <a:pt x="7992" y="31"/>
                </a:cubicBezTo>
                <a:cubicBezTo>
                  <a:pt x="7993" y="32"/>
                  <a:pt x="7993" y="32"/>
                  <a:pt x="7994" y="33"/>
                </a:cubicBezTo>
                <a:lnTo>
                  <a:pt x="7975" y="5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6436800" y="4848840"/>
            <a:ext cx="2877840" cy="18720"/>
          </a:xfrm>
          <a:custGeom>
            <a:avLst/>
            <a:gdLst/>
            <a:ahLst/>
            <a:rect l="0" t="0" r="r" b="b"/>
            <a:pathLst>
              <a:path w="7994" h="52">
                <a:moveTo>
                  <a:pt x="48" y="18"/>
                </a:moveTo>
                <a:cubicBezTo>
                  <a:pt x="51" y="23"/>
                  <a:pt x="54" y="25"/>
                  <a:pt x="58" y="25"/>
                </a:cubicBezTo>
                <a:lnTo>
                  <a:pt x="7917" y="25"/>
                </a:lnTo>
                <a:cubicBezTo>
                  <a:pt x="7939" y="25"/>
                  <a:pt x="7958" y="16"/>
                  <a:pt x="7974" y="1"/>
                </a:cubicBezTo>
                <a:cubicBezTo>
                  <a:pt x="7974" y="1"/>
                  <a:pt x="7974" y="0"/>
                  <a:pt x="7975" y="0"/>
                </a:cubicBezTo>
                <a:lnTo>
                  <a:pt x="7994" y="18"/>
                </a:lnTo>
                <a:cubicBezTo>
                  <a:pt x="7993" y="19"/>
                  <a:pt x="7993" y="19"/>
                  <a:pt x="7992" y="20"/>
                </a:cubicBezTo>
                <a:cubicBezTo>
                  <a:pt x="7972" y="41"/>
                  <a:pt x="7947" y="52"/>
                  <a:pt x="7917" y="52"/>
                </a:cubicBezTo>
                <a:lnTo>
                  <a:pt x="58" y="52"/>
                </a:lnTo>
                <a:cubicBezTo>
                  <a:pt x="37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9307080" y="2649240"/>
            <a:ext cx="18000" cy="2207160"/>
          </a:xfrm>
          <a:custGeom>
            <a:avLst/>
            <a:gdLst/>
            <a:ahLst/>
            <a:rect l="0" t="0" r="r" b="b"/>
            <a:pathLst>
              <a:path w="50" h="6131">
                <a:moveTo>
                  <a:pt x="0" y="6112"/>
                </a:moveTo>
                <a:cubicBezTo>
                  <a:pt x="15" y="6097"/>
                  <a:pt x="23" y="6078"/>
                  <a:pt x="23" y="6056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6056"/>
                </a:lnTo>
                <a:cubicBezTo>
                  <a:pt x="50" y="6085"/>
                  <a:pt x="39" y="6110"/>
                  <a:pt x="18" y="6131"/>
                </a:cubicBezTo>
                <a:lnTo>
                  <a:pt x="0" y="611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6419520" y="2644200"/>
            <a:ext cx="34920" cy="2217240"/>
          </a:xfrm>
          <a:custGeom>
            <a:avLst/>
            <a:gdLst/>
            <a:ahLst/>
            <a:rect l="0" t="0" r="r" b="b"/>
            <a:pathLst>
              <a:path w="97" h="6159">
                <a:moveTo>
                  <a:pt x="97" y="15"/>
                </a:moveTo>
                <a:cubicBezTo>
                  <a:pt x="94" y="19"/>
                  <a:pt x="91" y="25"/>
                  <a:pt x="89" y="33"/>
                </a:cubicBezTo>
                <a:cubicBezTo>
                  <a:pt x="83" y="49"/>
                  <a:pt x="81" y="67"/>
                  <a:pt x="81" y="89"/>
                </a:cubicBezTo>
                <a:lnTo>
                  <a:pt x="81" y="6070"/>
                </a:lnTo>
                <a:cubicBezTo>
                  <a:pt x="81" y="6092"/>
                  <a:pt x="83" y="6111"/>
                  <a:pt x="89" y="6126"/>
                </a:cubicBezTo>
                <a:cubicBezTo>
                  <a:pt x="91" y="6134"/>
                  <a:pt x="94" y="6140"/>
                  <a:pt x="97" y="6144"/>
                </a:cubicBezTo>
                <a:lnTo>
                  <a:pt x="49" y="6159"/>
                </a:lnTo>
                <a:cubicBezTo>
                  <a:pt x="43" y="6155"/>
                  <a:pt x="37" y="6150"/>
                  <a:pt x="31" y="6145"/>
                </a:cubicBezTo>
                <a:cubicBezTo>
                  <a:pt x="11" y="6124"/>
                  <a:pt x="0" y="6099"/>
                  <a:pt x="0" y="6070"/>
                </a:cubicBezTo>
                <a:lnTo>
                  <a:pt x="0" y="89"/>
                </a:lnTo>
                <a:cubicBezTo>
                  <a:pt x="0" y="60"/>
                  <a:pt x="11" y="35"/>
                  <a:pt x="31" y="14"/>
                </a:cubicBezTo>
                <a:cubicBezTo>
                  <a:pt x="37" y="9"/>
                  <a:pt x="43" y="4"/>
                  <a:pt x="49" y="0"/>
                </a:cubicBezTo>
                <a:lnTo>
                  <a:pt x="97" y="1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3644640" y="4357800"/>
            <a:ext cx="1091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sudo/traversal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6607800" y="2750040"/>
            <a:ext cx="202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BE29EC"/>
                </a:solidFill>
                <a:effectLst/>
                <a:uFillTx/>
                <a:latin typeface="Montserrat"/>
                <a:ea typeface="Montserrat"/>
              </a:rPr>
              <a:t>BUDGET MANAGER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6591240" y="32860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6607800" y="3025080"/>
            <a:ext cx="1941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Unconditional transcript compaction: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6591240" y="35146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5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6763680" y="3205440"/>
            <a:ext cx="1391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Duplicate removal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6591240" y="3752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6763680" y="3434040"/>
            <a:ext cx="1565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Large-string clipping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6763680" y="3672000"/>
            <a:ext cx="1767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Context window ceiling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6591240" y="4209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6763680" y="3900600"/>
            <a:ext cx="966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enforcement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6763680" y="4129200"/>
            <a:ext cx="2453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LLM sees most relevant context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180720" y="2409480"/>
            <a:ext cx="9144360" cy="2115000"/>
          </a:xfrm>
          <a:custGeom>
            <a:avLst/>
            <a:gdLst/>
            <a:ahLst/>
            <a:rect l="0" t="0" r="r" b="b"/>
            <a:pathLst>
              <a:path w="25401" h="5875">
                <a:moveTo>
                  <a:pt x="0" y="0"/>
                </a:moveTo>
                <a:lnTo>
                  <a:pt x="25401" y="0"/>
                </a:lnTo>
                <a:lnTo>
                  <a:pt x="25401" y="5875"/>
                </a:lnTo>
                <a:lnTo>
                  <a:pt x="0" y="587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3762360" y="3426840"/>
            <a:ext cx="1839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SUMMARY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3952800" y="23461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05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3813840" y="3987720"/>
            <a:ext cx="2022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What We've Built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180720" y="1685880"/>
            <a:ext cx="4486680" cy="638280"/>
          </a:xfrm>
          <a:custGeom>
            <a:avLst/>
            <a:gdLst/>
            <a:ahLst/>
            <a:rect l="0" t="0" r="r" b="b"/>
            <a:pathLst>
              <a:path w="12463" h="17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7" y="0"/>
                </a:lnTo>
                <a:cubicBezTo>
                  <a:pt x="12387" y="0"/>
                  <a:pt x="12411" y="10"/>
                  <a:pt x="12432" y="31"/>
                </a:cubicBezTo>
                <a:cubicBezTo>
                  <a:pt x="12453" y="51"/>
                  <a:pt x="12463" y="76"/>
                  <a:pt x="12463" y="105"/>
                </a:cubicBezTo>
                <a:lnTo>
                  <a:pt x="12463" y="1667"/>
                </a:lnTo>
                <a:cubicBezTo>
                  <a:pt x="12463" y="1697"/>
                  <a:pt x="12453" y="1722"/>
                  <a:pt x="12432" y="1742"/>
                </a:cubicBezTo>
                <a:cubicBezTo>
                  <a:pt x="12411" y="1763"/>
                  <a:pt x="12386" y="1773"/>
                  <a:pt x="12357" y="1773"/>
                </a:cubicBezTo>
                <a:lnTo>
                  <a:pt x="106" y="1773"/>
                </a:lnTo>
                <a:cubicBezTo>
                  <a:pt x="77" y="1773"/>
                  <a:pt x="52" y="1763"/>
                  <a:pt x="31" y="1742"/>
                </a:cubicBezTo>
                <a:cubicBezTo>
                  <a:pt x="11" y="1722"/>
                  <a:pt x="0" y="1697"/>
                  <a:pt x="0" y="1667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180720" y="168588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2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198000" y="230544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309" y="25"/>
                </a:lnTo>
                <a:cubicBezTo>
                  <a:pt x="12331" y="25"/>
                  <a:pt x="12350" y="17"/>
                  <a:pt x="12365" y="2"/>
                </a:cubicBezTo>
                <a:cubicBezTo>
                  <a:pt x="12366" y="1"/>
                  <a:pt x="12366" y="1"/>
                  <a:pt x="12367" y="0"/>
                </a:cubicBezTo>
                <a:lnTo>
                  <a:pt x="12385" y="19"/>
                </a:lnTo>
                <a:cubicBezTo>
                  <a:pt x="12385" y="19"/>
                  <a:pt x="12385" y="20"/>
                  <a:pt x="12384" y="20"/>
                </a:cubicBezTo>
                <a:cubicBezTo>
                  <a:pt x="12363" y="41"/>
                  <a:pt x="12338" y="52"/>
                  <a:pt x="12309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4649040" y="1697040"/>
            <a:ext cx="18360" cy="615960"/>
          </a:xfrm>
          <a:custGeom>
            <a:avLst/>
            <a:gdLst/>
            <a:ahLst/>
            <a:rect l="0" t="0" r="r" b="b"/>
            <a:pathLst>
              <a:path w="51" h="1711">
                <a:moveTo>
                  <a:pt x="0" y="1693"/>
                </a:moveTo>
                <a:cubicBezTo>
                  <a:pt x="16" y="1677"/>
                  <a:pt x="24" y="1658"/>
                  <a:pt x="24" y="1636"/>
                </a:cubicBezTo>
                <a:lnTo>
                  <a:pt x="24" y="74"/>
                </a:lnTo>
                <a:cubicBezTo>
                  <a:pt x="24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4"/>
                </a:cubicBezTo>
                <a:lnTo>
                  <a:pt x="51" y="1636"/>
                </a:lnTo>
                <a:cubicBezTo>
                  <a:pt x="51" y="1666"/>
                  <a:pt x="40" y="1691"/>
                  <a:pt x="19" y="1711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180720" y="1685880"/>
            <a:ext cx="4486680" cy="638280"/>
          </a:xfrm>
          <a:custGeom>
            <a:avLst/>
            <a:gdLst/>
            <a:ahLst/>
            <a:rect l="0" t="0" r="r" b="b"/>
            <a:pathLst>
              <a:path w="12463" h="1773">
                <a:moveTo>
                  <a:pt x="0" y="0"/>
                </a:moveTo>
                <a:lnTo>
                  <a:pt x="12463" y="0"/>
                </a:lnTo>
                <a:lnTo>
                  <a:pt x="12463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180720" y="238104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7" y="0"/>
                </a:lnTo>
                <a:cubicBezTo>
                  <a:pt x="12387" y="0"/>
                  <a:pt x="12411" y="10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7"/>
                  <a:pt x="12453" y="1722"/>
                  <a:pt x="12432" y="1743"/>
                </a:cubicBezTo>
                <a:cubicBezTo>
                  <a:pt x="12411" y="1763"/>
                  <a:pt x="12386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3"/>
                  <a:pt x="31" y="1743"/>
                </a:cubicBezTo>
                <a:cubicBezTo>
                  <a:pt x="11" y="1722"/>
                  <a:pt x="0" y="1697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180720" y="238104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3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198000" y="300096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309" y="25"/>
                </a:lnTo>
                <a:cubicBezTo>
                  <a:pt x="12331" y="25"/>
                  <a:pt x="12350" y="18"/>
                  <a:pt x="12365" y="1"/>
                </a:cubicBezTo>
                <a:cubicBezTo>
                  <a:pt x="12366" y="1"/>
                  <a:pt x="12366" y="0"/>
                  <a:pt x="12367" y="0"/>
                </a:cubicBezTo>
                <a:lnTo>
                  <a:pt x="12385" y="19"/>
                </a:lnTo>
                <a:cubicBezTo>
                  <a:pt x="12385" y="20"/>
                  <a:pt x="12385" y="20"/>
                  <a:pt x="12384" y="21"/>
                </a:cubicBezTo>
                <a:cubicBezTo>
                  <a:pt x="12363" y="41"/>
                  <a:pt x="12338" y="52"/>
                  <a:pt x="12309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4649040" y="239220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8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6"/>
                  <a:pt x="40" y="1691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180720" y="238104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180720" y="3076560"/>
            <a:ext cx="4486680" cy="638280"/>
          </a:xfrm>
          <a:custGeom>
            <a:avLst/>
            <a:gdLst/>
            <a:ahLst/>
            <a:rect l="0" t="0" r="r" b="b"/>
            <a:pathLst>
              <a:path w="12463" h="1773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7" y="0"/>
                </a:lnTo>
                <a:cubicBezTo>
                  <a:pt x="12387" y="0"/>
                  <a:pt x="12411" y="10"/>
                  <a:pt x="12432" y="31"/>
                </a:cubicBezTo>
                <a:cubicBezTo>
                  <a:pt x="12453" y="51"/>
                  <a:pt x="12463" y="76"/>
                  <a:pt x="12463" y="105"/>
                </a:cubicBezTo>
                <a:lnTo>
                  <a:pt x="12463" y="1667"/>
                </a:lnTo>
                <a:cubicBezTo>
                  <a:pt x="12463" y="1697"/>
                  <a:pt x="12453" y="1722"/>
                  <a:pt x="12432" y="1742"/>
                </a:cubicBezTo>
                <a:cubicBezTo>
                  <a:pt x="12411" y="1763"/>
                  <a:pt x="12386" y="1773"/>
                  <a:pt x="12357" y="1773"/>
                </a:cubicBezTo>
                <a:lnTo>
                  <a:pt x="106" y="1773"/>
                </a:lnTo>
                <a:cubicBezTo>
                  <a:pt x="77" y="1773"/>
                  <a:pt x="52" y="1763"/>
                  <a:pt x="31" y="1742"/>
                </a:cubicBezTo>
                <a:cubicBezTo>
                  <a:pt x="11" y="1722"/>
                  <a:pt x="0" y="1697"/>
                  <a:pt x="0" y="1667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180720" y="307656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3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198000" y="369612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48" y="20"/>
                </a:moveTo>
                <a:cubicBezTo>
                  <a:pt x="51" y="24"/>
                  <a:pt x="54" y="26"/>
                  <a:pt x="58" y="26"/>
                </a:cubicBezTo>
                <a:lnTo>
                  <a:pt x="12309" y="26"/>
                </a:lnTo>
                <a:cubicBezTo>
                  <a:pt x="12331" y="26"/>
                  <a:pt x="12350" y="18"/>
                  <a:pt x="12365" y="2"/>
                </a:cubicBezTo>
                <a:cubicBezTo>
                  <a:pt x="12366" y="1"/>
                  <a:pt x="12366" y="1"/>
                  <a:pt x="12367" y="0"/>
                </a:cubicBezTo>
                <a:lnTo>
                  <a:pt x="12385" y="20"/>
                </a:lnTo>
                <a:cubicBezTo>
                  <a:pt x="12385" y="20"/>
                  <a:pt x="12385" y="21"/>
                  <a:pt x="12384" y="21"/>
                </a:cubicBezTo>
                <a:cubicBezTo>
                  <a:pt x="12363" y="42"/>
                  <a:pt x="12338" y="52"/>
                  <a:pt x="12309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8" y="2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4649040" y="3087720"/>
            <a:ext cx="18360" cy="615960"/>
          </a:xfrm>
          <a:custGeom>
            <a:avLst/>
            <a:gdLst/>
            <a:ahLst/>
            <a:rect l="0" t="0" r="r" b="b"/>
            <a:pathLst>
              <a:path w="51" h="1711">
                <a:moveTo>
                  <a:pt x="0" y="1693"/>
                </a:moveTo>
                <a:cubicBezTo>
                  <a:pt x="16" y="1677"/>
                  <a:pt x="24" y="1658"/>
                  <a:pt x="24" y="1636"/>
                </a:cubicBezTo>
                <a:lnTo>
                  <a:pt x="24" y="74"/>
                </a:lnTo>
                <a:cubicBezTo>
                  <a:pt x="24" y="52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4"/>
                </a:cubicBezTo>
                <a:lnTo>
                  <a:pt x="51" y="1636"/>
                </a:lnTo>
                <a:cubicBezTo>
                  <a:pt x="51" y="1666"/>
                  <a:pt x="40" y="1691"/>
                  <a:pt x="19" y="1711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180720" y="3076560"/>
            <a:ext cx="4486680" cy="638280"/>
          </a:xfrm>
          <a:custGeom>
            <a:avLst/>
            <a:gdLst/>
            <a:ahLst/>
            <a:rect l="0" t="0" r="r" b="b"/>
            <a:pathLst>
              <a:path w="12463" h="1773">
                <a:moveTo>
                  <a:pt x="0" y="0"/>
                </a:moveTo>
                <a:lnTo>
                  <a:pt x="12463" y="0"/>
                </a:lnTo>
                <a:lnTo>
                  <a:pt x="12463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180720" y="377172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7" y="0"/>
                </a:lnTo>
                <a:cubicBezTo>
                  <a:pt x="12387" y="0"/>
                  <a:pt x="12411" y="10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7"/>
                  <a:pt x="12453" y="1722"/>
                  <a:pt x="12432" y="1743"/>
                </a:cubicBezTo>
                <a:cubicBezTo>
                  <a:pt x="12411" y="1763"/>
                  <a:pt x="12386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3"/>
                  <a:pt x="31" y="1743"/>
                </a:cubicBezTo>
                <a:cubicBezTo>
                  <a:pt x="11" y="1722"/>
                  <a:pt x="0" y="1697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198000" y="377172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12367" y="52"/>
                </a:moveTo>
                <a:cubicBezTo>
                  <a:pt x="12366" y="52"/>
                  <a:pt x="12366" y="51"/>
                  <a:pt x="12365" y="51"/>
                </a:cubicBezTo>
                <a:cubicBezTo>
                  <a:pt x="12350" y="35"/>
                  <a:pt x="12331" y="27"/>
                  <a:pt x="12309" y="27"/>
                </a:cubicBezTo>
                <a:lnTo>
                  <a:pt x="58" y="27"/>
                </a:lnTo>
                <a:cubicBezTo>
                  <a:pt x="54" y="27"/>
                  <a:pt x="51" y="30"/>
                  <a:pt x="48" y="34"/>
                </a:cubicBezTo>
                <a:lnTo>
                  <a:pt x="0" y="18"/>
                </a:lnTo>
                <a:cubicBezTo>
                  <a:pt x="17" y="7"/>
                  <a:pt x="36" y="0"/>
                  <a:pt x="58" y="0"/>
                </a:cubicBezTo>
                <a:lnTo>
                  <a:pt x="12309" y="0"/>
                </a:lnTo>
                <a:cubicBezTo>
                  <a:pt x="12339" y="0"/>
                  <a:pt x="12363" y="11"/>
                  <a:pt x="12384" y="32"/>
                </a:cubicBezTo>
                <a:cubicBezTo>
                  <a:pt x="12385" y="32"/>
                  <a:pt x="12385" y="33"/>
                  <a:pt x="12385" y="33"/>
                </a:cubicBezTo>
                <a:lnTo>
                  <a:pt x="12367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198000" y="439164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309" y="25"/>
                </a:lnTo>
                <a:cubicBezTo>
                  <a:pt x="12331" y="25"/>
                  <a:pt x="12350" y="17"/>
                  <a:pt x="12365" y="1"/>
                </a:cubicBezTo>
                <a:cubicBezTo>
                  <a:pt x="12366" y="1"/>
                  <a:pt x="12366" y="0"/>
                  <a:pt x="12367" y="0"/>
                </a:cubicBezTo>
                <a:lnTo>
                  <a:pt x="12385" y="19"/>
                </a:lnTo>
                <a:cubicBezTo>
                  <a:pt x="12385" y="20"/>
                  <a:pt x="12385" y="20"/>
                  <a:pt x="12384" y="21"/>
                </a:cubicBezTo>
                <a:cubicBezTo>
                  <a:pt x="12363" y="41"/>
                  <a:pt x="12338" y="52"/>
                  <a:pt x="12309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4649040" y="378288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8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6"/>
                  <a:pt x="40" y="1691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180720" y="377172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180720" y="446688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357" y="0"/>
                </a:lnTo>
                <a:cubicBezTo>
                  <a:pt x="12387" y="0"/>
                  <a:pt x="12411" y="11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8"/>
                  <a:pt x="12453" y="1723"/>
                  <a:pt x="12432" y="1743"/>
                </a:cubicBezTo>
                <a:cubicBezTo>
                  <a:pt x="12411" y="1764"/>
                  <a:pt x="12386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4"/>
                  <a:pt x="31" y="1743"/>
                </a:cubicBezTo>
                <a:cubicBezTo>
                  <a:pt x="11" y="1723"/>
                  <a:pt x="0" y="1698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198000" y="4466880"/>
            <a:ext cx="4458600" cy="19080"/>
          </a:xfrm>
          <a:custGeom>
            <a:avLst/>
            <a:gdLst/>
            <a:ahLst/>
            <a:rect l="0" t="0" r="r" b="b"/>
            <a:pathLst>
              <a:path w="12385" h="53">
                <a:moveTo>
                  <a:pt x="12367" y="53"/>
                </a:moveTo>
                <a:cubicBezTo>
                  <a:pt x="12366" y="52"/>
                  <a:pt x="12366" y="52"/>
                  <a:pt x="12365" y="51"/>
                </a:cubicBezTo>
                <a:cubicBezTo>
                  <a:pt x="12350" y="36"/>
                  <a:pt x="12331" y="28"/>
                  <a:pt x="12309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8"/>
                </a:lnTo>
                <a:cubicBezTo>
                  <a:pt x="17" y="6"/>
                  <a:pt x="36" y="0"/>
                  <a:pt x="58" y="0"/>
                </a:cubicBezTo>
                <a:lnTo>
                  <a:pt x="12309" y="0"/>
                </a:lnTo>
                <a:cubicBezTo>
                  <a:pt x="12339" y="0"/>
                  <a:pt x="12363" y="12"/>
                  <a:pt x="12384" y="32"/>
                </a:cubicBezTo>
                <a:cubicBezTo>
                  <a:pt x="12385" y="33"/>
                  <a:pt x="12385" y="33"/>
                  <a:pt x="12385" y="34"/>
                </a:cubicBezTo>
                <a:lnTo>
                  <a:pt x="12367" y="5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198000" y="508680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48" y="18"/>
                </a:moveTo>
                <a:cubicBezTo>
                  <a:pt x="51" y="24"/>
                  <a:pt x="54" y="26"/>
                  <a:pt x="58" y="26"/>
                </a:cubicBezTo>
                <a:lnTo>
                  <a:pt x="12309" y="26"/>
                </a:lnTo>
                <a:cubicBezTo>
                  <a:pt x="12331" y="26"/>
                  <a:pt x="12350" y="17"/>
                  <a:pt x="12365" y="1"/>
                </a:cubicBezTo>
                <a:cubicBezTo>
                  <a:pt x="12366" y="1"/>
                  <a:pt x="12366" y="1"/>
                  <a:pt x="12367" y="0"/>
                </a:cubicBezTo>
                <a:lnTo>
                  <a:pt x="12385" y="19"/>
                </a:lnTo>
                <a:cubicBezTo>
                  <a:pt x="12385" y="19"/>
                  <a:pt x="12385" y="20"/>
                  <a:pt x="12384" y="20"/>
                </a:cubicBezTo>
                <a:cubicBezTo>
                  <a:pt x="12363" y="42"/>
                  <a:pt x="12338" y="52"/>
                  <a:pt x="12309" y="52"/>
                </a:cubicBezTo>
                <a:lnTo>
                  <a:pt x="58" y="52"/>
                </a:lnTo>
                <a:cubicBezTo>
                  <a:pt x="36" y="52"/>
                  <a:pt x="17" y="47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4649040" y="447804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8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7"/>
                  <a:pt x="40" y="1692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180720" y="446688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180720" y="516240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7" y="0"/>
                </a:lnTo>
                <a:cubicBezTo>
                  <a:pt x="12387" y="0"/>
                  <a:pt x="12411" y="10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7"/>
                  <a:pt x="12453" y="1722"/>
                  <a:pt x="12432" y="1743"/>
                </a:cubicBezTo>
                <a:cubicBezTo>
                  <a:pt x="12411" y="1763"/>
                  <a:pt x="12386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3"/>
                  <a:pt x="31" y="1743"/>
                </a:cubicBezTo>
                <a:cubicBezTo>
                  <a:pt x="11" y="1722"/>
                  <a:pt x="0" y="1697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180720" y="516240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3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198000" y="5782320"/>
            <a:ext cx="4458600" cy="18720"/>
          </a:xfrm>
          <a:custGeom>
            <a:avLst/>
            <a:gdLst/>
            <a:ahLst/>
            <a:rect l="0" t="0" r="r" b="b"/>
            <a:pathLst>
              <a:path w="12385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12309" y="24"/>
                </a:lnTo>
                <a:cubicBezTo>
                  <a:pt x="12331" y="24"/>
                  <a:pt x="12350" y="16"/>
                  <a:pt x="12365" y="1"/>
                </a:cubicBezTo>
                <a:cubicBezTo>
                  <a:pt x="12366" y="0"/>
                  <a:pt x="12366" y="0"/>
                  <a:pt x="12367" y="0"/>
                </a:cubicBezTo>
                <a:lnTo>
                  <a:pt x="12385" y="18"/>
                </a:lnTo>
                <a:cubicBezTo>
                  <a:pt x="12385" y="19"/>
                  <a:pt x="12385" y="19"/>
                  <a:pt x="12384" y="20"/>
                </a:cubicBezTo>
                <a:cubicBezTo>
                  <a:pt x="12363" y="41"/>
                  <a:pt x="12338" y="52"/>
                  <a:pt x="12309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4649040" y="517356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7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6"/>
                  <a:pt x="40" y="1691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180720" y="516240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333360" y="18572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10"/>
                  <a:pt x="366" y="222"/>
                </a:cubicBezTo>
                <a:cubicBezTo>
                  <a:pt x="364" y="234"/>
                  <a:pt x="361" y="246"/>
                  <a:pt x="356" y="257"/>
                </a:cubicBezTo>
                <a:cubicBezTo>
                  <a:pt x="351" y="268"/>
                  <a:pt x="346" y="279"/>
                  <a:pt x="339" y="289"/>
                </a:cubicBezTo>
                <a:cubicBezTo>
                  <a:pt x="332" y="299"/>
                  <a:pt x="324" y="308"/>
                  <a:pt x="316" y="317"/>
                </a:cubicBezTo>
                <a:cubicBezTo>
                  <a:pt x="307" y="326"/>
                  <a:pt x="298" y="333"/>
                  <a:pt x="288" y="340"/>
                </a:cubicBezTo>
                <a:cubicBezTo>
                  <a:pt x="278" y="347"/>
                  <a:pt x="267" y="352"/>
                  <a:pt x="256" y="357"/>
                </a:cubicBezTo>
                <a:cubicBezTo>
                  <a:pt x="244" y="362"/>
                  <a:pt x="233" y="365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8"/>
                </a:cubicBezTo>
                <a:cubicBezTo>
                  <a:pt x="137" y="365"/>
                  <a:pt x="125" y="362"/>
                  <a:pt x="114" y="357"/>
                </a:cubicBezTo>
                <a:cubicBezTo>
                  <a:pt x="103" y="352"/>
                  <a:pt x="92" y="347"/>
                  <a:pt x="82" y="340"/>
                </a:cubicBezTo>
                <a:cubicBezTo>
                  <a:pt x="72" y="333"/>
                  <a:pt x="62" y="326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8" y="268"/>
                  <a:pt x="14" y="257"/>
                </a:cubicBezTo>
                <a:cubicBezTo>
                  <a:pt x="9" y="246"/>
                  <a:pt x="5" y="234"/>
                  <a:pt x="3" y="222"/>
                </a:cubicBezTo>
                <a:cubicBezTo>
                  <a:pt x="1" y="210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4" y="9"/>
                  <a:pt x="256" y="14"/>
                </a:cubicBezTo>
                <a:cubicBezTo>
                  <a:pt x="267" y="19"/>
                  <a:pt x="278" y="24"/>
                  <a:pt x="288" y="31"/>
                </a:cubicBezTo>
                <a:cubicBezTo>
                  <a:pt x="298" y="38"/>
                  <a:pt x="307" y="45"/>
                  <a:pt x="316" y="54"/>
                </a:cubicBezTo>
                <a:cubicBezTo>
                  <a:pt x="324" y="63"/>
                  <a:pt x="332" y="72"/>
                  <a:pt x="339" y="82"/>
                </a:cubicBezTo>
                <a:cubicBezTo>
                  <a:pt x="346" y="92"/>
                  <a:pt x="351" y="103"/>
                  <a:pt x="356" y="114"/>
                </a:cubicBezTo>
                <a:cubicBezTo>
                  <a:pt x="361" y="125"/>
                  <a:pt x="364" y="137"/>
                  <a:pt x="366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3019320" y="1074240"/>
            <a:ext cx="33386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13 ACHIEVEMENTS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367560" y="185688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497520" y="1786320"/>
            <a:ext cx="3698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Spec-driven workflow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full backward nav 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333360" y="25430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198"/>
                  <a:pt x="370" y="210"/>
                  <a:pt x="366" y="222"/>
                </a:cubicBezTo>
                <a:cubicBezTo>
                  <a:pt x="364" y="234"/>
                  <a:pt x="361" y="246"/>
                  <a:pt x="356" y="257"/>
                </a:cubicBezTo>
                <a:cubicBezTo>
                  <a:pt x="351" y="268"/>
                  <a:pt x="346" y="279"/>
                  <a:pt x="339" y="289"/>
                </a:cubicBezTo>
                <a:cubicBezTo>
                  <a:pt x="332" y="299"/>
                  <a:pt x="324" y="308"/>
                  <a:pt x="316" y="317"/>
                </a:cubicBezTo>
                <a:cubicBezTo>
                  <a:pt x="307" y="326"/>
                  <a:pt x="298" y="333"/>
                  <a:pt x="288" y="340"/>
                </a:cubicBezTo>
                <a:cubicBezTo>
                  <a:pt x="278" y="347"/>
                  <a:pt x="267" y="352"/>
                  <a:pt x="256" y="357"/>
                </a:cubicBezTo>
                <a:cubicBezTo>
                  <a:pt x="244" y="362"/>
                  <a:pt x="233" y="365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8"/>
                </a:cubicBezTo>
                <a:cubicBezTo>
                  <a:pt x="137" y="365"/>
                  <a:pt x="125" y="362"/>
                  <a:pt x="114" y="357"/>
                </a:cubicBezTo>
                <a:cubicBezTo>
                  <a:pt x="103" y="352"/>
                  <a:pt x="92" y="347"/>
                  <a:pt x="82" y="340"/>
                </a:cubicBezTo>
                <a:cubicBezTo>
                  <a:pt x="72" y="333"/>
                  <a:pt x="62" y="326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8" y="268"/>
                  <a:pt x="14" y="257"/>
                </a:cubicBezTo>
                <a:cubicBezTo>
                  <a:pt x="9" y="246"/>
                  <a:pt x="5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4"/>
                  <a:pt x="1" y="162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4" y="9"/>
                  <a:pt x="256" y="14"/>
                </a:cubicBezTo>
                <a:cubicBezTo>
                  <a:pt x="267" y="19"/>
                  <a:pt x="278" y="24"/>
                  <a:pt x="288" y="31"/>
                </a:cubicBezTo>
                <a:cubicBezTo>
                  <a:pt x="298" y="38"/>
                  <a:pt x="307" y="45"/>
                  <a:pt x="316" y="54"/>
                </a:cubicBezTo>
                <a:cubicBezTo>
                  <a:pt x="324" y="63"/>
                  <a:pt x="332" y="72"/>
                  <a:pt x="339" y="82"/>
                </a:cubicBezTo>
                <a:cubicBezTo>
                  <a:pt x="346" y="92"/>
                  <a:pt x="351" y="103"/>
                  <a:pt x="356" y="114"/>
                </a:cubicBezTo>
                <a:cubicBezTo>
                  <a:pt x="361" y="125"/>
                  <a:pt x="364" y="137"/>
                  <a:pt x="366" y="149"/>
                </a:cubicBezTo>
                <a:cubicBezTo>
                  <a:pt x="370" y="162"/>
                  <a:pt x="371" y="174"/>
                  <a:pt x="371" y="186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330840" y="2014920"/>
            <a:ext cx="657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rejection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367560" y="255204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3790800" y="2476440"/>
            <a:ext cx="600480" cy="219240"/>
          </a:xfrm>
          <a:custGeom>
            <a:avLst/>
            <a:gdLst/>
            <a:ahLst/>
            <a:rect l="0" t="0" r="r" b="b"/>
            <a:pathLst>
              <a:path w="1668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588" y="0"/>
                </a:lnTo>
                <a:cubicBezTo>
                  <a:pt x="1599" y="0"/>
                  <a:pt x="1609" y="2"/>
                  <a:pt x="1619" y="6"/>
                </a:cubicBezTo>
                <a:cubicBezTo>
                  <a:pt x="1629" y="10"/>
                  <a:pt x="1637" y="15"/>
                  <a:pt x="1645" y="23"/>
                </a:cubicBezTo>
                <a:cubicBezTo>
                  <a:pt x="1652" y="30"/>
                  <a:pt x="1658" y="39"/>
                  <a:pt x="1662" y="49"/>
                </a:cubicBezTo>
                <a:cubicBezTo>
                  <a:pt x="1666" y="58"/>
                  <a:pt x="1668" y="69"/>
                  <a:pt x="1668" y="79"/>
                </a:cubicBezTo>
                <a:lnTo>
                  <a:pt x="1668" y="530"/>
                </a:lnTo>
                <a:cubicBezTo>
                  <a:pt x="1668" y="540"/>
                  <a:pt x="1666" y="550"/>
                  <a:pt x="1662" y="560"/>
                </a:cubicBezTo>
                <a:cubicBezTo>
                  <a:pt x="1658" y="570"/>
                  <a:pt x="1652" y="578"/>
                  <a:pt x="1645" y="586"/>
                </a:cubicBezTo>
                <a:cubicBezTo>
                  <a:pt x="1637" y="593"/>
                  <a:pt x="1629" y="599"/>
                  <a:pt x="1619" y="603"/>
                </a:cubicBezTo>
                <a:cubicBezTo>
                  <a:pt x="1609" y="607"/>
                  <a:pt x="1599" y="609"/>
                  <a:pt x="1588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497520" y="2481480"/>
            <a:ext cx="3573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Interactive TUI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keyboard-first, auto-focus,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3827880" y="2502720"/>
            <a:ext cx="4237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Ctrl+D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333360" y="323820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7"/>
                </a:moveTo>
                <a:cubicBezTo>
                  <a:pt x="371" y="199"/>
                  <a:pt x="370" y="211"/>
                  <a:pt x="366" y="223"/>
                </a:cubicBezTo>
                <a:cubicBezTo>
                  <a:pt x="364" y="235"/>
                  <a:pt x="361" y="246"/>
                  <a:pt x="356" y="257"/>
                </a:cubicBezTo>
                <a:cubicBezTo>
                  <a:pt x="351" y="269"/>
                  <a:pt x="346" y="279"/>
                  <a:pt x="339" y="289"/>
                </a:cubicBezTo>
                <a:cubicBezTo>
                  <a:pt x="332" y="299"/>
                  <a:pt x="324" y="309"/>
                  <a:pt x="316" y="317"/>
                </a:cubicBezTo>
                <a:cubicBezTo>
                  <a:pt x="307" y="326"/>
                  <a:pt x="298" y="334"/>
                  <a:pt x="288" y="340"/>
                </a:cubicBezTo>
                <a:cubicBezTo>
                  <a:pt x="278" y="347"/>
                  <a:pt x="267" y="353"/>
                  <a:pt x="256" y="358"/>
                </a:cubicBezTo>
                <a:cubicBezTo>
                  <a:pt x="244" y="362"/>
                  <a:pt x="233" y="366"/>
                  <a:pt x="221" y="368"/>
                </a:cubicBezTo>
                <a:cubicBezTo>
                  <a:pt x="209" y="371"/>
                  <a:pt x="197" y="372"/>
                  <a:pt x="185" y="372"/>
                </a:cubicBezTo>
                <a:cubicBezTo>
                  <a:pt x="173" y="372"/>
                  <a:pt x="161" y="371"/>
                  <a:pt x="149" y="368"/>
                </a:cubicBezTo>
                <a:cubicBezTo>
                  <a:pt x="137" y="366"/>
                  <a:pt x="125" y="362"/>
                  <a:pt x="114" y="358"/>
                </a:cubicBezTo>
                <a:cubicBezTo>
                  <a:pt x="103" y="353"/>
                  <a:pt x="92" y="347"/>
                  <a:pt x="82" y="340"/>
                </a:cubicBezTo>
                <a:cubicBezTo>
                  <a:pt x="72" y="334"/>
                  <a:pt x="62" y="326"/>
                  <a:pt x="54" y="317"/>
                </a:cubicBezTo>
                <a:cubicBezTo>
                  <a:pt x="45" y="309"/>
                  <a:pt x="38" y="299"/>
                  <a:pt x="31" y="289"/>
                </a:cubicBezTo>
                <a:cubicBezTo>
                  <a:pt x="24" y="279"/>
                  <a:pt x="18" y="269"/>
                  <a:pt x="14" y="257"/>
                </a:cubicBezTo>
                <a:cubicBezTo>
                  <a:pt x="9" y="246"/>
                  <a:pt x="5" y="235"/>
                  <a:pt x="3" y="223"/>
                </a:cubicBezTo>
                <a:cubicBezTo>
                  <a:pt x="1" y="211"/>
                  <a:pt x="0" y="199"/>
                  <a:pt x="0" y="187"/>
                </a:cubicBez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7"/>
                  <a:pt x="14" y="116"/>
                </a:cubicBezTo>
                <a:cubicBezTo>
                  <a:pt x="18" y="104"/>
                  <a:pt x="24" y="94"/>
                  <a:pt x="31" y="84"/>
                </a:cubicBezTo>
                <a:cubicBezTo>
                  <a:pt x="38" y="74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cubicBezTo>
                  <a:pt x="197" y="0"/>
                  <a:pt x="209" y="2"/>
                  <a:pt x="221" y="4"/>
                </a:cubicBezTo>
                <a:cubicBezTo>
                  <a:pt x="233" y="6"/>
                  <a:pt x="244" y="10"/>
                  <a:pt x="256" y="14"/>
                </a:cubicBezTo>
                <a:cubicBezTo>
                  <a:pt x="267" y="19"/>
                  <a:pt x="278" y="25"/>
                  <a:pt x="288" y="31"/>
                </a:cubicBezTo>
                <a:cubicBezTo>
                  <a:pt x="298" y="38"/>
                  <a:pt x="307" y="46"/>
                  <a:pt x="316" y="55"/>
                </a:cubicBezTo>
                <a:cubicBezTo>
                  <a:pt x="324" y="63"/>
                  <a:pt x="332" y="74"/>
                  <a:pt x="339" y="84"/>
                </a:cubicBezTo>
                <a:cubicBezTo>
                  <a:pt x="346" y="94"/>
                  <a:pt x="351" y="104"/>
                  <a:pt x="356" y="116"/>
                </a:cubicBezTo>
                <a:cubicBezTo>
                  <a:pt x="361" y="127"/>
                  <a:pt x="364" y="138"/>
                  <a:pt x="366" y="150"/>
                </a:cubicBezTo>
                <a:cubicBezTo>
                  <a:pt x="370" y="162"/>
                  <a:pt x="371" y="174"/>
                  <a:pt x="371" y="187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330840" y="2710080"/>
            <a:ext cx="326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diﬀs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367560" y="324756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497520" y="3177000"/>
            <a:ext cx="4084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Three-phase agents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Spec, Plan, Code with strict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333360" y="393372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6" y="221"/>
                </a:cubicBezTo>
                <a:cubicBezTo>
                  <a:pt x="364" y="233"/>
                  <a:pt x="361" y="245"/>
                  <a:pt x="356" y="256"/>
                </a:cubicBezTo>
                <a:cubicBezTo>
                  <a:pt x="351" y="267"/>
                  <a:pt x="346" y="278"/>
                  <a:pt x="339" y="288"/>
                </a:cubicBezTo>
                <a:cubicBezTo>
                  <a:pt x="332" y="298"/>
                  <a:pt x="324" y="307"/>
                  <a:pt x="316" y="316"/>
                </a:cubicBezTo>
                <a:cubicBezTo>
                  <a:pt x="307" y="325"/>
                  <a:pt x="298" y="332"/>
                  <a:pt x="288" y="339"/>
                </a:cubicBezTo>
                <a:cubicBezTo>
                  <a:pt x="278" y="346"/>
                  <a:pt x="267" y="351"/>
                  <a:pt x="256" y="356"/>
                </a:cubicBezTo>
                <a:cubicBezTo>
                  <a:pt x="244" y="362"/>
                  <a:pt x="233" y="365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8"/>
                </a:cubicBezTo>
                <a:cubicBezTo>
                  <a:pt x="137" y="365"/>
                  <a:pt x="125" y="362"/>
                  <a:pt x="114" y="356"/>
                </a:cubicBezTo>
                <a:cubicBezTo>
                  <a:pt x="103" y="351"/>
                  <a:pt x="92" y="346"/>
                  <a:pt x="82" y="339"/>
                </a:cubicBezTo>
                <a:cubicBezTo>
                  <a:pt x="72" y="332"/>
                  <a:pt x="62" y="325"/>
                  <a:pt x="54" y="316"/>
                </a:cubicBezTo>
                <a:cubicBezTo>
                  <a:pt x="45" y="307"/>
                  <a:pt x="38" y="298"/>
                  <a:pt x="31" y="288"/>
                </a:cubicBezTo>
                <a:cubicBezTo>
                  <a:pt x="24" y="278"/>
                  <a:pt x="18" y="267"/>
                  <a:pt x="14" y="256"/>
                </a:cubicBezTo>
                <a:cubicBezTo>
                  <a:pt x="9" y="245"/>
                  <a:pt x="5" y="233"/>
                  <a:pt x="3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4" y="9"/>
                  <a:pt x="256" y="14"/>
                </a:cubicBezTo>
                <a:cubicBezTo>
                  <a:pt x="267" y="18"/>
                  <a:pt x="278" y="24"/>
                  <a:pt x="288" y="31"/>
                </a:cubicBezTo>
                <a:cubicBezTo>
                  <a:pt x="298" y="38"/>
                  <a:pt x="307" y="45"/>
                  <a:pt x="316" y="54"/>
                </a:cubicBezTo>
                <a:cubicBezTo>
                  <a:pt x="324" y="63"/>
                  <a:pt x="332" y="72"/>
                  <a:pt x="339" y="82"/>
                </a:cubicBezTo>
                <a:cubicBezTo>
                  <a:pt x="346" y="92"/>
                  <a:pt x="351" y="103"/>
                  <a:pt x="356" y="114"/>
                </a:cubicBezTo>
                <a:cubicBezTo>
                  <a:pt x="361" y="125"/>
                  <a:pt x="364" y="137"/>
                  <a:pt x="366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330840" y="3405600"/>
            <a:ext cx="860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boundaries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367560" y="394272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497520" y="3872160"/>
            <a:ext cx="4345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Approval Gateway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read auto-approves; writes block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333360" y="462888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5"/>
                </a:moveTo>
                <a:cubicBezTo>
                  <a:pt x="371" y="198"/>
                  <a:pt x="370" y="210"/>
                  <a:pt x="366" y="222"/>
                </a:cubicBezTo>
                <a:cubicBezTo>
                  <a:pt x="364" y="234"/>
                  <a:pt x="361" y="245"/>
                  <a:pt x="356" y="256"/>
                </a:cubicBezTo>
                <a:cubicBezTo>
                  <a:pt x="351" y="268"/>
                  <a:pt x="346" y="279"/>
                  <a:pt x="339" y="289"/>
                </a:cubicBezTo>
                <a:cubicBezTo>
                  <a:pt x="332" y="299"/>
                  <a:pt x="324" y="309"/>
                  <a:pt x="316" y="317"/>
                </a:cubicBezTo>
                <a:cubicBezTo>
                  <a:pt x="307" y="326"/>
                  <a:pt x="298" y="334"/>
                  <a:pt x="288" y="340"/>
                </a:cubicBezTo>
                <a:cubicBezTo>
                  <a:pt x="278" y="347"/>
                  <a:pt x="267" y="353"/>
                  <a:pt x="256" y="357"/>
                </a:cubicBezTo>
                <a:cubicBezTo>
                  <a:pt x="244" y="362"/>
                  <a:pt x="233" y="366"/>
                  <a:pt x="221" y="368"/>
                </a:cubicBezTo>
                <a:cubicBezTo>
                  <a:pt x="209" y="370"/>
                  <a:pt x="197" y="372"/>
                  <a:pt x="185" y="372"/>
                </a:cubicBezTo>
                <a:cubicBezTo>
                  <a:pt x="173" y="372"/>
                  <a:pt x="161" y="370"/>
                  <a:pt x="149" y="368"/>
                </a:cubicBezTo>
                <a:cubicBezTo>
                  <a:pt x="137" y="366"/>
                  <a:pt x="125" y="362"/>
                  <a:pt x="114" y="357"/>
                </a:cubicBezTo>
                <a:cubicBezTo>
                  <a:pt x="103" y="353"/>
                  <a:pt x="92" y="347"/>
                  <a:pt x="82" y="340"/>
                </a:cubicBezTo>
                <a:cubicBezTo>
                  <a:pt x="72" y="334"/>
                  <a:pt x="62" y="326"/>
                  <a:pt x="54" y="317"/>
                </a:cubicBezTo>
                <a:cubicBezTo>
                  <a:pt x="45" y="309"/>
                  <a:pt x="38" y="299"/>
                  <a:pt x="31" y="289"/>
                </a:cubicBezTo>
                <a:cubicBezTo>
                  <a:pt x="24" y="279"/>
                  <a:pt x="18" y="268"/>
                  <a:pt x="14" y="256"/>
                </a:cubicBezTo>
                <a:cubicBezTo>
                  <a:pt x="9" y="245"/>
                  <a:pt x="5" y="234"/>
                  <a:pt x="3" y="222"/>
                </a:cubicBezTo>
                <a:cubicBezTo>
                  <a:pt x="1" y="210"/>
                  <a:pt x="0" y="198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4"/>
                </a:cubicBezTo>
                <a:cubicBezTo>
                  <a:pt x="233" y="6"/>
                  <a:pt x="244" y="10"/>
                  <a:pt x="256" y="14"/>
                </a:cubicBezTo>
                <a:cubicBezTo>
                  <a:pt x="267" y="19"/>
                  <a:pt x="278" y="25"/>
                  <a:pt x="288" y="31"/>
                </a:cubicBezTo>
                <a:cubicBezTo>
                  <a:pt x="298" y="38"/>
                  <a:pt x="307" y="46"/>
                  <a:pt x="316" y="54"/>
                </a:cubicBezTo>
                <a:cubicBezTo>
                  <a:pt x="324" y="63"/>
                  <a:pt x="332" y="72"/>
                  <a:pt x="339" y="83"/>
                </a:cubicBezTo>
                <a:cubicBezTo>
                  <a:pt x="346" y="93"/>
                  <a:pt x="351" y="103"/>
                  <a:pt x="356" y="114"/>
                </a:cubicBezTo>
                <a:cubicBezTo>
                  <a:pt x="361" y="126"/>
                  <a:pt x="364" y="137"/>
                  <a:pt x="366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330840" y="4100760"/>
            <a:ext cx="860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for consent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367560" y="463824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497520" y="4567680"/>
            <a:ext cx="4239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Knowledge Graph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SQLite-backed AST parser with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333360" y="532440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8"/>
                  <a:pt x="370" y="210"/>
                  <a:pt x="366" y="222"/>
                </a:cubicBezTo>
                <a:cubicBezTo>
                  <a:pt x="364" y="234"/>
                  <a:pt x="361" y="245"/>
                  <a:pt x="356" y="257"/>
                </a:cubicBezTo>
                <a:cubicBezTo>
                  <a:pt x="351" y="268"/>
                  <a:pt x="346" y="279"/>
                  <a:pt x="339" y="289"/>
                </a:cubicBezTo>
                <a:cubicBezTo>
                  <a:pt x="332" y="299"/>
                  <a:pt x="324" y="308"/>
                  <a:pt x="316" y="317"/>
                </a:cubicBezTo>
                <a:cubicBezTo>
                  <a:pt x="307" y="325"/>
                  <a:pt x="298" y="333"/>
                  <a:pt x="288" y="340"/>
                </a:cubicBezTo>
                <a:cubicBezTo>
                  <a:pt x="278" y="347"/>
                  <a:pt x="267" y="352"/>
                  <a:pt x="256" y="357"/>
                </a:cubicBezTo>
                <a:cubicBezTo>
                  <a:pt x="244" y="362"/>
                  <a:pt x="233" y="365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7"/>
                </a:cubicBezTo>
                <a:cubicBezTo>
                  <a:pt x="137" y="365"/>
                  <a:pt x="125" y="362"/>
                  <a:pt x="114" y="357"/>
                </a:cubicBezTo>
                <a:cubicBezTo>
                  <a:pt x="103" y="352"/>
                  <a:pt x="92" y="347"/>
                  <a:pt x="82" y="340"/>
                </a:cubicBezTo>
                <a:cubicBezTo>
                  <a:pt x="72" y="333"/>
                  <a:pt x="62" y="325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8" y="268"/>
                  <a:pt x="14" y="257"/>
                </a:cubicBezTo>
                <a:cubicBezTo>
                  <a:pt x="9" y="246"/>
                  <a:pt x="5" y="234"/>
                  <a:pt x="3" y="222"/>
                </a:cubicBezTo>
                <a:cubicBezTo>
                  <a:pt x="1" y="210"/>
                  <a:pt x="0" y="198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4" y="9"/>
                  <a:pt x="256" y="14"/>
                </a:cubicBezTo>
                <a:cubicBezTo>
                  <a:pt x="267" y="18"/>
                  <a:pt x="278" y="24"/>
                  <a:pt x="288" y="31"/>
                </a:cubicBezTo>
                <a:cubicBezTo>
                  <a:pt x="298" y="38"/>
                  <a:pt x="307" y="45"/>
                  <a:pt x="316" y="54"/>
                </a:cubicBezTo>
                <a:cubicBezTo>
                  <a:pt x="324" y="62"/>
                  <a:pt x="332" y="72"/>
                  <a:pt x="339" y="82"/>
                </a:cubicBezTo>
                <a:cubicBezTo>
                  <a:pt x="346" y="92"/>
                  <a:pt x="351" y="103"/>
                  <a:pt x="356" y="114"/>
                </a:cubicBezTo>
                <a:cubicBezTo>
                  <a:pt x="361" y="125"/>
                  <a:pt x="364" y="137"/>
                  <a:pt x="366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330840" y="4786560"/>
            <a:ext cx="1178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query grammar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367560" y="533340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497520" y="5262840"/>
            <a:ext cx="3988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Memory Pyramid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L0-L3 with confidence-filtered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4838400" y="1685880"/>
            <a:ext cx="4486680" cy="419400"/>
          </a:xfrm>
          <a:custGeom>
            <a:avLst/>
            <a:gdLst/>
            <a:ahLst/>
            <a:rect l="0" t="0" r="r" b="b"/>
            <a:pathLst>
              <a:path w="12463" h="1165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0"/>
                  <a:pt x="12432" y="31"/>
                </a:cubicBezTo>
                <a:cubicBezTo>
                  <a:pt x="12453" y="51"/>
                  <a:pt x="12463" y="76"/>
                  <a:pt x="12463" y="105"/>
                </a:cubicBezTo>
                <a:lnTo>
                  <a:pt x="12463" y="1059"/>
                </a:lnTo>
                <a:cubicBezTo>
                  <a:pt x="12463" y="1088"/>
                  <a:pt x="12453" y="1113"/>
                  <a:pt x="12432" y="1134"/>
                </a:cubicBezTo>
                <a:cubicBezTo>
                  <a:pt x="12412" y="1154"/>
                  <a:pt x="12387" y="1165"/>
                  <a:pt x="12357" y="1165"/>
                </a:cubicBezTo>
                <a:lnTo>
                  <a:pt x="106" y="1165"/>
                </a:lnTo>
                <a:cubicBezTo>
                  <a:pt x="77" y="1165"/>
                  <a:pt x="52" y="1154"/>
                  <a:pt x="31" y="1134"/>
                </a:cubicBezTo>
                <a:cubicBezTo>
                  <a:pt x="11" y="1113"/>
                  <a:pt x="0" y="1088"/>
                  <a:pt x="0" y="1059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838400" y="168588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2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4855680" y="208656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12309" y="24"/>
                </a:lnTo>
                <a:cubicBezTo>
                  <a:pt x="12331" y="24"/>
                  <a:pt x="12350" y="17"/>
                  <a:pt x="12365" y="1"/>
                </a:cubicBezTo>
                <a:cubicBezTo>
                  <a:pt x="12366" y="1"/>
                  <a:pt x="12366" y="0"/>
                  <a:pt x="12367" y="0"/>
                </a:cubicBezTo>
                <a:lnTo>
                  <a:pt x="12386" y="18"/>
                </a:lnTo>
                <a:cubicBezTo>
                  <a:pt x="12385" y="19"/>
                  <a:pt x="12385" y="19"/>
                  <a:pt x="12384" y="20"/>
                </a:cubicBezTo>
                <a:cubicBezTo>
                  <a:pt x="12364" y="40"/>
                  <a:pt x="12339" y="52"/>
                  <a:pt x="12309" y="52"/>
                </a:cubicBezTo>
                <a:lnTo>
                  <a:pt x="58" y="52"/>
                </a:lnTo>
                <a:cubicBezTo>
                  <a:pt x="37" y="52"/>
                  <a:pt x="17" y="46"/>
                  <a:pt x="0" y="34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9306720" y="1697040"/>
            <a:ext cx="18360" cy="397080"/>
          </a:xfrm>
          <a:custGeom>
            <a:avLst/>
            <a:gdLst/>
            <a:ahLst/>
            <a:rect l="0" t="0" r="r" b="b"/>
            <a:pathLst>
              <a:path w="51" h="1103">
                <a:moveTo>
                  <a:pt x="0" y="1084"/>
                </a:moveTo>
                <a:cubicBezTo>
                  <a:pt x="16" y="1069"/>
                  <a:pt x="24" y="1050"/>
                  <a:pt x="24" y="1028"/>
                </a:cubicBezTo>
                <a:lnTo>
                  <a:pt x="24" y="74"/>
                </a:lnTo>
                <a:cubicBezTo>
                  <a:pt x="24" y="53"/>
                  <a:pt x="16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4"/>
                </a:cubicBezTo>
                <a:lnTo>
                  <a:pt x="51" y="1028"/>
                </a:lnTo>
                <a:cubicBezTo>
                  <a:pt x="51" y="1057"/>
                  <a:pt x="40" y="1082"/>
                  <a:pt x="19" y="1103"/>
                </a:cubicBezTo>
                <a:lnTo>
                  <a:pt x="0" y="1084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4838400" y="1685880"/>
            <a:ext cx="4486680" cy="419400"/>
          </a:xfrm>
          <a:custGeom>
            <a:avLst/>
            <a:gdLst/>
            <a:ahLst/>
            <a:rect l="0" t="0" r="r" b="b"/>
            <a:pathLst>
              <a:path w="12463" h="1165">
                <a:moveTo>
                  <a:pt x="0" y="0"/>
                </a:moveTo>
                <a:lnTo>
                  <a:pt x="12463" y="0"/>
                </a:lnTo>
                <a:lnTo>
                  <a:pt x="124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4838400" y="2152440"/>
            <a:ext cx="4486680" cy="419400"/>
          </a:xfrm>
          <a:custGeom>
            <a:avLst/>
            <a:gdLst/>
            <a:ahLst/>
            <a:rect l="0" t="0" r="r" b="b"/>
            <a:pathLst>
              <a:path w="12463" h="1165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0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059"/>
                </a:lnTo>
                <a:cubicBezTo>
                  <a:pt x="12463" y="1089"/>
                  <a:pt x="12453" y="1114"/>
                  <a:pt x="12432" y="1134"/>
                </a:cubicBezTo>
                <a:cubicBezTo>
                  <a:pt x="12412" y="1155"/>
                  <a:pt x="12387" y="1165"/>
                  <a:pt x="12357" y="1165"/>
                </a:cubicBezTo>
                <a:lnTo>
                  <a:pt x="106" y="1165"/>
                </a:lnTo>
                <a:cubicBezTo>
                  <a:pt x="77" y="1165"/>
                  <a:pt x="52" y="1155"/>
                  <a:pt x="31" y="1134"/>
                </a:cubicBezTo>
                <a:cubicBezTo>
                  <a:pt x="11" y="1114"/>
                  <a:pt x="0" y="1089"/>
                  <a:pt x="0" y="1059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4838400" y="215244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3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4855680" y="255312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48" y="19"/>
                </a:moveTo>
                <a:cubicBezTo>
                  <a:pt x="51" y="24"/>
                  <a:pt x="54" y="26"/>
                  <a:pt x="58" y="26"/>
                </a:cubicBezTo>
                <a:lnTo>
                  <a:pt x="12309" y="26"/>
                </a:lnTo>
                <a:cubicBezTo>
                  <a:pt x="12331" y="26"/>
                  <a:pt x="12350" y="17"/>
                  <a:pt x="12365" y="2"/>
                </a:cubicBezTo>
                <a:cubicBezTo>
                  <a:pt x="12366" y="1"/>
                  <a:pt x="12366" y="1"/>
                  <a:pt x="12367" y="0"/>
                </a:cubicBezTo>
                <a:lnTo>
                  <a:pt x="12386" y="19"/>
                </a:lnTo>
                <a:cubicBezTo>
                  <a:pt x="12385" y="19"/>
                  <a:pt x="12385" y="20"/>
                  <a:pt x="12384" y="20"/>
                </a:cubicBezTo>
                <a:cubicBezTo>
                  <a:pt x="12364" y="42"/>
                  <a:pt x="12339" y="52"/>
                  <a:pt x="12309" y="52"/>
                </a:cubicBezTo>
                <a:lnTo>
                  <a:pt x="58" y="52"/>
                </a:lnTo>
                <a:cubicBezTo>
                  <a:pt x="37" y="52"/>
                  <a:pt x="17" y="47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9306720" y="2163600"/>
            <a:ext cx="18360" cy="397080"/>
          </a:xfrm>
          <a:custGeom>
            <a:avLst/>
            <a:gdLst/>
            <a:ahLst/>
            <a:rect l="0" t="0" r="r" b="b"/>
            <a:pathLst>
              <a:path w="51" h="1103">
                <a:moveTo>
                  <a:pt x="0" y="1085"/>
                </a:moveTo>
                <a:cubicBezTo>
                  <a:pt x="16" y="1069"/>
                  <a:pt x="24" y="1050"/>
                  <a:pt x="24" y="1028"/>
                </a:cubicBezTo>
                <a:lnTo>
                  <a:pt x="24" y="76"/>
                </a:lnTo>
                <a:cubicBezTo>
                  <a:pt x="24" y="54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6"/>
                </a:cubicBezTo>
                <a:lnTo>
                  <a:pt x="51" y="1028"/>
                </a:lnTo>
                <a:cubicBezTo>
                  <a:pt x="51" y="1058"/>
                  <a:pt x="40" y="1083"/>
                  <a:pt x="19" y="1103"/>
                </a:cubicBezTo>
                <a:lnTo>
                  <a:pt x="0" y="1085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838400" y="2152440"/>
            <a:ext cx="4486680" cy="419400"/>
          </a:xfrm>
          <a:custGeom>
            <a:avLst/>
            <a:gdLst/>
            <a:ahLst/>
            <a:rect l="0" t="0" r="r" b="b"/>
            <a:pathLst>
              <a:path w="12463" h="1165">
                <a:moveTo>
                  <a:pt x="0" y="0"/>
                </a:moveTo>
                <a:lnTo>
                  <a:pt x="12463" y="0"/>
                </a:lnTo>
                <a:lnTo>
                  <a:pt x="124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4838400" y="2628720"/>
            <a:ext cx="4486680" cy="410040"/>
          </a:xfrm>
          <a:custGeom>
            <a:avLst/>
            <a:gdLst/>
            <a:ahLst/>
            <a:rect l="0" t="0" r="r" b="b"/>
            <a:pathLst>
              <a:path w="12463" h="1139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0"/>
                  <a:pt x="12432" y="31"/>
                </a:cubicBezTo>
                <a:cubicBezTo>
                  <a:pt x="12453" y="52"/>
                  <a:pt x="12463" y="77"/>
                  <a:pt x="12463" y="107"/>
                </a:cubicBezTo>
                <a:lnTo>
                  <a:pt x="12463" y="1033"/>
                </a:lnTo>
                <a:cubicBezTo>
                  <a:pt x="12463" y="1062"/>
                  <a:pt x="12453" y="1087"/>
                  <a:pt x="12432" y="1108"/>
                </a:cubicBezTo>
                <a:cubicBezTo>
                  <a:pt x="12412" y="1128"/>
                  <a:pt x="12387" y="1139"/>
                  <a:pt x="12357" y="1139"/>
                </a:cubicBezTo>
                <a:lnTo>
                  <a:pt x="106" y="1139"/>
                </a:lnTo>
                <a:cubicBezTo>
                  <a:pt x="77" y="1139"/>
                  <a:pt x="52" y="1128"/>
                  <a:pt x="31" y="1108"/>
                </a:cubicBezTo>
                <a:cubicBezTo>
                  <a:pt x="11" y="1087"/>
                  <a:pt x="0" y="1062"/>
                  <a:pt x="0" y="1033"/>
                </a:cubicBezTo>
                <a:lnTo>
                  <a:pt x="0" y="107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4855680" y="262872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12367" y="52"/>
                </a:moveTo>
                <a:cubicBezTo>
                  <a:pt x="12366" y="52"/>
                  <a:pt x="12366" y="51"/>
                  <a:pt x="12365" y="51"/>
                </a:cubicBezTo>
                <a:cubicBezTo>
                  <a:pt x="12350" y="35"/>
                  <a:pt x="12331" y="27"/>
                  <a:pt x="12309" y="27"/>
                </a:cubicBezTo>
                <a:lnTo>
                  <a:pt x="58" y="27"/>
                </a:lnTo>
                <a:cubicBezTo>
                  <a:pt x="54" y="27"/>
                  <a:pt x="51" y="30"/>
                  <a:pt x="48" y="34"/>
                </a:cubicBezTo>
                <a:lnTo>
                  <a:pt x="0" y="18"/>
                </a:lnTo>
                <a:cubicBezTo>
                  <a:pt x="17" y="6"/>
                  <a:pt x="36" y="0"/>
                  <a:pt x="58" y="0"/>
                </a:cubicBezTo>
                <a:lnTo>
                  <a:pt x="12310" y="0"/>
                </a:lnTo>
                <a:cubicBezTo>
                  <a:pt x="12339" y="0"/>
                  <a:pt x="12364" y="10"/>
                  <a:pt x="12384" y="32"/>
                </a:cubicBezTo>
                <a:cubicBezTo>
                  <a:pt x="12385" y="32"/>
                  <a:pt x="12385" y="33"/>
                  <a:pt x="12386" y="33"/>
                </a:cubicBezTo>
                <a:lnTo>
                  <a:pt x="12367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4855680" y="302004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309" y="25"/>
                </a:lnTo>
                <a:cubicBezTo>
                  <a:pt x="12331" y="25"/>
                  <a:pt x="12350" y="18"/>
                  <a:pt x="12365" y="2"/>
                </a:cubicBezTo>
                <a:cubicBezTo>
                  <a:pt x="12366" y="2"/>
                  <a:pt x="12366" y="0"/>
                  <a:pt x="12367" y="0"/>
                </a:cubicBezTo>
                <a:lnTo>
                  <a:pt x="12386" y="19"/>
                </a:lnTo>
                <a:cubicBezTo>
                  <a:pt x="12385" y="20"/>
                  <a:pt x="12385" y="20"/>
                  <a:pt x="12384" y="21"/>
                </a:cubicBezTo>
                <a:cubicBezTo>
                  <a:pt x="12364" y="41"/>
                  <a:pt x="12339" y="52"/>
                  <a:pt x="12309" y="52"/>
                </a:cubicBezTo>
                <a:lnTo>
                  <a:pt x="58" y="52"/>
                </a:lnTo>
                <a:cubicBezTo>
                  <a:pt x="37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9306720" y="2639880"/>
            <a:ext cx="18360" cy="387720"/>
          </a:xfrm>
          <a:custGeom>
            <a:avLst/>
            <a:gdLst/>
            <a:ahLst/>
            <a:rect l="0" t="0" r="r" b="b"/>
            <a:pathLst>
              <a:path w="51" h="1077">
                <a:moveTo>
                  <a:pt x="0" y="1058"/>
                </a:moveTo>
                <a:cubicBezTo>
                  <a:pt x="16" y="1043"/>
                  <a:pt x="24" y="1024"/>
                  <a:pt x="24" y="1002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002"/>
                </a:lnTo>
                <a:cubicBezTo>
                  <a:pt x="51" y="1031"/>
                  <a:pt x="40" y="1056"/>
                  <a:pt x="19" y="1077"/>
                </a:cubicBezTo>
                <a:lnTo>
                  <a:pt x="0" y="105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4838400" y="2628720"/>
            <a:ext cx="4486680" cy="410040"/>
          </a:xfrm>
          <a:custGeom>
            <a:avLst/>
            <a:gdLst/>
            <a:ahLst/>
            <a:rect l="0" t="0" r="r" b="b"/>
            <a:pathLst>
              <a:path w="12463" h="1139">
                <a:moveTo>
                  <a:pt x="0" y="0"/>
                </a:moveTo>
                <a:lnTo>
                  <a:pt x="12463" y="0"/>
                </a:lnTo>
                <a:lnTo>
                  <a:pt x="124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4838400" y="309528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1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8"/>
                  <a:pt x="12453" y="1723"/>
                  <a:pt x="12432" y="1743"/>
                </a:cubicBezTo>
                <a:cubicBezTo>
                  <a:pt x="12412" y="1764"/>
                  <a:pt x="12387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4"/>
                  <a:pt x="31" y="1743"/>
                </a:cubicBezTo>
                <a:cubicBezTo>
                  <a:pt x="11" y="1723"/>
                  <a:pt x="0" y="1698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4855680" y="3095280"/>
            <a:ext cx="4458960" cy="19080"/>
          </a:xfrm>
          <a:custGeom>
            <a:avLst/>
            <a:gdLst/>
            <a:ahLst/>
            <a:rect l="0" t="0" r="r" b="b"/>
            <a:pathLst>
              <a:path w="12386" h="53">
                <a:moveTo>
                  <a:pt x="12367" y="53"/>
                </a:moveTo>
                <a:cubicBezTo>
                  <a:pt x="12366" y="52"/>
                  <a:pt x="12366" y="52"/>
                  <a:pt x="12365" y="51"/>
                </a:cubicBezTo>
                <a:cubicBezTo>
                  <a:pt x="12350" y="35"/>
                  <a:pt x="12331" y="27"/>
                  <a:pt x="12309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12310" y="0"/>
                </a:lnTo>
                <a:cubicBezTo>
                  <a:pt x="12339" y="0"/>
                  <a:pt x="12364" y="11"/>
                  <a:pt x="12384" y="31"/>
                </a:cubicBezTo>
                <a:cubicBezTo>
                  <a:pt x="12385" y="32"/>
                  <a:pt x="12385" y="32"/>
                  <a:pt x="12386" y="33"/>
                </a:cubicBezTo>
                <a:lnTo>
                  <a:pt x="12367" y="5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4855680" y="371520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48" y="19"/>
                </a:moveTo>
                <a:cubicBezTo>
                  <a:pt x="51" y="24"/>
                  <a:pt x="54" y="26"/>
                  <a:pt x="58" y="26"/>
                </a:cubicBezTo>
                <a:lnTo>
                  <a:pt x="12309" y="26"/>
                </a:lnTo>
                <a:cubicBezTo>
                  <a:pt x="12331" y="26"/>
                  <a:pt x="12350" y="18"/>
                  <a:pt x="12365" y="1"/>
                </a:cubicBezTo>
                <a:cubicBezTo>
                  <a:pt x="12366" y="1"/>
                  <a:pt x="12366" y="1"/>
                  <a:pt x="12367" y="0"/>
                </a:cubicBezTo>
                <a:lnTo>
                  <a:pt x="12386" y="20"/>
                </a:lnTo>
                <a:cubicBezTo>
                  <a:pt x="12385" y="20"/>
                  <a:pt x="12385" y="21"/>
                  <a:pt x="12384" y="21"/>
                </a:cubicBezTo>
                <a:cubicBezTo>
                  <a:pt x="12364" y="42"/>
                  <a:pt x="12339" y="52"/>
                  <a:pt x="12309" y="52"/>
                </a:cubicBezTo>
                <a:lnTo>
                  <a:pt x="58" y="52"/>
                </a:lnTo>
                <a:cubicBezTo>
                  <a:pt x="37" y="52"/>
                  <a:pt x="17" y="47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9306720" y="310644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8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7"/>
                  <a:pt x="40" y="1692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4838400" y="309528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4838400" y="379080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0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7"/>
                  <a:pt x="12453" y="1722"/>
                  <a:pt x="12432" y="1743"/>
                </a:cubicBezTo>
                <a:cubicBezTo>
                  <a:pt x="12412" y="1763"/>
                  <a:pt x="12387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3"/>
                  <a:pt x="31" y="1743"/>
                </a:cubicBezTo>
                <a:cubicBezTo>
                  <a:pt x="11" y="1722"/>
                  <a:pt x="0" y="1697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4838400" y="3790800"/>
            <a:ext cx="4486680" cy="24120"/>
          </a:xfrm>
          <a:custGeom>
            <a:avLst/>
            <a:gdLst/>
            <a:ahLst/>
            <a:rect l="0" t="0" r="r" b="b"/>
            <a:pathLst>
              <a:path w="12463" h="67">
                <a:moveTo>
                  <a:pt x="12400" y="67"/>
                </a:moveTo>
                <a:lnTo>
                  <a:pt x="0" y="67"/>
                </a:lnTo>
                <a:lnTo>
                  <a:pt x="0" y="0"/>
                </a:lnTo>
                <a:lnTo>
                  <a:pt x="12463" y="0"/>
                </a:lnTo>
                <a:lnTo>
                  <a:pt x="12463" y="3"/>
                </a:lnTo>
                <a:lnTo>
                  <a:pt x="12400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4855680" y="441072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309" y="25"/>
                </a:lnTo>
                <a:cubicBezTo>
                  <a:pt x="12331" y="25"/>
                  <a:pt x="12350" y="17"/>
                  <a:pt x="12365" y="1"/>
                </a:cubicBezTo>
                <a:cubicBezTo>
                  <a:pt x="12366" y="0"/>
                  <a:pt x="12366" y="0"/>
                  <a:pt x="12367" y="0"/>
                </a:cubicBezTo>
                <a:lnTo>
                  <a:pt x="12386" y="19"/>
                </a:lnTo>
                <a:cubicBezTo>
                  <a:pt x="12385" y="20"/>
                  <a:pt x="12385" y="20"/>
                  <a:pt x="12384" y="21"/>
                </a:cubicBezTo>
                <a:cubicBezTo>
                  <a:pt x="12364" y="41"/>
                  <a:pt x="12339" y="52"/>
                  <a:pt x="12309" y="52"/>
                </a:cubicBezTo>
                <a:lnTo>
                  <a:pt x="58" y="52"/>
                </a:lnTo>
                <a:cubicBezTo>
                  <a:pt x="37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9306720" y="380196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7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6"/>
                  <a:pt x="40" y="1691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4838400" y="379080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4838400" y="448596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1"/>
                  <a:pt x="12432" y="31"/>
                </a:cubicBezTo>
                <a:cubicBezTo>
                  <a:pt x="12453" y="52"/>
                  <a:pt x="12463" y="77"/>
                  <a:pt x="12463" y="106"/>
                </a:cubicBezTo>
                <a:lnTo>
                  <a:pt x="12463" y="1668"/>
                </a:lnTo>
                <a:cubicBezTo>
                  <a:pt x="12463" y="1697"/>
                  <a:pt x="12453" y="1722"/>
                  <a:pt x="12432" y="1743"/>
                </a:cubicBezTo>
                <a:cubicBezTo>
                  <a:pt x="12412" y="1764"/>
                  <a:pt x="12387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4"/>
                  <a:pt x="31" y="1743"/>
                </a:cubicBezTo>
                <a:cubicBezTo>
                  <a:pt x="11" y="1722"/>
                  <a:pt x="0" y="1697"/>
                  <a:pt x="0" y="1668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4855680" y="448596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12367" y="52"/>
                </a:moveTo>
                <a:cubicBezTo>
                  <a:pt x="12366" y="52"/>
                  <a:pt x="12366" y="52"/>
                  <a:pt x="12365" y="51"/>
                </a:cubicBezTo>
                <a:cubicBezTo>
                  <a:pt x="12350" y="36"/>
                  <a:pt x="12331" y="28"/>
                  <a:pt x="12309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8"/>
                </a:lnTo>
                <a:cubicBezTo>
                  <a:pt x="17" y="6"/>
                  <a:pt x="36" y="0"/>
                  <a:pt x="58" y="0"/>
                </a:cubicBezTo>
                <a:lnTo>
                  <a:pt x="12310" y="0"/>
                </a:lnTo>
                <a:cubicBezTo>
                  <a:pt x="12339" y="0"/>
                  <a:pt x="12364" y="12"/>
                  <a:pt x="12384" y="32"/>
                </a:cubicBezTo>
                <a:cubicBezTo>
                  <a:pt x="12385" y="33"/>
                  <a:pt x="12385" y="33"/>
                  <a:pt x="12386" y="34"/>
                </a:cubicBezTo>
                <a:lnTo>
                  <a:pt x="12367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4855680" y="510588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48" y="18"/>
                </a:moveTo>
                <a:cubicBezTo>
                  <a:pt x="51" y="24"/>
                  <a:pt x="54" y="26"/>
                  <a:pt x="58" y="26"/>
                </a:cubicBezTo>
                <a:lnTo>
                  <a:pt x="12309" y="26"/>
                </a:lnTo>
                <a:cubicBezTo>
                  <a:pt x="12331" y="26"/>
                  <a:pt x="12350" y="17"/>
                  <a:pt x="12365" y="1"/>
                </a:cubicBezTo>
                <a:cubicBezTo>
                  <a:pt x="12366" y="1"/>
                  <a:pt x="12366" y="0"/>
                  <a:pt x="12367" y="0"/>
                </a:cubicBezTo>
                <a:lnTo>
                  <a:pt x="12386" y="19"/>
                </a:lnTo>
                <a:cubicBezTo>
                  <a:pt x="12385" y="19"/>
                  <a:pt x="12385" y="20"/>
                  <a:pt x="12384" y="20"/>
                </a:cubicBezTo>
                <a:cubicBezTo>
                  <a:pt x="12364" y="42"/>
                  <a:pt x="12339" y="52"/>
                  <a:pt x="12309" y="52"/>
                </a:cubicBezTo>
                <a:lnTo>
                  <a:pt x="58" y="52"/>
                </a:lnTo>
                <a:cubicBezTo>
                  <a:pt x="37" y="52"/>
                  <a:pt x="17" y="46"/>
                  <a:pt x="0" y="35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9306720" y="449712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8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637"/>
                </a:lnTo>
                <a:cubicBezTo>
                  <a:pt x="51" y="1666"/>
                  <a:pt x="40" y="1691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4838400" y="448596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4838400" y="518148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358" y="0"/>
                </a:lnTo>
                <a:cubicBezTo>
                  <a:pt x="12387" y="0"/>
                  <a:pt x="12412" y="10"/>
                  <a:pt x="12432" y="31"/>
                </a:cubicBezTo>
                <a:cubicBezTo>
                  <a:pt x="12453" y="51"/>
                  <a:pt x="12463" y="76"/>
                  <a:pt x="12463" y="106"/>
                </a:cubicBezTo>
                <a:lnTo>
                  <a:pt x="12463" y="1668"/>
                </a:lnTo>
                <a:cubicBezTo>
                  <a:pt x="12463" y="1697"/>
                  <a:pt x="12453" y="1722"/>
                  <a:pt x="12432" y="1743"/>
                </a:cubicBezTo>
                <a:cubicBezTo>
                  <a:pt x="12412" y="1763"/>
                  <a:pt x="12387" y="1774"/>
                  <a:pt x="12357" y="1774"/>
                </a:cubicBezTo>
                <a:lnTo>
                  <a:pt x="106" y="1774"/>
                </a:lnTo>
                <a:cubicBezTo>
                  <a:pt x="77" y="1774"/>
                  <a:pt x="52" y="1763"/>
                  <a:pt x="31" y="1743"/>
                </a:cubicBezTo>
                <a:cubicBezTo>
                  <a:pt x="11" y="1722"/>
                  <a:pt x="0" y="1697"/>
                  <a:pt x="0" y="1668"/>
                </a:cubicBezTo>
                <a:lnTo>
                  <a:pt x="0" y="106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4855680" y="5181480"/>
            <a:ext cx="4458960" cy="18720"/>
          </a:xfrm>
          <a:custGeom>
            <a:avLst/>
            <a:gdLst/>
            <a:ahLst/>
            <a:rect l="0" t="0" r="r" b="b"/>
            <a:pathLst>
              <a:path w="12386" h="52">
                <a:moveTo>
                  <a:pt x="12367" y="52"/>
                </a:moveTo>
                <a:cubicBezTo>
                  <a:pt x="12366" y="51"/>
                  <a:pt x="12366" y="51"/>
                  <a:pt x="12365" y="51"/>
                </a:cubicBezTo>
                <a:cubicBezTo>
                  <a:pt x="12350" y="35"/>
                  <a:pt x="12331" y="27"/>
                  <a:pt x="12309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4"/>
                </a:cubicBezTo>
                <a:lnTo>
                  <a:pt x="0" y="18"/>
                </a:lnTo>
                <a:cubicBezTo>
                  <a:pt x="17" y="6"/>
                  <a:pt x="36" y="0"/>
                  <a:pt x="58" y="0"/>
                </a:cubicBezTo>
                <a:lnTo>
                  <a:pt x="12310" y="0"/>
                </a:lnTo>
                <a:cubicBezTo>
                  <a:pt x="12339" y="0"/>
                  <a:pt x="12364" y="10"/>
                  <a:pt x="12384" y="32"/>
                </a:cubicBezTo>
                <a:cubicBezTo>
                  <a:pt x="12385" y="32"/>
                  <a:pt x="12385" y="33"/>
                  <a:pt x="12386" y="33"/>
                </a:cubicBezTo>
                <a:lnTo>
                  <a:pt x="12367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4855680" y="5801040"/>
            <a:ext cx="4458960" cy="19080"/>
          </a:xfrm>
          <a:custGeom>
            <a:avLst/>
            <a:gdLst/>
            <a:ahLst/>
            <a:rect l="0" t="0" r="r" b="b"/>
            <a:pathLst>
              <a:path w="12386" h="53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309" y="25"/>
                </a:lnTo>
                <a:cubicBezTo>
                  <a:pt x="12331" y="25"/>
                  <a:pt x="12350" y="17"/>
                  <a:pt x="12365" y="2"/>
                </a:cubicBezTo>
                <a:cubicBezTo>
                  <a:pt x="12366" y="1"/>
                  <a:pt x="12366" y="1"/>
                  <a:pt x="12367" y="0"/>
                </a:cubicBezTo>
                <a:lnTo>
                  <a:pt x="12386" y="19"/>
                </a:lnTo>
                <a:cubicBezTo>
                  <a:pt x="12385" y="20"/>
                  <a:pt x="12385" y="20"/>
                  <a:pt x="12384" y="21"/>
                </a:cubicBezTo>
                <a:cubicBezTo>
                  <a:pt x="12364" y="42"/>
                  <a:pt x="12339" y="53"/>
                  <a:pt x="12309" y="53"/>
                </a:cubicBezTo>
                <a:lnTo>
                  <a:pt x="58" y="53"/>
                </a:lnTo>
                <a:cubicBezTo>
                  <a:pt x="37" y="53"/>
                  <a:pt x="17" y="47"/>
                  <a:pt x="0" y="36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9306720" y="5192640"/>
            <a:ext cx="18360" cy="616320"/>
          </a:xfrm>
          <a:custGeom>
            <a:avLst/>
            <a:gdLst/>
            <a:ahLst/>
            <a:rect l="0" t="0" r="r" b="b"/>
            <a:pathLst>
              <a:path w="51" h="1712">
                <a:moveTo>
                  <a:pt x="0" y="1693"/>
                </a:moveTo>
                <a:cubicBezTo>
                  <a:pt x="16" y="1677"/>
                  <a:pt x="24" y="1659"/>
                  <a:pt x="24" y="1637"/>
                </a:cubicBezTo>
                <a:lnTo>
                  <a:pt x="24" y="75"/>
                </a:lnTo>
                <a:cubicBezTo>
                  <a:pt x="24" y="53"/>
                  <a:pt x="16" y="34"/>
                  <a:pt x="0" y="19"/>
                </a:cubicBezTo>
                <a:lnTo>
                  <a:pt x="19" y="0"/>
                </a:lnTo>
                <a:cubicBezTo>
                  <a:pt x="40" y="20"/>
                  <a:pt x="51" y="45"/>
                  <a:pt x="51" y="75"/>
                </a:cubicBezTo>
                <a:lnTo>
                  <a:pt x="51" y="1637"/>
                </a:lnTo>
                <a:cubicBezTo>
                  <a:pt x="51" y="1666"/>
                  <a:pt x="40" y="1691"/>
                  <a:pt x="19" y="1712"/>
                </a:cubicBezTo>
                <a:lnTo>
                  <a:pt x="0" y="1693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4838400" y="5181480"/>
            <a:ext cx="4486680" cy="638640"/>
          </a:xfrm>
          <a:custGeom>
            <a:avLst/>
            <a:gdLst/>
            <a:ahLst/>
            <a:rect l="0" t="0" r="r" b="b"/>
            <a:pathLst>
              <a:path w="12463" h="1774">
                <a:moveTo>
                  <a:pt x="0" y="0"/>
                </a:moveTo>
                <a:lnTo>
                  <a:pt x="12463" y="0"/>
                </a:lnTo>
                <a:lnTo>
                  <a:pt x="1246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4991040" y="18572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10"/>
                  <a:pt x="368" y="222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5" y="308"/>
                  <a:pt x="317" y="317"/>
                </a:cubicBezTo>
                <a:cubicBezTo>
                  <a:pt x="308" y="326"/>
                  <a:pt x="299" y="333"/>
                  <a:pt x="289" y="340"/>
                </a:cubicBezTo>
                <a:cubicBezTo>
                  <a:pt x="279" y="347"/>
                  <a:pt x="268" y="352"/>
                  <a:pt x="257" y="357"/>
                </a:cubicBezTo>
                <a:cubicBezTo>
                  <a:pt x="246" y="362"/>
                  <a:pt x="234" y="365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5"/>
                  <a:pt x="126" y="362"/>
                  <a:pt x="115" y="357"/>
                </a:cubicBezTo>
                <a:cubicBezTo>
                  <a:pt x="104" y="352"/>
                  <a:pt x="93" y="347"/>
                  <a:pt x="83" y="340"/>
                </a:cubicBezTo>
                <a:cubicBezTo>
                  <a:pt x="73" y="333"/>
                  <a:pt x="64" y="326"/>
                  <a:pt x="55" y="317"/>
                </a:cubicBezTo>
                <a:cubicBezTo>
                  <a:pt x="46" y="308"/>
                  <a:pt x="39" y="299"/>
                  <a:pt x="32" y="289"/>
                </a:cubicBezTo>
                <a:cubicBezTo>
                  <a:pt x="25" y="279"/>
                  <a:pt x="19" y="268"/>
                  <a:pt x="15" y="257"/>
                </a:cubicBezTo>
                <a:cubicBezTo>
                  <a:pt x="9" y="246"/>
                  <a:pt x="6" y="234"/>
                  <a:pt x="3" y="222"/>
                </a:cubicBezTo>
                <a:cubicBezTo>
                  <a:pt x="1" y="210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9" y="72"/>
                  <a:pt x="46" y="63"/>
                  <a:pt x="55" y="54"/>
                </a:cubicBezTo>
                <a:cubicBezTo>
                  <a:pt x="64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330840" y="5482080"/>
            <a:ext cx="560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profiles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 txBox="1"/>
          <p:nvPr/>
        </p:nvSpPr>
        <p:spPr>
          <a:xfrm>
            <a:off x="5025960" y="185688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4991040" y="232380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7"/>
                </a:moveTo>
                <a:cubicBezTo>
                  <a:pt x="371" y="199"/>
                  <a:pt x="370" y="211"/>
                  <a:pt x="368" y="223"/>
                </a:cubicBezTo>
                <a:cubicBezTo>
                  <a:pt x="365" y="235"/>
                  <a:pt x="362" y="246"/>
                  <a:pt x="357" y="257"/>
                </a:cubicBezTo>
                <a:cubicBezTo>
                  <a:pt x="352" y="269"/>
                  <a:pt x="347" y="279"/>
                  <a:pt x="340" y="289"/>
                </a:cubicBezTo>
                <a:cubicBezTo>
                  <a:pt x="333" y="300"/>
                  <a:pt x="325" y="309"/>
                  <a:pt x="317" y="317"/>
                </a:cubicBezTo>
                <a:cubicBezTo>
                  <a:pt x="308" y="326"/>
                  <a:pt x="299" y="334"/>
                  <a:pt x="289" y="340"/>
                </a:cubicBezTo>
                <a:cubicBezTo>
                  <a:pt x="279" y="347"/>
                  <a:pt x="268" y="353"/>
                  <a:pt x="257" y="358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1"/>
                  <a:pt x="198" y="372"/>
                  <a:pt x="186" y="372"/>
                </a:cubicBezTo>
                <a:cubicBezTo>
                  <a:pt x="174" y="372"/>
                  <a:pt x="162" y="371"/>
                  <a:pt x="150" y="368"/>
                </a:cubicBezTo>
                <a:cubicBezTo>
                  <a:pt x="138" y="366"/>
                  <a:pt x="126" y="362"/>
                  <a:pt x="115" y="358"/>
                </a:cubicBezTo>
                <a:cubicBezTo>
                  <a:pt x="104" y="353"/>
                  <a:pt x="93" y="347"/>
                  <a:pt x="83" y="340"/>
                </a:cubicBezTo>
                <a:cubicBezTo>
                  <a:pt x="73" y="334"/>
                  <a:pt x="64" y="326"/>
                  <a:pt x="55" y="317"/>
                </a:cubicBezTo>
                <a:cubicBezTo>
                  <a:pt x="46" y="309"/>
                  <a:pt x="39" y="300"/>
                  <a:pt x="32" y="289"/>
                </a:cubicBezTo>
                <a:cubicBezTo>
                  <a:pt x="25" y="279"/>
                  <a:pt x="19" y="269"/>
                  <a:pt x="15" y="257"/>
                </a:cubicBezTo>
                <a:cubicBezTo>
                  <a:pt x="9" y="246"/>
                  <a:pt x="6" y="235"/>
                  <a:pt x="3" y="223"/>
                </a:cubicBezTo>
                <a:cubicBezTo>
                  <a:pt x="1" y="211"/>
                  <a:pt x="0" y="199"/>
                  <a:pt x="0" y="187"/>
                </a:cubicBez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5" y="116"/>
                </a:cubicBezTo>
                <a:cubicBezTo>
                  <a:pt x="19" y="104"/>
                  <a:pt x="25" y="94"/>
                  <a:pt x="32" y="84"/>
                </a:cubicBezTo>
                <a:cubicBezTo>
                  <a:pt x="39" y="74"/>
                  <a:pt x="46" y="64"/>
                  <a:pt x="55" y="56"/>
                </a:cubicBezTo>
                <a:cubicBezTo>
                  <a:pt x="64" y="47"/>
                  <a:pt x="73" y="39"/>
                  <a:pt x="83" y="33"/>
                </a:cubicBezTo>
                <a:cubicBezTo>
                  <a:pt x="93" y="26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cubicBezTo>
                  <a:pt x="198" y="0"/>
                  <a:pt x="210" y="2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6"/>
                  <a:pt x="289" y="32"/>
                </a:cubicBezTo>
                <a:cubicBezTo>
                  <a:pt x="299" y="39"/>
                  <a:pt x="308" y="47"/>
                  <a:pt x="317" y="56"/>
                </a:cubicBezTo>
                <a:cubicBezTo>
                  <a:pt x="325" y="64"/>
                  <a:pt x="333" y="74"/>
                  <a:pt x="340" y="84"/>
                </a:cubicBezTo>
                <a:cubicBezTo>
                  <a:pt x="347" y="94"/>
                  <a:pt x="352" y="104"/>
                  <a:pt x="357" y="116"/>
                </a:cubicBezTo>
                <a:cubicBezTo>
                  <a:pt x="362" y="127"/>
                  <a:pt x="365" y="138"/>
                  <a:pt x="368" y="150"/>
                </a:cubicBezTo>
                <a:cubicBezTo>
                  <a:pt x="370" y="162"/>
                  <a:pt x="371" y="174"/>
                  <a:pt x="371" y="187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5156280" y="1786320"/>
            <a:ext cx="4287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Provider Abstraction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single adapter for 3 providers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 txBox="1"/>
          <p:nvPr/>
        </p:nvSpPr>
        <p:spPr>
          <a:xfrm>
            <a:off x="5025960" y="232344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4991040" y="279072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10"/>
                  <a:pt x="368" y="222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5" y="308"/>
                  <a:pt x="317" y="317"/>
                </a:cubicBezTo>
                <a:cubicBezTo>
                  <a:pt x="308" y="326"/>
                  <a:pt x="299" y="333"/>
                  <a:pt x="289" y="340"/>
                </a:cubicBezTo>
                <a:cubicBezTo>
                  <a:pt x="279" y="347"/>
                  <a:pt x="268" y="352"/>
                  <a:pt x="257" y="357"/>
                </a:cubicBezTo>
                <a:cubicBezTo>
                  <a:pt x="246" y="362"/>
                  <a:pt x="234" y="365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5"/>
                  <a:pt x="126" y="362"/>
                  <a:pt x="115" y="357"/>
                </a:cubicBezTo>
                <a:cubicBezTo>
                  <a:pt x="104" y="352"/>
                  <a:pt x="93" y="347"/>
                  <a:pt x="83" y="340"/>
                </a:cubicBezTo>
                <a:cubicBezTo>
                  <a:pt x="73" y="333"/>
                  <a:pt x="64" y="326"/>
                  <a:pt x="55" y="317"/>
                </a:cubicBezTo>
                <a:cubicBezTo>
                  <a:pt x="46" y="308"/>
                  <a:pt x="39" y="299"/>
                  <a:pt x="32" y="289"/>
                </a:cubicBezTo>
                <a:cubicBezTo>
                  <a:pt x="25" y="279"/>
                  <a:pt x="19" y="268"/>
                  <a:pt x="15" y="257"/>
                </a:cubicBezTo>
                <a:cubicBezTo>
                  <a:pt x="9" y="246"/>
                  <a:pt x="6" y="234"/>
                  <a:pt x="3" y="222"/>
                </a:cubicBezTo>
                <a:cubicBezTo>
                  <a:pt x="1" y="210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9" y="72"/>
                  <a:pt x="46" y="63"/>
                  <a:pt x="55" y="54"/>
                </a:cubicBezTo>
                <a:cubicBezTo>
                  <a:pt x="64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8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5156280" y="2252880"/>
            <a:ext cx="4210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Safety Validation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no sudo, no system file redirects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5025960" y="279972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4991040" y="325728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199"/>
                  <a:pt x="370" y="211"/>
                  <a:pt x="368" y="223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9"/>
                  <a:pt x="347" y="279"/>
                  <a:pt x="340" y="289"/>
                </a:cubicBezTo>
                <a:cubicBezTo>
                  <a:pt x="333" y="299"/>
                  <a:pt x="325" y="309"/>
                  <a:pt x="317" y="317"/>
                </a:cubicBezTo>
                <a:cubicBezTo>
                  <a:pt x="308" y="326"/>
                  <a:pt x="299" y="334"/>
                  <a:pt x="289" y="340"/>
                </a:cubicBezTo>
                <a:cubicBezTo>
                  <a:pt x="279" y="347"/>
                  <a:pt x="268" y="353"/>
                  <a:pt x="257" y="358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0"/>
                  <a:pt x="198" y="372"/>
                  <a:pt x="186" y="372"/>
                </a:cubicBezTo>
                <a:cubicBezTo>
                  <a:pt x="174" y="372"/>
                  <a:pt x="162" y="370"/>
                  <a:pt x="150" y="368"/>
                </a:cubicBezTo>
                <a:cubicBezTo>
                  <a:pt x="138" y="366"/>
                  <a:pt x="126" y="362"/>
                  <a:pt x="115" y="358"/>
                </a:cubicBezTo>
                <a:cubicBezTo>
                  <a:pt x="104" y="353"/>
                  <a:pt x="93" y="347"/>
                  <a:pt x="83" y="340"/>
                </a:cubicBezTo>
                <a:cubicBezTo>
                  <a:pt x="73" y="334"/>
                  <a:pt x="64" y="326"/>
                  <a:pt x="55" y="317"/>
                </a:cubicBezTo>
                <a:cubicBezTo>
                  <a:pt x="46" y="309"/>
                  <a:pt x="39" y="299"/>
                  <a:pt x="32" y="289"/>
                </a:cubicBezTo>
                <a:cubicBezTo>
                  <a:pt x="25" y="279"/>
                  <a:pt x="19" y="269"/>
                  <a:pt x="15" y="257"/>
                </a:cubicBezTo>
                <a:cubicBezTo>
                  <a:pt x="9" y="246"/>
                  <a:pt x="6" y="235"/>
                  <a:pt x="3" y="223"/>
                </a:cubicBezTo>
                <a:cubicBezTo>
                  <a:pt x="1" y="211"/>
                  <a:pt x="0" y="199"/>
                  <a:pt x="0" y="186"/>
                </a:cubicBez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5" y="115"/>
                </a:cubicBezTo>
                <a:cubicBezTo>
                  <a:pt x="19" y="104"/>
                  <a:pt x="25" y="94"/>
                  <a:pt x="32" y="83"/>
                </a:cubicBezTo>
                <a:cubicBezTo>
                  <a:pt x="39" y="73"/>
                  <a:pt x="46" y="64"/>
                  <a:pt x="55" y="55"/>
                </a:cubicBezTo>
                <a:cubicBezTo>
                  <a:pt x="64" y="47"/>
                  <a:pt x="73" y="39"/>
                  <a:pt x="83" y="32"/>
                </a:cubicBezTo>
                <a:cubicBezTo>
                  <a:pt x="93" y="26"/>
                  <a:pt x="104" y="20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20"/>
                  <a:pt x="279" y="26"/>
                  <a:pt x="289" y="32"/>
                </a:cubicBezTo>
                <a:cubicBezTo>
                  <a:pt x="299" y="39"/>
                  <a:pt x="308" y="47"/>
                  <a:pt x="317" y="55"/>
                </a:cubicBezTo>
                <a:cubicBezTo>
                  <a:pt x="325" y="64"/>
                  <a:pt x="333" y="73"/>
                  <a:pt x="340" y="84"/>
                </a:cubicBezTo>
                <a:cubicBezTo>
                  <a:pt x="347" y="94"/>
                  <a:pt x="352" y="104"/>
                  <a:pt x="357" y="115"/>
                </a:cubicBezTo>
                <a:cubicBezTo>
                  <a:pt x="362" y="127"/>
                  <a:pt x="365" y="138"/>
                  <a:pt x="368" y="150"/>
                </a:cubicBezTo>
                <a:cubicBezTo>
                  <a:pt x="370" y="162"/>
                  <a:pt x="371" y="174"/>
                  <a:pt x="371" y="186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 txBox="1"/>
          <p:nvPr/>
        </p:nvSpPr>
        <p:spPr>
          <a:xfrm>
            <a:off x="5156280" y="2729160"/>
            <a:ext cx="3935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Audit System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dual-stream + argumentation log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5025960" y="326664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5156280" y="3196080"/>
            <a:ext cx="3987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Self-Improving Wizard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spec wizard learns from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4991040" y="395280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8" y="221"/>
                </a:cubicBezTo>
                <a:cubicBezTo>
                  <a:pt x="365" y="233"/>
                  <a:pt x="362" y="245"/>
                  <a:pt x="357" y="256"/>
                </a:cubicBezTo>
                <a:cubicBezTo>
                  <a:pt x="352" y="267"/>
                  <a:pt x="347" y="278"/>
                  <a:pt x="340" y="288"/>
                </a:cubicBezTo>
                <a:cubicBezTo>
                  <a:pt x="333" y="298"/>
                  <a:pt x="325" y="308"/>
                  <a:pt x="317" y="317"/>
                </a:cubicBezTo>
                <a:cubicBezTo>
                  <a:pt x="308" y="325"/>
                  <a:pt x="299" y="333"/>
                  <a:pt x="289" y="340"/>
                </a:cubicBezTo>
                <a:cubicBezTo>
                  <a:pt x="279" y="347"/>
                  <a:pt x="268" y="352"/>
                  <a:pt x="257" y="357"/>
                </a:cubicBezTo>
                <a:cubicBezTo>
                  <a:pt x="246" y="362"/>
                  <a:pt x="234" y="365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5"/>
                  <a:pt x="126" y="362"/>
                  <a:pt x="115" y="357"/>
                </a:cubicBezTo>
                <a:cubicBezTo>
                  <a:pt x="104" y="352"/>
                  <a:pt x="93" y="347"/>
                  <a:pt x="83" y="340"/>
                </a:cubicBezTo>
                <a:cubicBezTo>
                  <a:pt x="73" y="333"/>
                  <a:pt x="64" y="325"/>
                  <a:pt x="55" y="317"/>
                </a:cubicBezTo>
                <a:cubicBezTo>
                  <a:pt x="46" y="308"/>
                  <a:pt x="39" y="298"/>
                  <a:pt x="32" y="288"/>
                </a:cubicBezTo>
                <a:cubicBezTo>
                  <a:pt x="25" y="278"/>
                  <a:pt x="19" y="267"/>
                  <a:pt x="15" y="256"/>
                </a:cubicBezTo>
                <a:cubicBezTo>
                  <a:pt x="9" y="245"/>
                  <a:pt x="6" y="233"/>
                  <a:pt x="3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9" y="72"/>
                  <a:pt x="46" y="63"/>
                  <a:pt x="55" y="54"/>
                </a:cubicBezTo>
                <a:cubicBezTo>
                  <a:pt x="64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8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4989600" y="3424680"/>
            <a:ext cx="1236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usage over time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5025960" y="396180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5156280" y="3891240"/>
            <a:ext cx="451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Session Persistence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full save/resume across restarts,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4991040" y="464796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5"/>
                </a:moveTo>
                <a:cubicBezTo>
                  <a:pt x="371" y="198"/>
                  <a:pt x="370" y="210"/>
                  <a:pt x="368" y="221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5" y="309"/>
                  <a:pt x="317" y="317"/>
                </a:cubicBezTo>
                <a:cubicBezTo>
                  <a:pt x="308" y="326"/>
                  <a:pt x="299" y="334"/>
                  <a:pt x="289" y="340"/>
                </a:cubicBezTo>
                <a:cubicBezTo>
                  <a:pt x="279" y="347"/>
                  <a:pt x="268" y="353"/>
                  <a:pt x="257" y="357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0"/>
                  <a:pt x="198" y="372"/>
                  <a:pt x="186" y="372"/>
                </a:cubicBezTo>
                <a:cubicBezTo>
                  <a:pt x="174" y="372"/>
                  <a:pt x="162" y="370"/>
                  <a:pt x="150" y="368"/>
                </a:cubicBezTo>
                <a:cubicBezTo>
                  <a:pt x="138" y="366"/>
                  <a:pt x="126" y="362"/>
                  <a:pt x="115" y="357"/>
                </a:cubicBezTo>
                <a:cubicBezTo>
                  <a:pt x="104" y="353"/>
                  <a:pt x="93" y="347"/>
                  <a:pt x="83" y="340"/>
                </a:cubicBezTo>
                <a:cubicBezTo>
                  <a:pt x="73" y="334"/>
                  <a:pt x="64" y="326"/>
                  <a:pt x="55" y="317"/>
                </a:cubicBezTo>
                <a:cubicBezTo>
                  <a:pt x="46" y="309"/>
                  <a:pt x="39" y="299"/>
                  <a:pt x="32" y="289"/>
                </a:cubicBezTo>
                <a:cubicBezTo>
                  <a:pt x="25" y="279"/>
                  <a:pt x="19" y="268"/>
                  <a:pt x="15" y="257"/>
                </a:cubicBezTo>
                <a:cubicBezTo>
                  <a:pt x="9" y="246"/>
                  <a:pt x="6" y="234"/>
                  <a:pt x="3" y="221"/>
                </a:cubicBezTo>
                <a:cubicBezTo>
                  <a:pt x="1" y="210"/>
                  <a:pt x="0" y="198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5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9" y="72"/>
                  <a:pt x="46" y="63"/>
                  <a:pt x="55" y="54"/>
                </a:cubicBezTo>
                <a:cubicBezTo>
                  <a:pt x="64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5"/>
                  <a:pt x="289" y="31"/>
                </a:cubicBezTo>
                <a:cubicBezTo>
                  <a:pt x="299" y="38"/>
                  <a:pt x="308" y="46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3"/>
                  <a:pt x="352" y="103"/>
                  <a:pt x="357" y="114"/>
                </a:cubicBezTo>
                <a:cubicBezTo>
                  <a:pt x="362" y="126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4989600" y="4119840"/>
            <a:ext cx="1913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State machine controlled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5025960" y="465732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6771960" y="4581360"/>
            <a:ext cx="1048320" cy="219600"/>
          </a:xfrm>
          <a:custGeom>
            <a:avLst/>
            <a:gdLst/>
            <a:ahLst/>
            <a:rect l="0" t="0" r="r" b="b"/>
            <a:pathLst>
              <a:path w="2912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832" y="0"/>
                </a:lnTo>
                <a:cubicBezTo>
                  <a:pt x="2843" y="0"/>
                  <a:pt x="2853" y="2"/>
                  <a:pt x="2863" y="6"/>
                </a:cubicBezTo>
                <a:cubicBezTo>
                  <a:pt x="2873" y="10"/>
                  <a:pt x="2881" y="16"/>
                  <a:pt x="2889" y="23"/>
                </a:cubicBezTo>
                <a:cubicBezTo>
                  <a:pt x="2896" y="30"/>
                  <a:pt x="2902" y="39"/>
                  <a:pt x="2906" y="49"/>
                </a:cubicBezTo>
                <a:cubicBezTo>
                  <a:pt x="2910" y="59"/>
                  <a:pt x="2912" y="69"/>
                  <a:pt x="2912" y="79"/>
                </a:cubicBezTo>
                <a:lnTo>
                  <a:pt x="2912" y="530"/>
                </a:lnTo>
                <a:cubicBezTo>
                  <a:pt x="2912" y="541"/>
                  <a:pt x="2910" y="551"/>
                  <a:pt x="2906" y="560"/>
                </a:cubicBezTo>
                <a:cubicBezTo>
                  <a:pt x="2902" y="570"/>
                  <a:pt x="2896" y="579"/>
                  <a:pt x="2889" y="586"/>
                </a:cubicBezTo>
                <a:cubicBezTo>
                  <a:pt x="2881" y="594"/>
                  <a:pt x="2873" y="599"/>
                  <a:pt x="2863" y="603"/>
                </a:cubicBezTo>
                <a:cubicBezTo>
                  <a:pt x="2853" y="607"/>
                  <a:pt x="2843" y="609"/>
                  <a:pt x="2832" y="610"/>
                </a:cubicBezTo>
                <a:lnTo>
                  <a:pt x="80" y="610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5156280" y="4586400"/>
            <a:ext cx="1832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Artifact Oﬀloading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6809400" y="4608000"/>
            <a:ext cx="5677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artifact:./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7818840" y="4586400"/>
            <a:ext cx="1062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URIs prevent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4991040" y="534348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198"/>
                  <a:pt x="370" y="210"/>
                  <a:pt x="368" y="222"/>
                </a:cubicBezTo>
                <a:cubicBezTo>
                  <a:pt x="365" y="234"/>
                  <a:pt x="362" y="245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5" y="308"/>
                  <a:pt x="317" y="317"/>
                </a:cubicBezTo>
                <a:cubicBezTo>
                  <a:pt x="308" y="325"/>
                  <a:pt x="299" y="333"/>
                  <a:pt x="289" y="340"/>
                </a:cubicBezTo>
                <a:cubicBezTo>
                  <a:pt x="279" y="347"/>
                  <a:pt x="268" y="352"/>
                  <a:pt x="257" y="357"/>
                </a:cubicBezTo>
                <a:cubicBezTo>
                  <a:pt x="246" y="362"/>
                  <a:pt x="234" y="365"/>
                  <a:pt x="222" y="367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7"/>
                </a:cubicBezTo>
                <a:cubicBezTo>
                  <a:pt x="138" y="365"/>
                  <a:pt x="126" y="362"/>
                  <a:pt x="115" y="357"/>
                </a:cubicBezTo>
                <a:cubicBezTo>
                  <a:pt x="104" y="352"/>
                  <a:pt x="93" y="346"/>
                  <a:pt x="83" y="340"/>
                </a:cubicBezTo>
                <a:cubicBezTo>
                  <a:pt x="73" y="333"/>
                  <a:pt x="64" y="325"/>
                  <a:pt x="55" y="317"/>
                </a:cubicBezTo>
                <a:cubicBezTo>
                  <a:pt x="46" y="308"/>
                  <a:pt x="39" y="299"/>
                  <a:pt x="32" y="289"/>
                </a:cubicBezTo>
                <a:cubicBezTo>
                  <a:pt x="25" y="279"/>
                  <a:pt x="19" y="268"/>
                  <a:pt x="15" y="257"/>
                </a:cubicBezTo>
                <a:cubicBezTo>
                  <a:pt x="9" y="245"/>
                  <a:pt x="6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4"/>
                  <a:pt x="1" y="162"/>
                  <a:pt x="3" y="150"/>
                </a:cubicBezTo>
                <a:cubicBezTo>
                  <a:pt x="6" y="137"/>
                  <a:pt x="9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9" y="72"/>
                  <a:pt x="46" y="62"/>
                  <a:pt x="55" y="54"/>
                </a:cubicBezTo>
                <a:cubicBezTo>
                  <a:pt x="64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8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2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50"/>
                </a:cubicBezTo>
                <a:cubicBezTo>
                  <a:pt x="370" y="162"/>
                  <a:pt x="371" y="174"/>
                  <a:pt x="371" y="186"/>
                </a:cubicBezTo>
                <a:close/>
              </a:path>
            </a:pathLst>
          </a:custGeom>
          <a:solidFill>
            <a:srgbClr val="2ECC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4989600" y="4805640"/>
            <a:ext cx="986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context bloat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5025960" y="535248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✓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8162640" y="5276520"/>
            <a:ext cx="952920" cy="219600"/>
          </a:xfrm>
          <a:custGeom>
            <a:avLst/>
            <a:gdLst/>
            <a:ahLst/>
            <a:rect l="0" t="0" r="r" b="b"/>
            <a:pathLst>
              <a:path w="2647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568" y="0"/>
                </a:lnTo>
                <a:cubicBezTo>
                  <a:pt x="2578" y="0"/>
                  <a:pt x="2588" y="2"/>
                  <a:pt x="2598" y="6"/>
                </a:cubicBezTo>
                <a:cubicBezTo>
                  <a:pt x="2608" y="10"/>
                  <a:pt x="2616" y="16"/>
                  <a:pt x="2624" y="24"/>
                </a:cubicBezTo>
                <a:cubicBezTo>
                  <a:pt x="2631" y="31"/>
                  <a:pt x="2637" y="40"/>
                  <a:pt x="2641" y="49"/>
                </a:cubicBezTo>
                <a:cubicBezTo>
                  <a:pt x="2645" y="59"/>
                  <a:pt x="2647" y="69"/>
                  <a:pt x="2647" y="80"/>
                </a:cubicBezTo>
                <a:lnTo>
                  <a:pt x="2647" y="531"/>
                </a:lnTo>
                <a:cubicBezTo>
                  <a:pt x="2647" y="541"/>
                  <a:pt x="2645" y="551"/>
                  <a:pt x="2641" y="561"/>
                </a:cubicBezTo>
                <a:cubicBezTo>
                  <a:pt x="2637" y="571"/>
                  <a:pt x="2631" y="579"/>
                  <a:pt x="2624" y="587"/>
                </a:cubicBezTo>
                <a:cubicBezTo>
                  <a:pt x="2616" y="594"/>
                  <a:pt x="2608" y="600"/>
                  <a:pt x="2598" y="604"/>
                </a:cubicBezTo>
                <a:cubicBezTo>
                  <a:pt x="2588" y="608"/>
                  <a:pt x="2578" y="610"/>
                  <a:pt x="2568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5156280" y="5281920"/>
            <a:ext cx="3312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Modular Monolith</a:t>
            </a:r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— 8 main modules via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8197200" y="5303160"/>
            <a:ext cx="6703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~.Protocol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9118080" y="5281920"/>
            <a:ext cx="173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,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4989600" y="5500800"/>
            <a:ext cx="1246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runtime deps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180720" y="2152440"/>
            <a:ext cx="9144360" cy="2629440"/>
          </a:xfrm>
          <a:custGeom>
            <a:avLst/>
            <a:gdLst/>
            <a:ahLst/>
            <a:rect l="0" t="0" r="r" b="b"/>
            <a:pathLst>
              <a:path w="25401" h="7304">
                <a:moveTo>
                  <a:pt x="0" y="0"/>
                </a:moveTo>
                <a:lnTo>
                  <a:pt x="25401" y="0"/>
                </a:lnTo>
                <a:lnTo>
                  <a:pt x="25401" y="7304"/>
                </a:lnTo>
                <a:lnTo>
                  <a:pt x="0" y="7304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2077920" y="3169800"/>
            <a:ext cx="493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FUTURE WORK &amp; ROADMAP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3952800" y="20887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06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590400" y="3917880"/>
            <a:ext cx="910224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2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Deferred Until Real Usage Demands It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180720" y="2199960"/>
            <a:ext cx="1924560" cy="295920"/>
          </a:xfrm>
          <a:custGeom>
            <a:avLst/>
            <a:gdLst/>
            <a:ahLst/>
            <a:rect l="0" t="0" r="r" b="b"/>
            <a:pathLst>
              <a:path w="5346" h="822">
                <a:moveTo>
                  <a:pt x="0" y="0"/>
                </a:moveTo>
                <a:lnTo>
                  <a:pt x="5346" y="0"/>
                </a:lnTo>
                <a:lnTo>
                  <a:pt x="5346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2104920" y="2199960"/>
            <a:ext cx="2391120" cy="295920"/>
          </a:xfrm>
          <a:custGeom>
            <a:avLst/>
            <a:gdLst/>
            <a:ahLst/>
            <a:rect l="0" t="0" r="r" b="b"/>
            <a:pathLst>
              <a:path w="6642" h="822">
                <a:moveTo>
                  <a:pt x="0" y="0"/>
                </a:moveTo>
                <a:lnTo>
                  <a:pt x="6642" y="0"/>
                </a:lnTo>
                <a:lnTo>
                  <a:pt x="6642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4495680" y="2199960"/>
            <a:ext cx="4829400" cy="295920"/>
          </a:xfrm>
          <a:custGeom>
            <a:avLst/>
            <a:gdLst/>
            <a:ahLst/>
            <a:rect l="0" t="0" r="r" b="b"/>
            <a:pathLst>
              <a:path w="13415" h="822">
                <a:moveTo>
                  <a:pt x="0" y="0"/>
                </a:moveTo>
                <a:lnTo>
                  <a:pt x="13415" y="0"/>
                </a:lnTo>
                <a:lnTo>
                  <a:pt x="13415" y="822"/>
                </a:ln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180720" y="2771640"/>
            <a:ext cx="1924560" cy="286200"/>
          </a:xfrm>
          <a:custGeom>
            <a:avLst/>
            <a:gdLst/>
            <a:ahLst/>
            <a:rect l="0" t="0" r="r" b="b"/>
            <a:pathLst>
              <a:path w="5346" h="795">
                <a:moveTo>
                  <a:pt x="0" y="0"/>
                </a:moveTo>
                <a:lnTo>
                  <a:pt x="5346" y="0"/>
                </a:lnTo>
                <a:lnTo>
                  <a:pt x="534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2104920" y="2771640"/>
            <a:ext cx="2391120" cy="286200"/>
          </a:xfrm>
          <a:custGeom>
            <a:avLst/>
            <a:gdLst/>
            <a:ahLst/>
            <a:rect l="0" t="0" r="r" b="b"/>
            <a:pathLst>
              <a:path w="6642" h="795">
                <a:moveTo>
                  <a:pt x="0" y="0"/>
                </a:moveTo>
                <a:lnTo>
                  <a:pt x="6642" y="0"/>
                </a:lnTo>
                <a:lnTo>
                  <a:pt x="664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4495680" y="2771640"/>
            <a:ext cx="4829400" cy="286200"/>
          </a:xfrm>
          <a:custGeom>
            <a:avLst/>
            <a:gdLst/>
            <a:ahLst/>
            <a:rect l="0" t="0" r="r" b="b"/>
            <a:pathLst>
              <a:path w="13415" h="795">
                <a:moveTo>
                  <a:pt x="0" y="0"/>
                </a:moveTo>
                <a:lnTo>
                  <a:pt x="13415" y="0"/>
                </a:lnTo>
                <a:lnTo>
                  <a:pt x="1341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180720" y="3333600"/>
            <a:ext cx="1924560" cy="286200"/>
          </a:xfrm>
          <a:custGeom>
            <a:avLst/>
            <a:gdLst/>
            <a:ahLst/>
            <a:rect l="0" t="0" r="r" b="b"/>
            <a:pathLst>
              <a:path w="5346" h="795">
                <a:moveTo>
                  <a:pt x="0" y="0"/>
                </a:moveTo>
                <a:lnTo>
                  <a:pt x="5346" y="0"/>
                </a:lnTo>
                <a:lnTo>
                  <a:pt x="534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2104920" y="3333600"/>
            <a:ext cx="2391120" cy="286200"/>
          </a:xfrm>
          <a:custGeom>
            <a:avLst/>
            <a:gdLst/>
            <a:ahLst/>
            <a:rect l="0" t="0" r="r" b="b"/>
            <a:pathLst>
              <a:path w="6642" h="795">
                <a:moveTo>
                  <a:pt x="0" y="0"/>
                </a:moveTo>
                <a:lnTo>
                  <a:pt x="6642" y="0"/>
                </a:lnTo>
                <a:lnTo>
                  <a:pt x="664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4495680" y="3333600"/>
            <a:ext cx="4829400" cy="286200"/>
          </a:xfrm>
          <a:custGeom>
            <a:avLst/>
            <a:gdLst/>
            <a:ahLst/>
            <a:rect l="0" t="0" r="r" b="b"/>
            <a:pathLst>
              <a:path w="13415" h="795">
                <a:moveTo>
                  <a:pt x="0" y="0"/>
                </a:moveTo>
                <a:lnTo>
                  <a:pt x="13415" y="0"/>
                </a:lnTo>
                <a:lnTo>
                  <a:pt x="1341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180720" y="3895560"/>
            <a:ext cx="1924560" cy="286200"/>
          </a:xfrm>
          <a:custGeom>
            <a:avLst/>
            <a:gdLst/>
            <a:ahLst/>
            <a:rect l="0" t="0" r="r" b="b"/>
            <a:pathLst>
              <a:path w="5346" h="795">
                <a:moveTo>
                  <a:pt x="0" y="0"/>
                </a:moveTo>
                <a:lnTo>
                  <a:pt x="5346" y="0"/>
                </a:lnTo>
                <a:lnTo>
                  <a:pt x="534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2104920" y="3895560"/>
            <a:ext cx="2391120" cy="286200"/>
          </a:xfrm>
          <a:custGeom>
            <a:avLst/>
            <a:gdLst/>
            <a:ahLst/>
            <a:rect l="0" t="0" r="r" b="b"/>
            <a:pathLst>
              <a:path w="6642" h="795">
                <a:moveTo>
                  <a:pt x="0" y="0"/>
                </a:moveTo>
                <a:lnTo>
                  <a:pt x="6642" y="0"/>
                </a:lnTo>
                <a:lnTo>
                  <a:pt x="664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4495680" y="3895560"/>
            <a:ext cx="4829400" cy="286200"/>
          </a:xfrm>
          <a:custGeom>
            <a:avLst/>
            <a:gdLst/>
            <a:ahLst/>
            <a:rect l="0" t="0" r="r" b="b"/>
            <a:pathLst>
              <a:path w="13415" h="795">
                <a:moveTo>
                  <a:pt x="0" y="0"/>
                </a:moveTo>
                <a:lnTo>
                  <a:pt x="13415" y="0"/>
                </a:lnTo>
                <a:lnTo>
                  <a:pt x="1341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180720" y="4457520"/>
            <a:ext cx="1924560" cy="286200"/>
          </a:xfrm>
          <a:custGeom>
            <a:avLst/>
            <a:gdLst/>
            <a:ahLst/>
            <a:rect l="0" t="0" r="r" b="b"/>
            <a:pathLst>
              <a:path w="5346" h="795">
                <a:moveTo>
                  <a:pt x="0" y="0"/>
                </a:moveTo>
                <a:lnTo>
                  <a:pt x="5346" y="0"/>
                </a:lnTo>
                <a:lnTo>
                  <a:pt x="534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2104920" y="4457520"/>
            <a:ext cx="2391120" cy="286200"/>
          </a:xfrm>
          <a:custGeom>
            <a:avLst/>
            <a:gdLst/>
            <a:ahLst/>
            <a:rect l="0" t="0" r="r" b="b"/>
            <a:pathLst>
              <a:path w="6642" h="795">
                <a:moveTo>
                  <a:pt x="0" y="0"/>
                </a:moveTo>
                <a:lnTo>
                  <a:pt x="6642" y="0"/>
                </a:lnTo>
                <a:lnTo>
                  <a:pt x="664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4495680" y="4457520"/>
            <a:ext cx="4829400" cy="286200"/>
          </a:xfrm>
          <a:custGeom>
            <a:avLst/>
            <a:gdLst/>
            <a:ahLst/>
            <a:rect l="0" t="0" r="r" b="b"/>
            <a:pathLst>
              <a:path w="13415" h="795">
                <a:moveTo>
                  <a:pt x="0" y="0"/>
                </a:moveTo>
                <a:lnTo>
                  <a:pt x="13415" y="0"/>
                </a:lnTo>
                <a:lnTo>
                  <a:pt x="1341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FBB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180720" y="2485800"/>
            <a:ext cx="1924560" cy="10080"/>
          </a:xfrm>
          <a:custGeom>
            <a:avLst/>
            <a:gdLst/>
            <a:ahLst/>
            <a:rect l="0" t="0" r="r" b="b"/>
            <a:pathLst>
              <a:path w="5346" h="28">
                <a:moveTo>
                  <a:pt x="0" y="0"/>
                </a:moveTo>
                <a:lnTo>
                  <a:pt x="5346" y="0"/>
                </a:lnTo>
                <a:lnTo>
                  <a:pt x="5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2104920" y="248580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4495680" y="2485800"/>
            <a:ext cx="4829400" cy="10080"/>
          </a:xfrm>
          <a:custGeom>
            <a:avLst/>
            <a:gdLst/>
            <a:ah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180720" y="2771640"/>
            <a:ext cx="1924560" cy="9720"/>
          </a:xfrm>
          <a:custGeom>
            <a:avLst/>
            <a:gdLst/>
            <a:ahLst/>
            <a:rect l="0" t="0" r="r" b="b"/>
            <a:pathLst>
              <a:path w="5346" h="27">
                <a:moveTo>
                  <a:pt x="0" y="0"/>
                </a:moveTo>
                <a:lnTo>
                  <a:pt x="5346" y="0"/>
                </a:lnTo>
                <a:lnTo>
                  <a:pt x="5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2104920" y="277164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4495680" y="2771640"/>
            <a:ext cx="4829400" cy="9720"/>
          </a:xfrm>
          <a:custGeom>
            <a:avLst/>
            <a:gdLst/>
            <a:ah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180720" y="3047760"/>
            <a:ext cx="1924560" cy="10080"/>
          </a:xfrm>
          <a:custGeom>
            <a:avLst/>
            <a:gdLst/>
            <a:ahLst/>
            <a:rect l="0" t="0" r="r" b="b"/>
            <a:pathLst>
              <a:path w="5346" h="28">
                <a:moveTo>
                  <a:pt x="0" y="0"/>
                </a:moveTo>
                <a:lnTo>
                  <a:pt x="5346" y="0"/>
                </a:lnTo>
                <a:lnTo>
                  <a:pt x="5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2104920" y="304776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4495680" y="3047760"/>
            <a:ext cx="4829400" cy="10080"/>
          </a:xfrm>
          <a:custGeom>
            <a:avLst/>
            <a:gdLst/>
            <a:ah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180720" y="3333600"/>
            <a:ext cx="1924560" cy="9720"/>
          </a:xfrm>
          <a:custGeom>
            <a:avLst/>
            <a:gdLst/>
            <a:ahLst/>
            <a:rect l="0" t="0" r="r" b="b"/>
            <a:pathLst>
              <a:path w="5346" h="27">
                <a:moveTo>
                  <a:pt x="0" y="0"/>
                </a:moveTo>
                <a:lnTo>
                  <a:pt x="5346" y="0"/>
                </a:lnTo>
                <a:lnTo>
                  <a:pt x="5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2104920" y="333360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4495680" y="3333600"/>
            <a:ext cx="4829400" cy="9720"/>
          </a:xfrm>
          <a:custGeom>
            <a:avLst/>
            <a:gdLst/>
            <a:ah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180720" y="3609720"/>
            <a:ext cx="1924560" cy="10080"/>
          </a:xfrm>
          <a:custGeom>
            <a:avLst/>
            <a:gdLst/>
            <a:ahLst/>
            <a:rect l="0" t="0" r="r" b="b"/>
            <a:pathLst>
              <a:path w="5346" h="28">
                <a:moveTo>
                  <a:pt x="0" y="0"/>
                </a:moveTo>
                <a:lnTo>
                  <a:pt x="5346" y="0"/>
                </a:lnTo>
                <a:lnTo>
                  <a:pt x="5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2104920" y="360972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4495680" y="3609720"/>
            <a:ext cx="4829400" cy="10080"/>
          </a:xfrm>
          <a:custGeom>
            <a:avLst/>
            <a:gdLst/>
            <a:ah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180720" y="3895560"/>
            <a:ext cx="1924560" cy="9720"/>
          </a:xfrm>
          <a:custGeom>
            <a:avLst/>
            <a:gdLst/>
            <a:ahLst/>
            <a:rect l="0" t="0" r="r" b="b"/>
            <a:pathLst>
              <a:path w="5346" h="27">
                <a:moveTo>
                  <a:pt x="0" y="0"/>
                </a:moveTo>
                <a:lnTo>
                  <a:pt x="5346" y="0"/>
                </a:lnTo>
                <a:lnTo>
                  <a:pt x="5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2104920" y="389556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4495680" y="3895560"/>
            <a:ext cx="4829400" cy="9720"/>
          </a:xfrm>
          <a:custGeom>
            <a:avLst/>
            <a:gdLst/>
            <a:ah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180720" y="4171680"/>
            <a:ext cx="1924560" cy="10080"/>
          </a:xfrm>
          <a:custGeom>
            <a:avLst/>
            <a:gdLst/>
            <a:ahLst/>
            <a:rect l="0" t="0" r="r" b="b"/>
            <a:pathLst>
              <a:path w="5346" h="28">
                <a:moveTo>
                  <a:pt x="0" y="0"/>
                </a:moveTo>
                <a:lnTo>
                  <a:pt x="5346" y="0"/>
                </a:lnTo>
                <a:lnTo>
                  <a:pt x="5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2104920" y="417168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4495680" y="4171680"/>
            <a:ext cx="4829400" cy="10080"/>
          </a:xfrm>
          <a:custGeom>
            <a:avLst/>
            <a:gdLst/>
            <a:ah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180720" y="4457520"/>
            <a:ext cx="1924560" cy="9720"/>
          </a:xfrm>
          <a:custGeom>
            <a:avLst/>
            <a:gdLst/>
            <a:ahLst/>
            <a:rect l="0" t="0" r="r" b="b"/>
            <a:pathLst>
              <a:path w="5346" h="27">
                <a:moveTo>
                  <a:pt x="0" y="0"/>
                </a:moveTo>
                <a:lnTo>
                  <a:pt x="5346" y="0"/>
                </a:lnTo>
                <a:lnTo>
                  <a:pt x="5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2104920" y="445752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4495680" y="4457520"/>
            <a:ext cx="4829400" cy="9720"/>
          </a:xfrm>
          <a:custGeom>
            <a:avLst/>
            <a:gdLst/>
            <a:ah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E29EC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3742200" y="1645920"/>
            <a:ext cx="18190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ROADMAP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244800" y="2236680"/>
            <a:ext cx="356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Area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2164680" y="2236680"/>
            <a:ext cx="578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Current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4562280" y="2236680"/>
            <a:ext cx="6231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Planned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244800" y="2531880"/>
            <a:ext cx="10940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Git Integration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2164680" y="2531880"/>
            <a:ext cx="12369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No git awareness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4562280" y="2531880"/>
            <a:ext cx="36208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Transactional rollbacks, incremental graph updates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244800" y="2808000"/>
            <a:ext cx="889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IDE Plugins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2164680" y="2808000"/>
            <a:ext cx="1450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Standalone TUI only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4562280" y="2808000"/>
            <a:ext cx="25531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VS Code / JetBrains via JSON-RPC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244800" y="3093840"/>
            <a:ext cx="14050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GitHub Integration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2164680" y="3093840"/>
            <a:ext cx="1423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Local TUI approvals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 txBox="1"/>
          <p:nvPr/>
        </p:nvSpPr>
        <p:spPr>
          <a:xfrm>
            <a:off x="4562280" y="3093840"/>
            <a:ext cx="2384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PR automation, remote approvals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2162160" y="3362040"/>
            <a:ext cx="562320" cy="200520"/>
          </a:xfrm>
          <a:custGeom>
            <a:avLst/>
            <a:gdLst/>
            <a:ahLst/>
            <a:rect l="0" t="0" r="r" b="b"/>
            <a:pathLst>
              <a:path w="1562" h="557">
                <a:moveTo>
                  <a:pt x="0" y="47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482" y="0"/>
                </a:lnTo>
                <a:cubicBezTo>
                  <a:pt x="1493" y="0"/>
                  <a:pt x="1503" y="2"/>
                  <a:pt x="1513" y="6"/>
                </a:cubicBezTo>
                <a:cubicBezTo>
                  <a:pt x="1522" y="10"/>
                  <a:pt x="1531" y="16"/>
                  <a:pt x="1538" y="23"/>
                </a:cubicBezTo>
                <a:cubicBezTo>
                  <a:pt x="1546" y="31"/>
                  <a:pt x="1552" y="39"/>
                  <a:pt x="1556" y="49"/>
                </a:cubicBezTo>
                <a:cubicBezTo>
                  <a:pt x="1560" y="59"/>
                  <a:pt x="1562" y="69"/>
                  <a:pt x="1562" y="80"/>
                </a:cubicBezTo>
                <a:lnTo>
                  <a:pt x="1562" y="478"/>
                </a:lnTo>
                <a:cubicBezTo>
                  <a:pt x="1562" y="488"/>
                  <a:pt x="1560" y="498"/>
                  <a:pt x="1556" y="508"/>
                </a:cubicBezTo>
                <a:cubicBezTo>
                  <a:pt x="1552" y="518"/>
                  <a:pt x="1546" y="526"/>
                  <a:pt x="1538" y="534"/>
                </a:cubicBezTo>
                <a:cubicBezTo>
                  <a:pt x="1531" y="541"/>
                  <a:pt x="1522" y="547"/>
                  <a:pt x="1513" y="551"/>
                </a:cubicBezTo>
                <a:cubicBezTo>
                  <a:pt x="1503" y="555"/>
                  <a:pt x="1493" y="557"/>
                  <a:pt x="1482" y="557"/>
                </a:cubicBezTo>
                <a:lnTo>
                  <a:pt x="79" y="557"/>
                </a:lnTo>
                <a:cubicBezTo>
                  <a:pt x="68" y="557"/>
                  <a:pt x="58" y="555"/>
                  <a:pt x="49" y="551"/>
                </a:cubicBezTo>
                <a:cubicBezTo>
                  <a:pt x="39" y="547"/>
                  <a:pt x="30" y="541"/>
                  <a:pt x="23" y="534"/>
                </a:cubicBezTo>
                <a:cubicBezTo>
                  <a:pt x="15" y="526"/>
                  <a:pt x="10" y="518"/>
                  <a:pt x="6" y="508"/>
                </a:cubicBezTo>
                <a:cubicBezTo>
                  <a:pt x="2" y="498"/>
                  <a:pt x="0" y="488"/>
                  <a:pt x="0" y="478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244800" y="3369960"/>
            <a:ext cx="1254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Containerization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2198520" y="3388680"/>
            <a:ext cx="3776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uv run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2721600" y="3369960"/>
            <a:ext cx="570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on host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4562280" y="3369960"/>
            <a:ext cx="3220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Docker multi-stage with sandboxed execution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244800" y="3655800"/>
            <a:ext cx="10771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Vector Search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2638080" y="3647880"/>
            <a:ext cx="390960" cy="190800"/>
          </a:xfrm>
          <a:custGeom>
            <a:avLst/>
            <a:gdLst/>
            <a:ahLst/>
            <a:rect l="0" t="0" r="r" b="b"/>
            <a:pathLst>
              <a:path w="1086" h="530">
                <a:moveTo>
                  <a:pt x="0" y="451"/>
                </a:moveTo>
                <a:lnTo>
                  <a:pt x="0" y="79"/>
                </a:ln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07" y="0"/>
                </a:lnTo>
                <a:cubicBezTo>
                  <a:pt x="1017" y="0"/>
                  <a:pt x="1028" y="2"/>
                  <a:pt x="1037" y="6"/>
                </a:cubicBezTo>
                <a:cubicBezTo>
                  <a:pt x="1047" y="10"/>
                  <a:pt x="1056" y="16"/>
                  <a:pt x="1063" y="23"/>
                </a:cubicBezTo>
                <a:cubicBezTo>
                  <a:pt x="1070" y="31"/>
                  <a:pt x="1076" y="39"/>
                  <a:pt x="1080" y="49"/>
                </a:cubicBezTo>
                <a:cubicBezTo>
                  <a:pt x="1084" y="59"/>
                  <a:pt x="1086" y="69"/>
                  <a:pt x="1086" y="79"/>
                </a:cubicBezTo>
                <a:lnTo>
                  <a:pt x="1086" y="451"/>
                </a:lnTo>
                <a:cubicBezTo>
                  <a:pt x="1086" y="461"/>
                  <a:pt x="1084" y="471"/>
                  <a:pt x="1080" y="481"/>
                </a:cubicBezTo>
                <a:cubicBezTo>
                  <a:pt x="1076" y="491"/>
                  <a:pt x="1070" y="499"/>
                  <a:pt x="1063" y="507"/>
                </a:cubicBezTo>
                <a:cubicBezTo>
                  <a:pt x="1056" y="514"/>
                  <a:pt x="1047" y="520"/>
                  <a:pt x="1037" y="524"/>
                </a:cubicBezTo>
                <a:cubicBezTo>
                  <a:pt x="1028" y="528"/>
                  <a:pt x="1017" y="530"/>
                  <a:pt x="1007" y="530"/>
                </a:cubicBezTo>
                <a:lnTo>
                  <a:pt x="80" y="530"/>
                </a:lnTo>
                <a:cubicBezTo>
                  <a:pt x="69" y="530"/>
                  <a:pt x="59" y="528"/>
                  <a:pt x="49" y="524"/>
                </a:cubicBezTo>
                <a:cubicBezTo>
                  <a:pt x="40" y="520"/>
                  <a:pt x="31" y="514"/>
                  <a:pt x="24" y="507"/>
                </a:cubicBezTo>
                <a:cubicBezTo>
                  <a:pt x="16" y="499"/>
                  <a:pt x="11" y="491"/>
                  <a:pt x="7" y="481"/>
                </a:cubicBezTo>
                <a:cubicBezTo>
                  <a:pt x="2" y="471"/>
                  <a:pt x="0" y="461"/>
                  <a:pt x="0" y="451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2164680" y="3655800"/>
            <a:ext cx="534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SQLite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2670840" y="3674520"/>
            <a:ext cx="2948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LIKE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3030840" y="3655800"/>
            <a:ext cx="4633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scans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4562280" y="3655800"/>
            <a:ext cx="25887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Semantic search via Qdrant/Chroma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244800" y="3931920"/>
            <a:ext cx="880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Multi-Agent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2164680" y="3931920"/>
            <a:ext cx="1752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Linear SessionController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4562280" y="3931920"/>
            <a:ext cx="2420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Event-driven decentralized agents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244800" y="4217760"/>
            <a:ext cx="13968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Cloud Persistence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2552400" y="4209840"/>
            <a:ext cx="638640" cy="200520"/>
          </a:xfrm>
          <a:custGeom>
            <a:avLst/>
            <a:gdLst/>
            <a:ahLst/>
            <a:rect l="0" t="0" r="r" b="b"/>
            <a:pathLst>
              <a:path w="1774" h="557">
                <a:moveTo>
                  <a:pt x="0" y="477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95" y="0"/>
                </a:lnTo>
                <a:cubicBezTo>
                  <a:pt x="1705" y="0"/>
                  <a:pt x="1715" y="2"/>
                  <a:pt x="1725" y="6"/>
                </a:cubicBezTo>
                <a:cubicBezTo>
                  <a:pt x="1735" y="10"/>
                  <a:pt x="1743" y="16"/>
                  <a:pt x="1751" y="23"/>
                </a:cubicBezTo>
                <a:cubicBezTo>
                  <a:pt x="1758" y="31"/>
                  <a:pt x="1764" y="39"/>
                  <a:pt x="1768" y="49"/>
                </a:cubicBezTo>
                <a:cubicBezTo>
                  <a:pt x="1772" y="59"/>
                  <a:pt x="1774" y="69"/>
                  <a:pt x="1774" y="79"/>
                </a:cubicBezTo>
                <a:lnTo>
                  <a:pt x="1774" y="477"/>
                </a:lnTo>
                <a:cubicBezTo>
                  <a:pt x="1774" y="488"/>
                  <a:pt x="1772" y="498"/>
                  <a:pt x="1768" y="508"/>
                </a:cubicBezTo>
                <a:cubicBezTo>
                  <a:pt x="1764" y="517"/>
                  <a:pt x="1758" y="526"/>
                  <a:pt x="1751" y="533"/>
                </a:cubicBezTo>
                <a:cubicBezTo>
                  <a:pt x="1743" y="541"/>
                  <a:pt x="1735" y="547"/>
                  <a:pt x="1725" y="551"/>
                </a:cubicBezTo>
                <a:cubicBezTo>
                  <a:pt x="1715" y="555"/>
                  <a:pt x="1705" y="557"/>
                  <a:pt x="1695" y="557"/>
                </a:cubicBezTo>
                <a:lnTo>
                  <a:pt x="80" y="557"/>
                </a:lnTo>
                <a:cubicBezTo>
                  <a:pt x="69" y="557"/>
                  <a:pt x="59" y="555"/>
                  <a:pt x="49" y="551"/>
                </a:cubicBezTo>
                <a:cubicBezTo>
                  <a:pt x="40" y="547"/>
                  <a:pt x="31" y="541"/>
                  <a:pt x="24" y="533"/>
                </a:cubicBezTo>
                <a:cubicBezTo>
                  <a:pt x="16" y="526"/>
                  <a:pt x="10" y="517"/>
                  <a:pt x="6" y="508"/>
                </a:cubicBezTo>
                <a:cubicBezTo>
                  <a:pt x="2" y="498"/>
                  <a:pt x="0" y="488"/>
                  <a:pt x="0" y="477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2164680" y="4217760"/>
            <a:ext cx="427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Local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2586960" y="4236480"/>
            <a:ext cx="4154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.agent/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4562280" y="4217760"/>
            <a:ext cx="2771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PostgreSQL + S3 for team workspaces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244800" y="4493880"/>
            <a:ext cx="14324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Background Tasks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2164680" y="4493880"/>
            <a:ext cx="17352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Synchronous TUI thread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4562280" y="4493880"/>
            <a:ext cx="29005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Cron-scheduled reindexing, GC, learning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1734480" y="4944240"/>
            <a:ext cx="6433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Every deferral names its ceiling and upgrade path. Built for POC exit criteria, not hypothetical scale.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180720" y="2409480"/>
            <a:ext cx="9144360" cy="2115000"/>
          </a:xfrm>
          <a:custGeom>
            <a:avLst/>
            <a:gdLst/>
            <a:ahLst/>
            <a:rect l="0" t="0" r="r" b="b"/>
            <a:pathLst>
              <a:path w="25401" h="5875">
                <a:moveTo>
                  <a:pt x="0" y="0"/>
                </a:moveTo>
                <a:lnTo>
                  <a:pt x="25401" y="0"/>
                </a:lnTo>
                <a:lnTo>
                  <a:pt x="25401" y="5875"/>
                </a:lnTo>
                <a:lnTo>
                  <a:pt x="0" y="587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2916000" y="3426840"/>
            <a:ext cx="3498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LESSONS LEARNED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3952800" y="2346120"/>
            <a:ext cx="1483920" cy="148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0" u="none" strike="noStrike">
                <a:solidFill>
                  <a:srgbClr val="FFFFFF"/>
                </a:solidFill>
                <a:effectLst/>
                <a:uFillTx/>
                <a:latin typeface="JetBrainsMono"/>
                <a:ea typeface="JetBrainsMono"/>
              </a:rPr>
              <a:t>07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3119040" y="3987720"/>
            <a:ext cx="3439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From Ideation to Architecture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180720" y="2199960"/>
            <a:ext cx="4524840" cy="819720"/>
          </a:xfrm>
          <a:custGeom>
            <a:avLst/>
            <a:gdLst/>
            <a:ahLst/>
            <a:rect l="0" t="0" r="r" b="b"/>
            <a:pathLst>
              <a:path w="12569" h="2277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463" y="0"/>
                </a:lnTo>
                <a:cubicBezTo>
                  <a:pt x="12492" y="0"/>
                  <a:pt x="12517" y="11"/>
                  <a:pt x="12538" y="31"/>
                </a:cubicBezTo>
                <a:cubicBezTo>
                  <a:pt x="12559" y="52"/>
                  <a:pt x="12569" y="77"/>
                  <a:pt x="12569" y="106"/>
                </a:cubicBezTo>
                <a:lnTo>
                  <a:pt x="12569" y="2171"/>
                </a:lnTo>
                <a:cubicBezTo>
                  <a:pt x="12569" y="2200"/>
                  <a:pt x="12559" y="2225"/>
                  <a:pt x="12538" y="2246"/>
                </a:cubicBezTo>
                <a:cubicBezTo>
                  <a:pt x="12517" y="2266"/>
                  <a:pt x="12492" y="2277"/>
                  <a:pt x="12463" y="2277"/>
                </a:cubicBezTo>
                <a:lnTo>
                  <a:pt x="106" y="2277"/>
                </a:lnTo>
                <a:cubicBezTo>
                  <a:pt x="77" y="2277"/>
                  <a:pt x="52" y="2266"/>
                  <a:pt x="31" y="2246"/>
                </a:cubicBezTo>
                <a:cubicBezTo>
                  <a:pt x="11" y="2225"/>
                  <a:pt x="0" y="2200"/>
                  <a:pt x="0" y="217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198000" y="219996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12473" y="52"/>
                </a:moveTo>
                <a:cubicBezTo>
                  <a:pt x="12472" y="52"/>
                  <a:pt x="12472" y="52"/>
                  <a:pt x="12471" y="51"/>
                </a:cubicBezTo>
                <a:cubicBezTo>
                  <a:pt x="12456" y="36"/>
                  <a:pt x="12437" y="27"/>
                  <a:pt x="12415" y="27"/>
                </a:cubicBezTo>
                <a:lnTo>
                  <a:pt x="58" y="27"/>
                </a:lnTo>
                <a:cubicBezTo>
                  <a:pt x="54" y="27"/>
                  <a:pt x="51" y="29"/>
                  <a:pt x="48" y="33"/>
                </a:cubicBezTo>
                <a:lnTo>
                  <a:pt x="0" y="17"/>
                </a:lnTo>
                <a:cubicBezTo>
                  <a:pt x="17" y="6"/>
                  <a:pt x="36" y="0"/>
                  <a:pt x="58" y="0"/>
                </a:cubicBezTo>
                <a:lnTo>
                  <a:pt x="12415" y="0"/>
                </a:lnTo>
                <a:cubicBezTo>
                  <a:pt x="12444" y="0"/>
                  <a:pt x="12469" y="11"/>
                  <a:pt x="12490" y="31"/>
                </a:cubicBezTo>
                <a:cubicBezTo>
                  <a:pt x="12490" y="32"/>
                  <a:pt x="12491" y="32"/>
                  <a:pt x="12491" y="33"/>
                </a:cubicBezTo>
                <a:lnTo>
                  <a:pt x="12473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198000" y="300096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415" y="25"/>
                </a:lnTo>
                <a:cubicBezTo>
                  <a:pt x="12437" y="25"/>
                  <a:pt x="12456" y="18"/>
                  <a:pt x="12471" y="1"/>
                </a:cubicBezTo>
                <a:cubicBezTo>
                  <a:pt x="12472" y="1"/>
                  <a:pt x="12472" y="0"/>
                  <a:pt x="12473" y="0"/>
                </a:cubicBezTo>
                <a:lnTo>
                  <a:pt x="12491" y="19"/>
                </a:lnTo>
                <a:cubicBezTo>
                  <a:pt x="12491" y="20"/>
                  <a:pt x="12490" y="20"/>
                  <a:pt x="12490" y="21"/>
                </a:cubicBezTo>
                <a:cubicBezTo>
                  <a:pt x="12469" y="41"/>
                  <a:pt x="12444" y="52"/>
                  <a:pt x="12415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4687200" y="2211120"/>
            <a:ext cx="18360" cy="797400"/>
          </a:xfrm>
          <a:custGeom>
            <a:avLst/>
            <a:gdLst/>
            <a:ahLst/>
            <a:rect l="0" t="0" r="r" b="b"/>
            <a:pathLst>
              <a:path w="51" h="2215">
                <a:moveTo>
                  <a:pt x="0" y="2196"/>
                </a:moveTo>
                <a:cubicBezTo>
                  <a:pt x="16" y="2181"/>
                  <a:pt x="23" y="2162"/>
                  <a:pt x="23" y="2140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41" y="21"/>
                  <a:pt x="51" y="46"/>
                  <a:pt x="51" y="75"/>
                </a:cubicBezTo>
                <a:lnTo>
                  <a:pt x="51" y="2140"/>
                </a:lnTo>
                <a:cubicBezTo>
                  <a:pt x="51" y="2169"/>
                  <a:pt x="41" y="2194"/>
                  <a:pt x="19" y="2215"/>
                </a:cubicBezTo>
                <a:lnTo>
                  <a:pt x="0" y="219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180720" y="2199960"/>
            <a:ext cx="4524840" cy="819720"/>
          </a:xfrm>
          <a:custGeom>
            <a:avLst/>
            <a:gdLst/>
            <a:ahLst/>
            <a:rect l="0" t="0" r="r" b="b"/>
            <a:pathLst>
              <a:path w="12569" h="2277">
                <a:moveTo>
                  <a:pt x="0" y="0"/>
                </a:moveTo>
                <a:lnTo>
                  <a:pt x="12569" y="0"/>
                </a:lnTo>
                <a:lnTo>
                  <a:pt x="12569" y="2277"/>
                </a:lnTo>
                <a:lnTo>
                  <a:pt x="0" y="227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180720" y="3066840"/>
            <a:ext cx="4524840" cy="619560"/>
          </a:xfrm>
          <a:custGeom>
            <a:avLst/>
            <a:gdLst/>
            <a:ahLst/>
            <a:rect l="0" t="0" r="r" b="b"/>
            <a:pathLst>
              <a:path w="12569" h="1721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463" y="0"/>
                </a:lnTo>
                <a:cubicBezTo>
                  <a:pt x="12492" y="0"/>
                  <a:pt x="12517" y="10"/>
                  <a:pt x="12538" y="31"/>
                </a:cubicBezTo>
                <a:cubicBezTo>
                  <a:pt x="12559" y="52"/>
                  <a:pt x="12569" y="77"/>
                  <a:pt x="12569" y="106"/>
                </a:cubicBezTo>
                <a:lnTo>
                  <a:pt x="12569" y="1615"/>
                </a:lnTo>
                <a:cubicBezTo>
                  <a:pt x="12569" y="1644"/>
                  <a:pt x="12559" y="1669"/>
                  <a:pt x="12538" y="1690"/>
                </a:cubicBezTo>
                <a:cubicBezTo>
                  <a:pt x="12517" y="1711"/>
                  <a:pt x="12492" y="1721"/>
                  <a:pt x="12463" y="1721"/>
                </a:cubicBezTo>
                <a:lnTo>
                  <a:pt x="106" y="1721"/>
                </a:lnTo>
                <a:cubicBezTo>
                  <a:pt x="77" y="1721"/>
                  <a:pt x="52" y="1711"/>
                  <a:pt x="31" y="1690"/>
                </a:cubicBezTo>
                <a:cubicBezTo>
                  <a:pt x="11" y="1669"/>
                  <a:pt x="0" y="1644"/>
                  <a:pt x="0" y="1615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180720" y="3066840"/>
            <a:ext cx="4524840" cy="24120"/>
          </a:xfrm>
          <a:custGeom>
            <a:avLst/>
            <a:gdLst/>
            <a:ahLst/>
            <a:rect l="0" t="0" r="r" b="b"/>
            <a:pathLst>
              <a:path w="12569" h="67">
                <a:moveTo>
                  <a:pt x="12505" y="67"/>
                </a:moveTo>
                <a:lnTo>
                  <a:pt x="0" y="67"/>
                </a:lnTo>
                <a:lnTo>
                  <a:pt x="0" y="0"/>
                </a:lnTo>
                <a:lnTo>
                  <a:pt x="12569" y="0"/>
                </a:lnTo>
                <a:lnTo>
                  <a:pt x="12569" y="3"/>
                </a:lnTo>
                <a:lnTo>
                  <a:pt x="12505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198000" y="366768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48" y="18"/>
                </a:moveTo>
                <a:cubicBezTo>
                  <a:pt x="51" y="22"/>
                  <a:pt x="54" y="24"/>
                  <a:pt x="58" y="24"/>
                </a:cubicBezTo>
                <a:lnTo>
                  <a:pt x="12415" y="24"/>
                </a:lnTo>
                <a:cubicBezTo>
                  <a:pt x="12437" y="24"/>
                  <a:pt x="12456" y="17"/>
                  <a:pt x="12471" y="1"/>
                </a:cubicBezTo>
                <a:cubicBezTo>
                  <a:pt x="12472" y="1"/>
                  <a:pt x="12472" y="0"/>
                  <a:pt x="12473" y="0"/>
                </a:cubicBezTo>
                <a:lnTo>
                  <a:pt x="12491" y="19"/>
                </a:lnTo>
                <a:cubicBezTo>
                  <a:pt x="12491" y="19"/>
                  <a:pt x="12490" y="19"/>
                  <a:pt x="12490" y="20"/>
                </a:cubicBezTo>
                <a:cubicBezTo>
                  <a:pt x="12469" y="42"/>
                  <a:pt x="12444" y="52"/>
                  <a:pt x="12415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4687200" y="3078000"/>
            <a:ext cx="18360" cy="597240"/>
          </a:xfrm>
          <a:custGeom>
            <a:avLst/>
            <a:gdLst/>
            <a:ahLst/>
            <a:rect l="0" t="0" r="r" b="b"/>
            <a:pathLst>
              <a:path w="51" h="1659">
                <a:moveTo>
                  <a:pt x="0" y="1640"/>
                </a:moveTo>
                <a:cubicBezTo>
                  <a:pt x="16" y="1625"/>
                  <a:pt x="23" y="1606"/>
                  <a:pt x="23" y="1584"/>
                </a:cubicBezTo>
                <a:lnTo>
                  <a:pt x="23" y="75"/>
                </a:lnTo>
                <a:cubicBezTo>
                  <a:pt x="23" y="53"/>
                  <a:pt x="16" y="34"/>
                  <a:pt x="0" y="19"/>
                </a:cubicBezTo>
                <a:lnTo>
                  <a:pt x="19" y="0"/>
                </a:lnTo>
                <a:cubicBezTo>
                  <a:pt x="41" y="21"/>
                  <a:pt x="51" y="46"/>
                  <a:pt x="51" y="75"/>
                </a:cubicBezTo>
                <a:lnTo>
                  <a:pt x="51" y="1584"/>
                </a:lnTo>
                <a:cubicBezTo>
                  <a:pt x="51" y="1613"/>
                  <a:pt x="41" y="1638"/>
                  <a:pt x="19" y="1659"/>
                </a:cubicBezTo>
                <a:lnTo>
                  <a:pt x="0" y="164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180720" y="3066840"/>
            <a:ext cx="4524840" cy="619560"/>
          </a:xfrm>
          <a:custGeom>
            <a:avLst/>
            <a:gdLst/>
            <a:ahLst/>
            <a:rect l="0" t="0" r="r" b="b"/>
            <a:pathLst>
              <a:path w="12569" h="1721">
                <a:moveTo>
                  <a:pt x="0" y="0"/>
                </a:moveTo>
                <a:lnTo>
                  <a:pt x="12569" y="0"/>
                </a:lnTo>
                <a:lnTo>
                  <a:pt x="12569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180720" y="3743280"/>
            <a:ext cx="4524840" cy="619200"/>
          </a:xfrm>
          <a:custGeom>
            <a:avLst/>
            <a:gdLst/>
            <a:ahLst/>
            <a:rect l="0" t="0" r="r" b="b"/>
            <a:pathLst>
              <a:path w="12569" h="1720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463" y="0"/>
                </a:lnTo>
                <a:cubicBezTo>
                  <a:pt x="12492" y="0"/>
                  <a:pt x="12517" y="10"/>
                  <a:pt x="12538" y="31"/>
                </a:cubicBezTo>
                <a:cubicBezTo>
                  <a:pt x="12559" y="51"/>
                  <a:pt x="12569" y="76"/>
                  <a:pt x="12569" y="105"/>
                </a:cubicBezTo>
                <a:lnTo>
                  <a:pt x="12569" y="1615"/>
                </a:lnTo>
                <a:cubicBezTo>
                  <a:pt x="12569" y="1644"/>
                  <a:pt x="12559" y="1669"/>
                  <a:pt x="12538" y="1689"/>
                </a:cubicBezTo>
                <a:cubicBezTo>
                  <a:pt x="12517" y="1710"/>
                  <a:pt x="12492" y="1720"/>
                  <a:pt x="12463" y="1720"/>
                </a:cubicBezTo>
                <a:lnTo>
                  <a:pt x="106" y="1720"/>
                </a:lnTo>
                <a:cubicBezTo>
                  <a:pt x="77" y="1720"/>
                  <a:pt x="52" y="1710"/>
                  <a:pt x="31" y="1689"/>
                </a:cubicBezTo>
                <a:cubicBezTo>
                  <a:pt x="11" y="1669"/>
                  <a:pt x="0" y="1644"/>
                  <a:pt x="0" y="1615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198000" y="374328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12473" y="52"/>
                </a:moveTo>
                <a:cubicBezTo>
                  <a:pt x="12472" y="51"/>
                  <a:pt x="12472" y="51"/>
                  <a:pt x="12471" y="50"/>
                </a:cubicBezTo>
                <a:cubicBezTo>
                  <a:pt x="12456" y="35"/>
                  <a:pt x="12437" y="26"/>
                  <a:pt x="12415" y="26"/>
                </a:cubicBezTo>
                <a:lnTo>
                  <a:pt x="58" y="26"/>
                </a:lnTo>
                <a:cubicBezTo>
                  <a:pt x="54" y="26"/>
                  <a:pt x="51" y="28"/>
                  <a:pt x="48" y="33"/>
                </a:cubicBezTo>
                <a:lnTo>
                  <a:pt x="0" y="17"/>
                </a:lnTo>
                <a:cubicBezTo>
                  <a:pt x="17" y="5"/>
                  <a:pt x="36" y="0"/>
                  <a:pt x="58" y="0"/>
                </a:cubicBezTo>
                <a:lnTo>
                  <a:pt x="12415" y="0"/>
                </a:lnTo>
                <a:cubicBezTo>
                  <a:pt x="12444" y="0"/>
                  <a:pt x="12469" y="10"/>
                  <a:pt x="12490" y="31"/>
                </a:cubicBezTo>
                <a:lnTo>
                  <a:pt x="12491" y="33"/>
                </a:lnTo>
                <a:lnTo>
                  <a:pt x="12473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198000" y="434376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48" y="19"/>
                </a:moveTo>
                <a:cubicBezTo>
                  <a:pt x="51" y="23"/>
                  <a:pt x="54" y="25"/>
                  <a:pt x="58" y="25"/>
                </a:cubicBezTo>
                <a:lnTo>
                  <a:pt x="12415" y="25"/>
                </a:lnTo>
                <a:cubicBezTo>
                  <a:pt x="12437" y="25"/>
                  <a:pt x="12456" y="17"/>
                  <a:pt x="12471" y="2"/>
                </a:cubicBezTo>
                <a:cubicBezTo>
                  <a:pt x="12472" y="1"/>
                  <a:pt x="12472" y="1"/>
                  <a:pt x="12473" y="0"/>
                </a:cubicBezTo>
                <a:lnTo>
                  <a:pt x="12491" y="19"/>
                </a:lnTo>
                <a:cubicBezTo>
                  <a:pt x="12491" y="20"/>
                  <a:pt x="12490" y="20"/>
                  <a:pt x="12490" y="20"/>
                </a:cubicBezTo>
                <a:cubicBezTo>
                  <a:pt x="12469" y="41"/>
                  <a:pt x="12444" y="52"/>
                  <a:pt x="12415" y="52"/>
                </a:cubicBezTo>
                <a:lnTo>
                  <a:pt x="58" y="52"/>
                </a:lnTo>
                <a:cubicBezTo>
                  <a:pt x="36" y="52"/>
                  <a:pt x="17" y="46"/>
                  <a:pt x="0" y="34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4687200" y="3754440"/>
            <a:ext cx="18360" cy="596880"/>
          </a:xfrm>
          <a:custGeom>
            <a:avLst/>
            <a:gdLst/>
            <a:ahLst/>
            <a:rect l="0" t="0" r="r" b="b"/>
            <a:pathLst>
              <a:path w="51" h="1658">
                <a:moveTo>
                  <a:pt x="0" y="1640"/>
                </a:moveTo>
                <a:cubicBezTo>
                  <a:pt x="16" y="1624"/>
                  <a:pt x="23" y="1606"/>
                  <a:pt x="23" y="1584"/>
                </a:cubicBezTo>
                <a:lnTo>
                  <a:pt x="23" y="74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41" y="20"/>
                  <a:pt x="51" y="45"/>
                  <a:pt x="51" y="74"/>
                </a:cubicBezTo>
                <a:lnTo>
                  <a:pt x="51" y="1584"/>
                </a:lnTo>
                <a:cubicBezTo>
                  <a:pt x="51" y="1613"/>
                  <a:pt x="41" y="1638"/>
                  <a:pt x="19" y="1658"/>
                </a:cubicBezTo>
                <a:lnTo>
                  <a:pt x="0" y="164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180720" y="3743280"/>
            <a:ext cx="4524840" cy="619200"/>
          </a:xfrm>
          <a:custGeom>
            <a:avLst/>
            <a:gdLst/>
            <a:ahLst/>
            <a:rect l="0" t="0" r="r" b="b"/>
            <a:pathLst>
              <a:path w="12569" h="1720">
                <a:moveTo>
                  <a:pt x="0" y="0"/>
                </a:moveTo>
                <a:lnTo>
                  <a:pt x="12569" y="0"/>
                </a:lnTo>
                <a:lnTo>
                  <a:pt x="12569" y="1720"/>
                </a:lnTo>
                <a:lnTo>
                  <a:pt x="0" y="172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333360" y="237168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6" y="221"/>
                </a:cubicBezTo>
                <a:cubicBezTo>
                  <a:pt x="364" y="233"/>
                  <a:pt x="361" y="244"/>
                  <a:pt x="356" y="256"/>
                </a:cubicBezTo>
                <a:cubicBezTo>
                  <a:pt x="351" y="268"/>
                  <a:pt x="346" y="279"/>
                  <a:pt x="339" y="289"/>
                </a:cubicBezTo>
                <a:cubicBezTo>
                  <a:pt x="332" y="299"/>
                  <a:pt x="324" y="308"/>
                  <a:pt x="316" y="317"/>
                </a:cubicBezTo>
                <a:cubicBezTo>
                  <a:pt x="307" y="325"/>
                  <a:pt x="298" y="333"/>
                  <a:pt x="288" y="340"/>
                </a:cubicBezTo>
                <a:cubicBezTo>
                  <a:pt x="278" y="346"/>
                  <a:pt x="267" y="352"/>
                  <a:pt x="256" y="357"/>
                </a:cubicBezTo>
                <a:cubicBezTo>
                  <a:pt x="244" y="361"/>
                  <a:pt x="233" y="365"/>
                  <a:pt x="221" y="367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7"/>
                </a:cubicBezTo>
                <a:cubicBezTo>
                  <a:pt x="137" y="365"/>
                  <a:pt x="125" y="362"/>
                  <a:pt x="114" y="357"/>
                </a:cubicBezTo>
                <a:cubicBezTo>
                  <a:pt x="103" y="352"/>
                  <a:pt x="92" y="346"/>
                  <a:pt x="82" y="340"/>
                </a:cubicBezTo>
                <a:cubicBezTo>
                  <a:pt x="72" y="333"/>
                  <a:pt x="62" y="325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8" y="268"/>
                  <a:pt x="14" y="256"/>
                </a:cubicBezTo>
                <a:cubicBezTo>
                  <a:pt x="9" y="244"/>
                  <a:pt x="5" y="233"/>
                  <a:pt x="3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4" y="9"/>
                  <a:pt x="256" y="14"/>
                </a:cubicBezTo>
                <a:cubicBezTo>
                  <a:pt x="267" y="18"/>
                  <a:pt x="278" y="24"/>
                  <a:pt x="288" y="31"/>
                </a:cubicBezTo>
                <a:cubicBezTo>
                  <a:pt x="298" y="38"/>
                  <a:pt x="307" y="45"/>
                  <a:pt x="316" y="54"/>
                </a:cubicBezTo>
                <a:cubicBezTo>
                  <a:pt x="324" y="62"/>
                  <a:pt x="332" y="72"/>
                  <a:pt x="339" y="82"/>
                </a:cubicBezTo>
                <a:cubicBezTo>
                  <a:pt x="346" y="92"/>
                  <a:pt x="351" y="103"/>
                  <a:pt x="356" y="114"/>
                </a:cubicBezTo>
                <a:cubicBezTo>
                  <a:pt x="361" y="125"/>
                  <a:pt x="364" y="137"/>
                  <a:pt x="366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3718800" y="1588680"/>
            <a:ext cx="19998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0" u="none" strike="noStrike">
                <a:solidFill>
                  <a:srgbClr val="800080"/>
                </a:solidFill>
                <a:effectLst/>
                <a:uFillTx/>
                <a:latin typeface="Montserrat"/>
                <a:ea typeface="Montserrat"/>
              </a:rPr>
              <a:t>7 LESSONS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372960" y="237132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333360" y="323820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7"/>
                </a:moveTo>
                <a:cubicBezTo>
                  <a:pt x="371" y="199"/>
                  <a:pt x="370" y="211"/>
                  <a:pt x="366" y="223"/>
                </a:cubicBezTo>
                <a:cubicBezTo>
                  <a:pt x="364" y="235"/>
                  <a:pt x="361" y="246"/>
                  <a:pt x="356" y="257"/>
                </a:cubicBezTo>
                <a:cubicBezTo>
                  <a:pt x="351" y="269"/>
                  <a:pt x="346" y="279"/>
                  <a:pt x="339" y="289"/>
                </a:cubicBezTo>
                <a:cubicBezTo>
                  <a:pt x="332" y="300"/>
                  <a:pt x="324" y="309"/>
                  <a:pt x="316" y="317"/>
                </a:cubicBezTo>
                <a:cubicBezTo>
                  <a:pt x="307" y="326"/>
                  <a:pt x="298" y="334"/>
                  <a:pt x="288" y="341"/>
                </a:cubicBezTo>
                <a:cubicBezTo>
                  <a:pt x="278" y="347"/>
                  <a:pt x="267" y="353"/>
                  <a:pt x="256" y="358"/>
                </a:cubicBezTo>
                <a:cubicBezTo>
                  <a:pt x="244" y="362"/>
                  <a:pt x="233" y="366"/>
                  <a:pt x="221" y="368"/>
                </a:cubicBezTo>
                <a:cubicBezTo>
                  <a:pt x="209" y="371"/>
                  <a:pt x="197" y="372"/>
                  <a:pt x="185" y="372"/>
                </a:cubicBezTo>
                <a:cubicBezTo>
                  <a:pt x="173" y="372"/>
                  <a:pt x="161" y="371"/>
                  <a:pt x="149" y="368"/>
                </a:cubicBezTo>
                <a:cubicBezTo>
                  <a:pt x="137" y="366"/>
                  <a:pt x="125" y="362"/>
                  <a:pt x="114" y="358"/>
                </a:cubicBezTo>
                <a:cubicBezTo>
                  <a:pt x="103" y="353"/>
                  <a:pt x="92" y="347"/>
                  <a:pt x="82" y="341"/>
                </a:cubicBezTo>
                <a:cubicBezTo>
                  <a:pt x="72" y="334"/>
                  <a:pt x="62" y="326"/>
                  <a:pt x="54" y="317"/>
                </a:cubicBezTo>
                <a:cubicBezTo>
                  <a:pt x="45" y="309"/>
                  <a:pt x="38" y="300"/>
                  <a:pt x="31" y="289"/>
                </a:cubicBezTo>
                <a:cubicBezTo>
                  <a:pt x="24" y="279"/>
                  <a:pt x="18" y="269"/>
                  <a:pt x="14" y="257"/>
                </a:cubicBezTo>
                <a:cubicBezTo>
                  <a:pt x="9" y="246"/>
                  <a:pt x="5" y="235"/>
                  <a:pt x="3" y="223"/>
                </a:cubicBezTo>
                <a:cubicBezTo>
                  <a:pt x="1" y="211"/>
                  <a:pt x="0" y="199"/>
                  <a:pt x="0" y="187"/>
                </a:cubicBez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7"/>
                  <a:pt x="14" y="116"/>
                </a:cubicBezTo>
                <a:cubicBezTo>
                  <a:pt x="18" y="104"/>
                  <a:pt x="24" y="94"/>
                  <a:pt x="31" y="84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cubicBezTo>
                  <a:pt x="197" y="0"/>
                  <a:pt x="209" y="2"/>
                  <a:pt x="221" y="4"/>
                </a:cubicBezTo>
                <a:cubicBezTo>
                  <a:pt x="233" y="6"/>
                  <a:pt x="244" y="10"/>
                  <a:pt x="256" y="14"/>
                </a:cubicBezTo>
                <a:cubicBezTo>
                  <a:pt x="267" y="19"/>
                  <a:pt x="278" y="25"/>
                  <a:pt x="288" y="31"/>
                </a:cubicBezTo>
                <a:cubicBezTo>
                  <a:pt x="298" y="38"/>
                  <a:pt x="307" y="46"/>
                  <a:pt x="316" y="55"/>
                </a:cubicBezTo>
                <a:cubicBezTo>
                  <a:pt x="324" y="63"/>
                  <a:pt x="332" y="73"/>
                  <a:pt x="339" y="84"/>
                </a:cubicBezTo>
                <a:cubicBezTo>
                  <a:pt x="346" y="94"/>
                  <a:pt x="351" y="104"/>
                  <a:pt x="356" y="116"/>
                </a:cubicBezTo>
                <a:cubicBezTo>
                  <a:pt x="361" y="127"/>
                  <a:pt x="364" y="138"/>
                  <a:pt x="366" y="150"/>
                </a:cubicBezTo>
                <a:cubicBezTo>
                  <a:pt x="370" y="162"/>
                  <a:pt x="371" y="174"/>
                  <a:pt x="371" y="187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497520" y="2300400"/>
            <a:ext cx="2967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Specs-first sounds slow; it's faster.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372960" y="323784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333360" y="39146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198"/>
                  <a:pt x="370" y="210"/>
                  <a:pt x="366" y="222"/>
                </a:cubicBezTo>
                <a:cubicBezTo>
                  <a:pt x="364" y="234"/>
                  <a:pt x="361" y="246"/>
                  <a:pt x="356" y="257"/>
                </a:cubicBezTo>
                <a:cubicBezTo>
                  <a:pt x="351" y="268"/>
                  <a:pt x="346" y="279"/>
                  <a:pt x="339" y="289"/>
                </a:cubicBezTo>
                <a:cubicBezTo>
                  <a:pt x="332" y="299"/>
                  <a:pt x="324" y="308"/>
                  <a:pt x="316" y="317"/>
                </a:cubicBezTo>
                <a:cubicBezTo>
                  <a:pt x="307" y="326"/>
                  <a:pt x="298" y="333"/>
                  <a:pt x="288" y="340"/>
                </a:cubicBezTo>
                <a:cubicBezTo>
                  <a:pt x="278" y="347"/>
                  <a:pt x="267" y="352"/>
                  <a:pt x="256" y="357"/>
                </a:cubicBezTo>
                <a:cubicBezTo>
                  <a:pt x="244" y="362"/>
                  <a:pt x="233" y="365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8"/>
                </a:cubicBezTo>
                <a:cubicBezTo>
                  <a:pt x="137" y="365"/>
                  <a:pt x="125" y="362"/>
                  <a:pt x="114" y="357"/>
                </a:cubicBezTo>
                <a:cubicBezTo>
                  <a:pt x="103" y="352"/>
                  <a:pt x="92" y="347"/>
                  <a:pt x="82" y="340"/>
                </a:cubicBezTo>
                <a:cubicBezTo>
                  <a:pt x="72" y="333"/>
                  <a:pt x="62" y="326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8" y="268"/>
                  <a:pt x="14" y="257"/>
                </a:cubicBezTo>
                <a:cubicBezTo>
                  <a:pt x="9" y="246"/>
                  <a:pt x="5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4"/>
                  <a:pt x="54" y="55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4" y="9"/>
                  <a:pt x="256" y="14"/>
                </a:cubicBezTo>
                <a:cubicBezTo>
                  <a:pt x="267" y="19"/>
                  <a:pt x="278" y="24"/>
                  <a:pt x="288" y="31"/>
                </a:cubicBezTo>
                <a:cubicBezTo>
                  <a:pt x="298" y="38"/>
                  <a:pt x="307" y="46"/>
                  <a:pt x="316" y="55"/>
                </a:cubicBezTo>
                <a:cubicBezTo>
                  <a:pt x="324" y="64"/>
                  <a:pt x="332" y="73"/>
                  <a:pt x="339" y="83"/>
                </a:cubicBezTo>
                <a:cubicBezTo>
                  <a:pt x="346" y="93"/>
                  <a:pt x="351" y="104"/>
                  <a:pt x="356" y="115"/>
                </a:cubicBezTo>
                <a:cubicBezTo>
                  <a:pt x="361" y="126"/>
                  <a:pt x="364" y="138"/>
                  <a:pt x="366" y="150"/>
                </a:cubicBezTo>
                <a:cubicBezTo>
                  <a:pt x="370" y="162"/>
                  <a:pt x="371" y="174"/>
                  <a:pt x="371" y="186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497520" y="3167280"/>
            <a:ext cx="2867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Protocol-driven modularity works.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372960" y="391428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4800240" y="2199960"/>
            <a:ext cx="4524840" cy="819720"/>
          </a:xfrm>
          <a:custGeom>
            <a:avLst/>
            <a:gdLst/>
            <a:ahLst/>
            <a:rect l="0" t="0" r="r" b="b"/>
            <a:pathLst>
              <a:path w="12569" h="2277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12464" y="0"/>
                </a:lnTo>
                <a:cubicBezTo>
                  <a:pt x="12493" y="0"/>
                  <a:pt x="12518" y="11"/>
                  <a:pt x="12538" y="31"/>
                </a:cubicBezTo>
                <a:cubicBezTo>
                  <a:pt x="12559" y="52"/>
                  <a:pt x="12569" y="77"/>
                  <a:pt x="12569" y="106"/>
                </a:cubicBezTo>
                <a:lnTo>
                  <a:pt x="12569" y="2171"/>
                </a:lnTo>
                <a:cubicBezTo>
                  <a:pt x="12569" y="2200"/>
                  <a:pt x="12559" y="2225"/>
                  <a:pt x="12538" y="2246"/>
                </a:cubicBezTo>
                <a:cubicBezTo>
                  <a:pt x="12518" y="2266"/>
                  <a:pt x="12493" y="2277"/>
                  <a:pt x="12463" y="2277"/>
                </a:cubicBezTo>
                <a:lnTo>
                  <a:pt x="106" y="2277"/>
                </a:lnTo>
                <a:cubicBezTo>
                  <a:pt x="77" y="2277"/>
                  <a:pt x="52" y="2266"/>
                  <a:pt x="31" y="2246"/>
                </a:cubicBezTo>
                <a:cubicBezTo>
                  <a:pt x="11" y="2225"/>
                  <a:pt x="0" y="2200"/>
                  <a:pt x="0" y="217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4817880" y="219996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12472" y="52"/>
                </a:moveTo>
                <a:cubicBezTo>
                  <a:pt x="12471" y="52"/>
                  <a:pt x="12471" y="52"/>
                  <a:pt x="12470" y="51"/>
                </a:cubicBezTo>
                <a:cubicBezTo>
                  <a:pt x="12455" y="36"/>
                  <a:pt x="12436" y="27"/>
                  <a:pt x="12414" y="27"/>
                </a:cubicBezTo>
                <a:lnTo>
                  <a:pt x="57" y="27"/>
                </a:lnTo>
                <a:cubicBezTo>
                  <a:pt x="54" y="27"/>
                  <a:pt x="50" y="29"/>
                  <a:pt x="47" y="33"/>
                </a:cubicBezTo>
                <a:lnTo>
                  <a:pt x="0" y="17"/>
                </a:lnTo>
                <a:cubicBezTo>
                  <a:pt x="16" y="6"/>
                  <a:pt x="36" y="0"/>
                  <a:pt x="57" y="0"/>
                </a:cubicBezTo>
                <a:lnTo>
                  <a:pt x="12415" y="0"/>
                </a:lnTo>
                <a:cubicBezTo>
                  <a:pt x="12444" y="0"/>
                  <a:pt x="12469" y="11"/>
                  <a:pt x="12489" y="31"/>
                </a:cubicBezTo>
                <a:cubicBezTo>
                  <a:pt x="12490" y="32"/>
                  <a:pt x="12490" y="32"/>
                  <a:pt x="12491" y="33"/>
                </a:cubicBezTo>
                <a:lnTo>
                  <a:pt x="12472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4817880" y="300096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47" y="19"/>
                </a:moveTo>
                <a:cubicBezTo>
                  <a:pt x="50" y="23"/>
                  <a:pt x="54" y="25"/>
                  <a:pt x="57" y="25"/>
                </a:cubicBezTo>
                <a:lnTo>
                  <a:pt x="12414" y="25"/>
                </a:lnTo>
                <a:cubicBezTo>
                  <a:pt x="12436" y="25"/>
                  <a:pt x="12455" y="18"/>
                  <a:pt x="12470" y="1"/>
                </a:cubicBezTo>
                <a:cubicBezTo>
                  <a:pt x="12471" y="1"/>
                  <a:pt x="12471" y="0"/>
                  <a:pt x="12472" y="0"/>
                </a:cubicBezTo>
                <a:lnTo>
                  <a:pt x="12491" y="19"/>
                </a:lnTo>
                <a:cubicBezTo>
                  <a:pt x="12490" y="20"/>
                  <a:pt x="12490" y="20"/>
                  <a:pt x="12489" y="21"/>
                </a:cubicBezTo>
                <a:cubicBezTo>
                  <a:pt x="12469" y="41"/>
                  <a:pt x="12444" y="52"/>
                  <a:pt x="12414" y="52"/>
                </a:cubicBezTo>
                <a:lnTo>
                  <a:pt x="57" y="52"/>
                </a:lnTo>
                <a:cubicBezTo>
                  <a:pt x="36" y="52"/>
                  <a:pt x="16" y="46"/>
                  <a:pt x="0" y="35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4800240" y="2199960"/>
            <a:ext cx="4524840" cy="819720"/>
          </a:xfrm>
          <a:custGeom>
            <a:avLst/>
            <a:gdLst/>
            <a:ahLst/>
            <a:rect l="0" t="0" r="r" b="b"/>
            <a:pathLst>
              <a:path w="12569" h="2277">
                <a:moveTo>
                  <a:pt x="0" y="0"/>
                </a:moveTo>
                <a:lnTo>
                  <a:pt x="12569" y="0"/>
                </a:lnTo>
                <a:lnTo>
                  <a:pt x="12569" y="2277"/>
                </a:lnTo>
                <a:lnTo>
                  <a:pt x="0" y="227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4800240" y="2199960"/>
            <a:ext cx="4524840" cy="819720"/>
          </a:xfrm>
          <a:custGeom>
            <a:avLst/>
            <a:gdLst/>
            <a:ahLst/>
            <a:rect l="0" t="0" r="r" b="b"/>
            <a:pathLst>
              <a:path w="12569" h="2277">
                <a:moveTo>
                  <a:pt x="0" y="0"/>
                </a:moveTo>
                <a:lnTo>
                  <a:pt x="12569" y="0"/>
                </a:lnTo>
                <a:lnTo>
                  <a:pt x="12569" y="2277"/>
                </a:lnTo>
                <a:lnTo>
                  <a:pt x="0" y="2277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4800240" y="3066840"/>
            <a:ext cx="4524840" cy="619560"/>
          </a:xfrm>
          <a:custGeom>
            <a:avLst/>
            <a:gdLst/>
            <a:ahLst/>
            <a:rect l="0" t="0" r="r" b="b"/>
            <a:pathLst>
              <a:path w="12569" h="1721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464" y="0"/>
                </a:lnTo>
                <a:cubicBezTo>
                  <a:pt x="12493" y="0"/>
                  <a:pt x="12518" y="10"/>
                  <a:pt x="12538" y="31"/>
                </a:cubicBezTo>
                <a:cubicBezTo>
                  <a:pt x="12559" y="52"/>
                  <a:pt x="12569" y="77"/>
                  <a:pt x="12569" y="106"/>
                </a:cubicBezTo>
                <a:lnTo>
                  <a:pt x="12569" y="1615"/>
                </a:lnTo>
                <a:cubicBezTo>
                  <a:pt x="12569" y="1644"/>
                  <a:pt x="12559" y="1669"/>
                  <a:pt x="12538" y="1690"/>
                </a:cubicBezTo>
                <a:cubicBezTo>
                  <a:pt x="12518" y="1711"/>
                  <a:pt x="12493" y="1721"/>
                  <a:pt x="12463" y="1721"/>
                </a:cubicBezTo>
                <a:lnTo>
                  <a:pt x="106" y="1721"/>
                </a:lnTo>
                <a:cubicBezTo>
                  <a:pt x="77" y="1721"/>
                  <a:pt x="52" y="1711"/>
                  <a:pt x="31" y="1690"/>
                </a:cubicBezTo>
                <a:cubicBezTo>
                  <a:pt x="11" y="1669"/>
                  <a:pt x="0" y="1644"/>
                  <a:pt x="0" y="1615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4800240" y="3066840"/>
            <a:ext cx="4524840" cy="24120"/>
          </a:xfrm>
          <a:custGeom>
            <a:avLst/>
            <a:gdLst/>
            <a:ahLst/>
            <a:rect l="0" t="0" r="r" b="b"/>
            <a:pathLst>
              <a:path w="12569" h="67">
                <a:moveTo>
                  <a:pt x="12506" y="67"/>
                </a:moveTo>
                <a:lnTo>
                  <a:pt x="0" y="67"/>
                </a:lnTo>
                <a:lnTo>
                  <a:pt x="0" y="0"/>
                </a:lnTo>
                <a:lnTo>
                  <a:pt x="12569" y="0"/>
                </a:lnTo>
                <a:lnTo>
                  <a:pt x="12569" y="3"/>
                </a:lnTo>
                <a:lnTo>
                  <a:pt x="12506" y="67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4817880" y="366768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47" y="18"/>
                </a:moveTo>
                <a:cubicBezTo>
                  <a:pt x="50" y="22"/>
                  <a:pt x="54" y="24"/>
                  <a:pt x="57" y="24"/>
                </a:cubicBezTo>
                <a:lnTo>
                  <a:pt x="12414" y="24"/>
                </a:lnTo>
                <a:cubicBezTo>
                  <a:pt x="12436" y="24"/>
                  <a:pt x="12455" y="17"/>
                  <a:pt x="12470" y="1"/>
                </a:cubicBezTo>
                <a:cubicBezTo>
                  <a:pt x="12471" y="1"/>
                  <a:pt x="12471" y="0"/>
                  <a:pt x="12472" y="0"/>
                </a:cubicBezTo>
                <a:lnTo>
                  <a:pt x="12491" y="19"/>
                </a:lnTo>
                <a:cubicBezTo>
                  <a:pt x="12490" y="19"/>
                  <a:pt x="12490" y="19"/>
                  <a:pt x="12489" y="20"/>
                </a:cubicBezTo>
                <a:cubicBezTo>
                  <a:pt x="12469" y="42"/>
                  <a:pt x="12444" y="52"/>
                  <a:pt x="12414" y="52"/>
                </a:cubicBezTo>
                <a:lnTo>
                  <a:pt x="57" y="52"/>
                </a:lnTo>
                <a:cubicBezTo>
                  <a:pt x="36" y="52"/>
                  <a:pt x="16" y="46"/>
                  <a:pt x="0" y="34"/>
                </a:cubicBezTo>
                <a:lnTo>
                  <a:pt x="47" y="18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4800240" y="3066840"/>
            <a:ext cx="4524840" cy="619560"/>
          </a:xfrm>
          <a:custGeom>
            <a:avLst/>
            <a:gdLst/>
            <a:ahLst/>
            <a:rect l="0" t="0" r="r" b="b"/>
            <a:pathLst>
              <a:path w="12569" h="1721">
                <a:moveTo>
                  <a:pt x="0" y="0"/>
                </a:moveTo>
                <a:lnTo>
                  <a:pt x="12569" y="0"/>
                </a:lnTo>
                <a:lnTo>
                  <a:pt x="12569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4800240" y="3066840"/>
            <a:ext cx="4524840" cy="619560"/>
          </a:xfrm>
          <a:custGeom>
            <a:avLst/>
            <a:gdLst/>
            <a:ahLst/>
            <a:rect l="0" t="0" r="r" b="b"/>
            <a:pathLst>
              <a:path w="12569" h="1721">
                <a:moveTo>
                  <a:pt x="0" y="0"/>
                </a:moveTo>
                <a:lnTo>
                  <a:pt x="12569" y="0"/>
                </a:lnTo>
                <a:lnTo>
                  <a:pt x="12569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4800240" y="3743280"/>
            <a:ext cx="4524840" cy="619200"/>
          </a:xfrm>
          <a:custGeom>
            <a:avLst/>
            <a:gdLst/>
            <a:ahLst/>
            <a:rect l="0" t="0" r="r" b="b"/>
            <a:pathLst>
              <a:path w="12569" h="1720">
                <a:moveTo>
                  <a:pt x="31" y="31"/>
                </a:moveTo>
                <a:cubicBezTo>
                  <a:pt x="52" y="10"/>
                  <a:pt x="77" y="0"/>
                  <a:pt x="106" y="0"/>
                </a:cubicBezTo>
                <a:lnTo>
                  <a:pt x="12464" y="0"/>
                </a:lnTo>
                <a:cubicBezTo>
                  <a:pt x="12493" y="0"/>
                  <a:pt x="12518" y="10"/>
                  <a:pt x="12538" y="31"/>
                </a:cubicBezTo>
                <a:cubicBezTo>
                  <a:pt x="12559" y="51"/>
                  <a:pt x="12569" y="76"/>
                  <a:pt x="12569" y="105"/>
                </a:cubicBezTo>
                <a:lnTo>
                  <a:pt x="12569" y="1615"/>
                </a:lnTo>
                <a:cubicBezTo>
                  <a:pt x="12569" y="1644"/>
                  <a:pt x="12559" y="1669"/>
                  <a:pt x="12538" y="1689"/>
                </a:cubicBezTo>
                <a:cubicBezTo>
                  <a:pt x="12518" y="1710"/>
                  <a:pt x="12493" y="1720"/>
                  <a:pt x="12463" y="1720"/>
                </a:cubicBezTo>
                <a:lnTo>
                  <a:pt x="106" y="1720"/>
                </a:lnTo>
                <a:cubicBezTo>
                  <a:pt x="77" y="1720"/>
                  <a:pt x="52" y="1710"/>
                  <a:pt x="31" y="1689"/>
                </a:cubicBezTo>
                <a:cubicBezTo>
                  <a:pt x="11" y="1669"/>
                  <a:pt x="0" y="1644"/>
                  <a:pt x="0" y="1615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4817880" y="374328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12472" y="52"/>
                </a:moveTo>
                <a:cubicBezTo>
                  <a:pt x="12471" y="51"/>
                  <a:pt x="12471" y="51"/>
                  <a:pt x="12470" y="50"/>
                </a:cubicBezTo>
                <a:cubicBezTo>
                  <a:pt x="12455" y="35"/>
                  <a:pt x="12436" y="26"/>
                  <a:pt x="12414" y="26"/>
                </a:cubicBezTo>
                <a:lnTo>
                  <a:pt x="57" y="26"/>
                </a:lnTo>
                <a:cubicBezTo>
                  <a:pt x="54" y="26"/>
                  <a:pt x="50" y="28"/>
                  <a:pt x="47" y="33"/>
                </a:cubicBezTo>
                <a:lnTo>
                  <a:pt x="0" y="17"/>
                </a:lnTo>
                <a:cubicBezTo>
                  <a:pt x="16" y="5"/>
                  <a:pt x="36" y="0"/>
                  <a:pt x="57" y="0"/>
                </a:cubicBezTo>
                <a:lnTo>
                  <a:pt x="12415" y="0"/>
                </a:lnTo>
                <a:cubicBezTo>
                  <a:pt x="12444" y="0"/>
                  <a:pt x="12469" y="10"/>
                  <a:pt x="12489" y="31"/>
                </a:cubicBezTo>
                <a:cubicBezTo>
                  <a:pt x="12490" y="31"/>
                  <a:pt x="12490" y="33"/>
                  <a:pt x="12491" y="33"/>
                </a:cubicBezTo>
                <a:lnTo>
                  <a:pt x="12472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4817880" y="4343760"/>
            <a:ext cx="4496760" cy="18720"/>
          </a:xfrm>
          <a:custGeom>
            <a:avLst/>
            <a:gdLst/>
            <a:ahLst/>
            <a:rect l="0" t="0" r="r" b="b"/>
            <a:pathLst>
              <a:path w="12491" h="52">
                <a:moveTo>
                  <a:pt x="47" y="19"/>
                </a:moveTo>
                <a:cubicBezTo>
                  <a:pt x="50" y="23"/>
                  <a:pt x="54" y="25"/>
                  <a:pt x="57" y="25"/>
                </a:cubicBezTo>
                <a:lnTo>
                  <a:pt x="12414" y="25"/>
                </a:lnTo>
                <a:cubicBezTo>
                  <a:pt x="12436" y="25"/>
                  <a:pt x="12455" y="17"/>
                  <a:pt x="12470" y="2"/>
                </a:cubicBezTo>
                <a:cubicBezTo>
                  <a:pt x="12471" y="1"/>
                  <a:pt x="12471" y="1"/>
                  <a:pt x="12472" y="0"/>
                </a:cubicBezTo>
                <a:lnTo>
                  <a:pt x="12491" y="19"/>
                </a:lnTo>
                <a:cubicBezTo>
                  <a:pt x="12490" y="20"/>
                  <a:pt x="12490" y="20"/>
                  <a:pt x="12489" y="20"/>
                </a:cubicBezTo>
                <a:cubicBezTo>
                  <a:pt x="12469" y="41"/>
                  <a:pt x="12444" y="52"/>
                  <a:pt x="12414" y="52"/>
                </a:cubicBezTo>
                <a:lnTo>
                  <a:pt x="57" y="52"/>
                </a:lnTo>
                <a:cubicBezTo>
                  <a:pt x="36" y="52"/>
                  <a:pt x="16" y="46"/>
                  <a:pt x="0" y="34"/>
                </a:cubicBezTo>
                <a:lnTo>
                  <a:pt x="47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4800240" y="3743280"/>
            <a:ext cx="4524840" cy="619200"/>
          </a:xfrm>
          <a:custGeom>
            <a:avLst/>
            <a:gdLst/>
            <a:ahLst/>
            <a:rect l="0" t="0" r="r" b="b"/>
            <a:pathLst>
              <a:path w="12569" h="1720">
                <a:moveTo>
                  <a:pt x="0" y="0"/>
                </a:moveTo>
                <a:lnTo>
                  <a:pt x="12569" y="0"/>
                </a:lnTo>
                <a:lnTo>
                  <a:pt x="12569" y="1720"/>
                </a:lnTo>
                <a:lnTo>
                  <a:pt x="0" y="172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4800240" y="3743280"/>
            <a:ext cx="4524840" cy="619200"/>
          </a:xfrm>
          <a:custGeom>
            <a:avLst/>
            <a:gdLst/>
            <a:ahLst/>
            <a:rect l="0" t="0" r="r" b="b"/>
            <a:pathLst>
              <a:path w="12569" h="1720">
                <a:moveTo>
                  <a:pt x="0" y="0"/>
                </a:moveTo>
                <a:lnTo>
                  <a:pt x="12569" y="0"/>
                </a:lnTo>
                <a:lnTo>
                  <a:pt x="12569" y="1720"/>
                </a:lnTo>
                <a:lnTo>
                  <a:pt x="0" y="1720"/>
                </a:lnTo>
                <a:lnTo>
                  <a:pt x="0" y="0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4952880" y="237168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8" y="221"/>
                </a:cubicBezTo>
                <a:cubicBezTo>
                  <a:pt x="365" y="233"/>
                  <a:pt x="362" y="244"/>
                  <a:pt x="357" y="256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6" y="308"/>
                  <a:pt x="317" y="317"/>
                </a:cubicBezTo>
                <a:cubicBezTo>
                  <a:pt x="308" y="325"/>
                  <a:pt x="299" y="333"/>
                  <a:pt x="289" y="340"/>
                </a:cubicBezTo>
                <a:cubicBezTo>
                  <a:pt x="279" y="346"/>
                  <a:pt x="268" y="352"/>
                  <a:pt x="257" y="357"/>
                </a:cubicBezTo>
                <a:cubicBezTo>
                  <a:pt x="246" y="361"/>
                  <a:pt x="234" y="365"/>
                  <a:pt x="222" y="367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7"/>
                </a:cubicBezTo>
                <a:cubicBezTo>
                  <a:pt x="138" y="365"/>
                  <a:pt x="126" y="362"/>
                  <a:pt x="114" y="357"/>
                </a:cubicBezTo>
                <a:cubicBezTo>
                  <a:pt x="103" y="352"/>
                  <a:pt x="92" y="346"/>
                  <a:pt x="82" y="340"/>
                </a:cubicBezTo>
                <a:cubicBezTo>
                  <a:pt x="72" y="333"/>
                  <a:pt x="63" y="325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9" y="268"/>
                  <a:pt x="14" y="256"/>
                </a:cubicBezTo>
                <a:cubicBezTo>
                  <a:pt x="9" y="244"/>
                  <a:pt x="6" y="233"/>
                  <a:pt x="3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8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6" y="62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 txBox="1"/>
          <p:nvPr/>
        </p:nvSpPr>
        <p:spPr>
          <a:xfrm>
            <a:off x="497520" y="3843720"/>
            <a:ext cx="3012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Hardest part is context engineering.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 txBox="1"/>
          <p:nvPr/>
        </p:nvSpPr>
        <p:spPr>
          <a:xfrm>
            <a:off x="4996800" y="237132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4952880" y="323820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7"/>
                </a:moveTo>
                <a:cubicBezTo>
                  <a:pt x="371" y="199"/>
                  <a:pt x="370" y="211"/>
                  <a:pt x="368" y="223"/>
                </a:cubicBezTo>
                <a:cubicBezTo>
                  <a:pt x="365" y="235"/>
                  <a:pt x="362" y="246"/>
                  <a:pt x="357" y="257"/>
                </a:cubicBezTo>
                <a:cubicBezTo>
                  <a:pt x="352" y="269"/>
                  <a:pt x="347" y="279"/>
                  <a:pt x="340" y="289"/>
                </a:cubicBezTo>
                <a:cubicBezTo>
                  <a:pt x="333" y="300"/>
                  <a:pt x="326" y="309"/>
                  <a:pt x="317" y="317"/>
                </a:cubicBezTo>
                <a:cubicBezTo>
                  <a:pt x="308" y="326"/>
                  <a:pt x="299" y="334"/>
                  <a:pt x="289" y="341"/>
                </a:cubicBezTo>
                <a:cubicBezTo>
                  <a:pt x="279" y="347"/>
                  <a:pt x="268" y="353"/>
                  <a:pt x="257" y="358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1"/>
                  <a:pt x="198" y="372"/>
                  <a:pt x="186" y="372"/>
                </a:cubicBezTo>
                <a:cubicBezTo>
                  <a:pt x="174" y="372"/>
                  <a:pt x="162" y="371"/>
                  <a:pt x="150" y="368"/>
                </a:cubicBezTo>
                <a:cubicBezTo>
                  <a:pt x="138" y="366"/>
                  <a:pt x="126" y="362"/>
                  <a:pt x="114" y="358"/>
                </a:cubicBezTo>
                <a:cubicBezTo>
                  <a:pt x="103" y="353"/>
                  <a:pt x="92" y="347"/>
                  <a:pt x="82" y="341"/>
                </a:cubicBezTo>
                <a:cubicBezTo>
                  <a:pt x="72" y="334"/>
                  <a:pt x="63" y="326"/>
                  <a:pt x="54" y="317"/>
                </a:cubicBezTo>
                <a:cubicBezTo>
                  <a:pt x="45" y="309"/>
                  <a:pt x="38" y="300"/>
                  <a:pt x="31" y="289"/>
                </a:cubicBezTo>
                <a:cubicBezTo>
                  <a:pt x="24" y="279"/>
                  <a:pt x="19" y="269"/>
                  <a:pt x="14" y="257"/>
                </a:cubicBezTo>
                <a:cubicBezTo>
                  <a:pt x="9" y="246"/>
                  <a:pt x="6" y="235"/>
                  <a:pt x="3" y="223"/>
                </a:cubicBezTo>
                <a:cubicBezTo>
                  <a:pt x="1" y="211"/>
                  <a:pt x="0" y="199"/>
                  <a:pt x="0" y="187"/>
                </a:cubicBez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4" y="116"/>
                </a:cubicBezTo>
                <a:cubicBezTo>
                  <a:pt x="19" y="104"/>
                  <a:pt x="24" y="94"/>
                  <a:pt x="31" y="84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cubicBezTo>
                  <a:pt x="198" y="0"/>
                  <a:pt x="210" y="2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5"/>
                  <a:pt x="289" y="31"/>
                </a:cubicBezTo>
                <a:cubicBezTo>
                  <a:pt x="299" y="38"/>
                  <a:pt x="308" y="46"/>
                  <a:pt x="317" y="55"/>
                </a:cubicBezTo>
                <a:cubicBezTo>
                  <a:pt x="326" y="63"/>
                  <a:pt x="333" y="73"/>
                  <a:pt x="340" y="84"/>
                </a:cubicBezTo>
                <a:cubicBezTo>
                  <a:pt x="347" y="94"/>
                  <a:pt x="352" y="104"/>
                  <a:pt x="357" y="116"/>
                </a:cubicBezTo>
                <a:cubicBezTo>
                  <a:pt x="362" y="127"/>
                  <a:pt x="365" y="138"/>
                  <a:pt x="368" y="150"/>
                </a:cubicBezTo>
                <a:cubicBezTo>
                  <a:pt x="370" y="162"/>
                  <a:pt x="371" y="174"/>
                  <a:pt x="371" y="187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 txBox="1"/>
          <p:nvPr/>
        </p:nvSpPr>
        <p:spPr>
          <a:xfrm>
            <a:off x="5121360" y="2300400"/>
            <a:ext cx="3215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Human-in-the-loop is a quality feature.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 txBox="1"/>
          <p:nvPr/>
        </p:nvSpPr>
        <p:spPr>
          <a:xfrm>
            <a:off x="4996800" y="323784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4952880" y="39146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198"/>
                  <a:pt x="370" y="210"/>
                  <a:pt x="368" y="222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6" y="308"/>
                  <a:pt x="317" y="317"/>
                </a:cubicBezTo>
                <a:cubicBezTo>
                  <a:pt x="308" y="326"/>
                  <a:pt x="299" y="333"/>
                  <a:pt x="289" y="340"/>
                </a:cubicBezTo>
                <a:cubicBezTo>
                  <a:pt x="279" y="347"/>
                  <a:pt x="268" y="352"/>
                  <a:pt x="257" y="357"/>
                </a:cubicBezTo>
                <a:cubicBezTo>
                  <a:pt x="246" y="362"/>
                  <a:pt x="234" y="365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5"/>
                  <a:pt x="126" y="362"/>
                  <a:pt x="114" y="357"/>
                </a:cubicBezTo>
                <a:cubicBezTo>
                  <a:pt x="103" y="352"/>
                  <a:pt x="92" y="347"/>
                  <a:pt x="82" y="340"/>
                </a:cubicBezTo>
                <a:cubicBezTo>
                  <a:pt x="72" y="333"/>
                  <a:pt x="63" y="326"/>
                  <a:pt x="54" y="317"/>
                </a:cubicBezTo>
                <a:cubicBezTo>
                  <a:pt x="45" y="308"/>
                  <a:pt x="38" y="299"/>
                  <a:pt x="31" y="289"/>
                </a:cubicBezTo>
                <a:cubicBezTo>
                  <a:pt x="24" y="279"/>
                  <a:pt x="19" y="268"/>
                  <a:pt x="14" y="257"/>
                </a:cubicBezTo>
                <a:cubicBezTo>
                  <a:pt x="9" y="246"/>
                  <a:pt x="6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4"/>
                  <a:pt x="54" y="55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6"/>
                  <a:pt x="317" y="55"/>
                </a:cubicBezTo>
                <a:cubicBezTo>
                  <a:pt x="326" y="64"/>
                  <a:pt x="333" y="73"/>
                  <a:pt x="340" y="83"/>
                </a:cubicBezTo>
                <a:cubicBezTo>
                  <a:pt x="347" y="93"/>
                  <a:pt x="352" y="104"/>
                  <a:pt x="357" y="115"/>
                </a:cubicBezTo>
                <a:cubicBezTo>
                  <a:pt x="362" y="126"/>
                  <a:pt x="365" y="138"/>
                  <a:pt x="368" y="150"/>
                </a:cubicBezTo>
                <a:cubicBezTo>
                  <a:pt x="370" y="162"/>
                  <a:pt x="371" y="174"/>
                  <a:pt x="371" y="186"/>
                </a:cubicBez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 txBox="1"/>
          <p:nvPr/>
        </p:nvSpPr>
        <p:spPr>
          <a:xfrm>
            <a:off x="5121360" y="3167280"/>
            <a:ext cx="3116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Keyboard-first TUI is worth the eﬀort.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4996800" y="3914280"/>
            <a:ext cx="950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180720" y="4524120"/>
            <a:ext cx="9144360" cy="952920"/>
          </a:xfrm>
          <a:custGeom>
            <a:avLst/>
            <a:gdLst/>
            <a:ahLst/>
            <a:rect l="0" t="0" r="r" b="b"/>
            <a:pathLst>
              <a:path w="25401" h="2647">
                <a:moveTo>
                  <a:pt x="31" y="31"/>
                </a:moveTo>
                <a:cubicBezTo>
                  <a:pt x="52" y="11"/>
                  <a:pt x="77" y="0"/>
                  <a:pt x="106" y="0"/>
                </a:cubicBezTo>
                <a:lnTo>
                  <a:pt x="25296" y="0"/>
                </a:lnTo>
                <a:cubicBezTo>
                  <a:pt x="25325" y="0"/>
                  <a:pt x="25350" y="11"/>
                  <a:pt x="25370" y="31"/>
                </a:cubicBezTo>
                <a:cubicBezTo>
                  <a:pt x="25391" y="52"/>
                  <a:pt x="25401" y="77"/>
                  <a:pt x="25401" y="106"/>
                </a:cubicBezTo>
                <a:lnTo>
                  <a:pt x="25401" y="2541"/>
                </a:lnTo>
                <a:cubicBezTo>
                  <a:pt x="25401" y="2570"/>
                  <a:pt x="25391" y="2595"/>
                  <a:pt x="25370" y="2616"/>
                </a:cubicBezTo>
                <a:cubicBezTo>
                  <a:pt x="25350" y="2637"/>
                  <a:pt x="25325" y="2647"/>
                  <a:pt x="25295" y="2647"/>
                </a:cubicBezTo>
                <a:lnTo>
                  <a:pt x="106" y="2647"/>
                </a:lnTo>
                <a:cubicBezTo>
                  <a:pt x="77" y="2647"/>
                  <a:pt x="52" y="2637"/>
                  <a:pt x="31" y="2616"/>
                </a:cubicBezTo>
                <a:cubicBezTo>
                  <a:pt x="11" y="2595"/>
                  <a:pt x="0" y="2570"/>
                  <a:pt x="0" y="2541"/>
                </a:cubicBezTo>
                <a:lnTo>
                  <a:pt x="0" y="106"/>
                </a:lnTo>
                <a:cubicBezTo>
                  <a:pt x="0" y="77"/>
                  <a:pt x="11" y="52"/>
                  <a:pt x="31" y="31"/>
                </a:cubicBezTo>
                <a:close/>
              </a:path>
            </a:pathLst>
          </a:custGeom>
          <a:solidFill>
            <a:srgbClr val="EFBB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198000" y="4524120"/>
            <a:ext cx="9116640" cy="18720"/>
          </a:xfrm>
          <a:custGeom>
            <a:avLst/>
            <a:gdLst/>
            <a:ahLst/>
            <a:rect l="0" t="0" r="r" b="b"/>
            <a:pathLst>
              <a:path w="25324" h="52">
                <a:moveTo>
                  <a:pt x="25305" y="52"/>
                </a:moveTo>
                <a:cubicBezTo>
                  <a:pt x="25304" y="52"/>
                  <a:pt x="25304" y="51"/>
                  <a:pt x="25304" y="51"/>
                </a:cubicBezTo>
                <a:cubicBezTo>
                  <a:pt x="25288" y="35"/>
                  <a:pt x="25269" y="28"/>
                  <a:pt x="25247" y="28"/>
                </a:cubicBezTo>
                <a:lnTo>
                  <a:pt x="58" y="28"/>
                </a:lnTo>
                <a:cubicBezTo>
                  <a:pt x="54" y="28"/>
                  <a:pt x="51" y="30"/>
                  <a:pt x="48" y="34"/>
                </a:cubicBezTo>
                <a:lnTo>
                  <a:pt x="0" y="18"/>
                </a:lnTo>
                <a:cubicBezTo>
                  <a:pt x="17" y="7"/>
                  <a:pt x="36" y="0"/>
                  <a:pt x="58" y="0"/>
                </a:cubicBezTo>
                <a:lnTo>
                  <a:pt x="25248" y="0"/>
                </a:lnTo>
                <a:cubicBezTo>
                  <a:pt x="25277" y="0"/>
                  <a:pt x="25302" y="12"/>
                  <a:pt x="25322" y="32"/>
                </a:cubicBezTo>
                <a:cubicBezTo>
                  <a:pt x="25323" y="33"/>
                  <a:pt x="25323" y="33"/>
                  <a:pt x="25324" y="34"/>
                </a:cubicBezTo>
                <a:lnTo>
                  <a:pt x="25305" y="52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198000" y="5458320"/>
            <a:ext cx="9116640" cy="18720"/>
          </a:xfrm>
          <a:custGeom>
            <a:avLst/>
            <a:gdLst/>
            <a:ahLst/>
            <a:rect l="0" t="0" r="r" b="b"/>
            <a:pathLst>
              <a:path w="25324" h="52">
                <a:moveTo>
                  <a:pt x="48" y="19"/>
                </a:moveTo>
                <a:cubicBezTo>
                  <a:pt x="51" y="24"/>
                  <a:pt x="54" y="26"/>
                  <a:pt x="58" y="26"/>
                </a:cubicBezTo>
                <a:lnTo>
                  <a:pt x="25247" y="26"/>
                </a:lnTo>
                <a:cubicBezTo>
                  <a:pt x="25269" y="26"/>
                  <a:pt x="25288" y="18"/>
                  <a:pt x="25304" y="1"/>
                </a:cubicBezTo>
                <a:cubicBezTo>
                  <a:pt x="25304" y="1"/>
                  <a:pt x="25304" y="0"/>
                  <a:pt x="25305" y="0"/>
                </a:cubicBezTo>
                <a:lnTo>
                  <a:pt x="25324" y="20"/>
                </a:lnTo>
                <a:cubicBezTo>
                  <a:pt x="25323" y="20"/>
                  <a:pt x="25323" y="21"/>
                  <a:pt x="25322" y="21"/>
                </a:cubicBezTo>
                <a:cubicBezTo>
                  <a:pt x="25302" y="42"/>
                  <a:pt x="25277" y="52"/>
                  <a:pt x="25247" y="52"/>
                </a:cubicBezTo>
                <a:lnTo>
                  <a:pt x="58" y="52"/>
                </a:lnTo>
                <a:cubicBezTo>
                  <a:pt x="36" y="52"/>
                  <a:pt x="17" y="46"/>
                  <a:pt x="0" y="35"/>
                </a:cubicBezTo>
                <a:lnTo>
                  <a:pt x="48" y="19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9307080" y="4535280"/>
            <a:ext cx="18000" cy="930600"/>
          </a:xfrm>
          <a:custGeom>
            <a:avLst/>
            <a:gdLst/>
            <a:ahLst/>
            <a:rect l="0" t="0" r="r" b="b"/>
            <a:pathLst>
              <a:path w="50" h="2585">
                <a:moveTo>
                  <a:pt x="0" y="2566"/>
                </a:moveTo>
                <a:cubicBezTo>
                  <a:pt x="15" y="2551"/>
                  <a:pt x="23" y="2532"/>
                  <a:pt x="23" y="2510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8" y="0"/>
                </a:lnTo>
                <a:cubicBezTo>
                  <a:pt x="39" y="21"/>
                  <a:pt x="50" y="46"/>
                  <a:pt x="50" y="75"/>
                </a:cubicBezTo>
                <a:lnTo>
                  <a:pt x="50" y="2510"/>
                </a:lnTo>
                <a:cubicBezTo>
                  <a:pt x="50" y="2539"/>
                  <a:pt x="39" y="2564"/>
                  <a:pt x="18" y="2585"/>
                </a:cubicBezTo>
                <a:lnTo>
                  <a:pt x="0" y="2566"/>
                </a:lnTo>
                <a:close/>
              </a:path>
            </a:pathLst>
          </a:custGeom>
          <a:solidFill>
            <a:srgbClr val="BE29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180720" y="4524120"/>
            <a:ext cx="9144360" cy="952920"/>
          </a:xfrm>
          <a:custGeom>
            <a:avLst/>
            <a:gdLst/>
            <a:ahLst/>
            <a:rect l="0" t="0" r="r" b="b"/>
            <a:pathLst>
              <a:path w="25401" h="2647">
                <a:moveTo>
                  <a:pt x="0" y="0"/>
                </a:moveTo>
                <a:lnTo>
                  <a:pt x="25401" y="0"/>
                </a:lnTo>
                <a:lnTo>
                  <a:pt x="2540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399960" y="4771800"/>
            <a:ext cx="200160" cy="209880"/>
          </a:xfrm>
          <a:custGeom>
            <a:avLst/>
            <a:gdLst/>
            <a:ahLst/>
            <a:rect l="0" t="0" r="r" b="b"/>
            <a:pathLst>
              <a:path w="556" h="583">
                <a:moveTo>
                  <a:pt x="0" y="304"/>
                </a:moveTo>
                <a:lnTo>
                  <a:pt x="0" y="278"/>
                </a:ln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8"/>
                  <a:pt x="21" y="172"/>
                </a:cubicBezTo>
                <a:cubicBezTo>
                  <a:pt x="28" y="155"/>
                  <a:pt x="36" y="139"/>
                  <a:pt x="47" y="123"/>
                </a:cubicBezTo>
                <a:cubicBezTo>
                  <a:pt x="57" y="108"/>
                  <a:pt x="68" y="94"/>
                  <a:pt x="81" y="81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8" y="37"/>
                  <a:pt x="154" y="28"/>
                  <a:pt x="171" y="21"/>
                </a:cubicBezTo>
                <a:cubicBezTo>
                  <a:pt x="188" y="14"/>
                  <a:pt x="205" y="9"/>
                  <a:pt x="223" y="5"/>
                </a:cubicBezTo>
                <a:cubicBezTo>
                  <a:pt x="241" y="2"/>
                  <a:pt x="259" y="0"/>
                  <a:pt x="279" y="0"/>
                </a:cubicBezTo>
                <a:cubicBezTo>
                  <a:pt x="297" y="0"/>
                  <a:pt x="315" y="2"/>
                  <a:pt x="333" y="5"/>
                </a:cubicBezTo>
                <a:cubicBezTo>
                  <a:pt x="351" y="9"/>
                  <a:pt x="368" y="14"/>
                  <a:pt x="385" y="21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1"/>
                </a:cubicBezTo>
                <a:cubicBezTo>
                  <a:pt x="488" y="94"/>
                  <a:pt x="499" y="108"/>
                  <a:pt x="510" y="124"/>
                </a:cubicBezTo>
                <a:cubicBezTo>
                  <a:pt x="520" y="139"/>
                  <a:pt x="528" y="155"/>
                  <a:pt x="535" y="172"/>
                </a:cubicBezTo>
                <a:cubicBezTo>
                  <a:pt x="542" y="188"/>
                  <a:pt x="547" y="206"/>
                  <a:pt x="551" y="224"/>
                </a:cubicBezTo>
                <a:cubicBezTo>
                  <a:pt x="555" y="242"/>
                  <a:pt x="556" y="260"/>
                  <a:pt x="556" y="278"/>
                </a:cubicBezTo>
                <a:lnTo>
                  <a:pt x="556" y="304"/>
                </a:lnTo>
                <a:cubicBezTo>
                  <a:pt x="556" y="323"/>
                  <a:pt x="555" y="341"/>
                  <a:pt x="551" y="359"/>
                </a:cubicBezTo>
                <a:cubicBezTo>
                  <a:pt x="547" y="376"/>
                  <a:pt x="542" y="394"/>
                  <a:pt x="535" y="411"/>
                </a:cubicBezTo>
                <a:cubicBezTo>
                  <a:pt x="528" y="428"/>
                  <a:pt x="520" y="444"/>
                  <a:pt x="510" y="460"/>
                </a:cubicBezTo>
                <a:cubicBezTo>
                  <a:pt x="499" y="475"/>
                  <a:pt x="488" y="489"/>
                  <a:pt x="475" y="502"/>
                </a:cubicBezTo>
                <a:cubicBezTo>
                  <a:pt x="462" y="515"/>
                  <a:pt x="448" y="526"/>
                  <a:pt x="433" y="536"/>
                </a:cubicBezTo>
                <a:cubicBezTo>
                  <a:pt x="418" y="546"/>
                  <a:pt x="402" y="555"/>
                  <a:pt x="385" y="562"/>
                </a:cubicBezTo>
                <a:cubicBezTo>
                  <a:pt x="368" y="569"/>
                  <a:pt x="351" y="574"/>
                  <a:pt x="333" y="578"/>
                </a:cubicBezTo>
                <a:cubicBezTo>
                  <a:pt x="315" y="581"/>
                  <a:pt x="297" y="583"/>
                  <a:pt x="279" y="583"/>
                </a:cubicBezTo>
                <a:cubicBezTo>
                  <a:pt x="259" y="583"/>
                  <a:pt x="241" y="581"/>
                  <a:pt x="223" y="578"/>
                </a:cubicBezTo>
                <a:cubicBezTo>
                  <a:pt x="205" y="574"/>
                  <a:pt x="188" y="569"/>
                  <a:pt x="171" y="562"/>
                </a:cubicBezTo>
                <a:cubicBezTo>
                  <a:pt x="154" y="555"/>
                  <a:pt x="138" y="546"/>
                  <a:pt x="123" y="536"/>
                </a:cubicBezTo>
                <a:cubicBezTo>
                  <a:pt x="108" y="526"/>
                  <a:pt x="94" y="515"/>
                  <a:pt x="81" y="502"/>
                </a:cubicBezTo>
                <a:cubicBezTo>
                  <a:pt x="68" y="489"/>
                  <a:pt x="57" y="475"/>
                  <a:pt x="47" y="460"/>
                </a:cubicBezTo>
                <a:cubicBezTo>
                  <a:pt x="36" y="445"/>
                  <a:pt x="28" y="428"/>
                  <a:pt x="21" y="411"/>
                </a:cubicBezTo>
                <a:cubicBezTo>
                  <a:pt x="14" y="394"/>
                  <a:pt x="9" y="376"/>
                  <a:pt x="5" y="359"/>
                </a:cubicBezTo>
                <a:cubicBezTo>
                  <a:pt x="2" y="341"/>
                  <a:pt x="0" y="323"/>
                  <a:pt x="0" y="304"/>
                </a:cubicBez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5121360" y="3843720"/>
            <a:ext cx="599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137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YAGNI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 txBox="1"/>
          <p:nvPr/>
        </p:nvSpPr>
        <p:spPr>
          <a:xfrm>
            <a:off x="461160" y="4782240"/>
            <a:ext cx="1461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652680" y="4673520"/>
            <a:ext cx="2238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</a:t>
            </a:r>
            <a:r>
              <a:rPr lang="en-US" sz="2100" b="1" u="none" strike="noStrike">
                <a:solidFill>
                  <a:srgbClr val="800080"/>
                </a:solidFill>
                <a:effectLst/>
                <a:uFillTx/>
                <a:latin typeface="SourceSansPro"/>
                <a:ea typeface="SourceSansPro"/>
              </a:rPr>
              <a:t>Modularity is key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 txBox="1"/>
          <p:nvPr/>
        </p:nvSpPr>
        <p:spPr>
          <a:xfrm>
            <a:off x="330840" y="2543040"/>
            <a:ext cx="41666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The Socratic wizard catches ambiguities before a line of code is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333360" y="3419280"/>
            <a:ext cx="1181160" cy="171720"/>
          </a:xfrm>
          <a:custGeom>
            <a:avLst/>
            <a:gdLst/>
            <a:ahLst/>
            <a:rect l="0" t="0" r="r" b="b"/>
            <a:pathLst>
              <a:path w="3281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3202" y="0"/>
                </a:lnTo>
                <a:cubicBezTo>
                  <a:pt x="3213" y="0"/>
                  <a:pt x="3223" y="2"/>
                  <a:pt x="3232" y="6"/>
                </a:cubicBezTo>
                <a:cubicBezTo>
                  <a:pt x="3242" y="10"/>
                  <a:pt x="3251" y="16"/>
                  <a:pt x="3258" y="23"/>
                </a:cubicBezTo>
                <a:cubicBezTo>
                  <a:pt x="3266" y="31"/>
                  <a:pt x="3271" y="39"/>
                  <a:pt x="3275" y="49"/>
                </a:cubicBezTo>
                <a:cubicBezTo>
                  <a:pt x="3279" y="59"/>
                  <a:pt x="3281" y="69"/>
                  <a:pt x="3281" y="79"/>
                </a:cubicBezTo>
                <a:lnTo>
                  <a:pt x="3281" y="398"/>
                </a:lnTo>
                <a:cubicBezTo>
                  <a:pt x="3281" y="408"/>
                  <a:pt x="3279" y="418"/>
                  <a:pt x="3275" y="428"/>
                </a:cubicBezTo>
                <a:cubicBezTo>
                  <a:pt x="3271" y="438"/>
                  <a:pt x="3266" y="446"/>
                  <a:pt x="3258" y="454"/>
                </a:cubicBezTo>
                <a:cubicBezTo>
                  <a:pt x="3251" y="461"/>
                  <a:pt x="3242" y="467"/>
                  <a:pt x="3232" y="471"/>
                </a:cubicBezTo>
                <a:cubicBezTo>
                  <a:pt x="3223" y="475"/>
                  <a:pt x="3213" y="477"/>
                  <a:pt x="3202" y="477"/>
                </a:cubicBezTo>
                <a:lnTo>
                  <a:pt x="79" y="477"/>
                </a:lnTo>
                <a:cubicBezTo>
                  <a:pt x="68" y="477"/>
                  <a:pt x="58" y="475"/>
                  <a:pt x="49" y="471"/>
                </a:cubicBezTo>
                <a:cubicBezTo>
                  <a:pt x="39" y="467"/>
                  <a:pt x="30" y="461"/>
                  <a:pt x="23" y="454"/>
                </a:cubicBezTo>
                <a:cubicBezTo>
                  <a:pt x="15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BE29EC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 txBox="1"/>
          <p:nvPr/>
        </p:nvSpPr>
        <p:spPr>
          <a:xfrm>
            <a:off x="330840" y="2733840"/>
            <a:ext cx="4773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written.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362160" y="3436200"/>
            <a:ext cx="827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JetBrainsMono"/>
                <a:ea typeface="JetBrainsMono"/>
              </a:rPr>
              <a:t>typing.Protocol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 txBox="1"/>
          <p:nvPr/>
        </p:nvSpPr>
        <p:spPr>
          <a:xfrm>
            <a:off x="1518480" y="3409920"/>
            <a:ext cx="29343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 enabled parallel development across teams.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330840" y="4086360"/>
            <a:ext cx="36406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Getting the right info into the prompt, within token limits.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 txBox="1"/>
          <p:nvPr/>
        </p:nvSpPr>
        <p:spPr>
          <a:xfrm>
            <a:off x="4954680" y="2543040"/>
            <a:ext cx="43718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Every rejection teaches the system. The heuristic updater captures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 txBox="1"/>
          <p:nvPr/>
        </p:nvSpPr>
        <p:spPr>
          <a:xfrm>
            <a:off x="4954680" y="2733840"/>
            <a:ext cx="2718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this.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4954680" y="3409920"/>
            <a:ext cx="32133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Engineers live in the terminal. Corge feels native.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 txBox="1"/>
          <p:nvPr/>
        </p:nvSpPr>
        <p:spPr>
          <a:xfrm>
            <a:off x="4954680" y="4086360"/>
            <a:ext cx="40687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6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Every deferred feature has a named ceiling and upgrade path.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 txBox="1"/>
          <p:nvPr/>
        </p:nvSpPr>
        <p:spPr>
          <a:xfrm>
            <a:off x="396360" y="5043240"/>
            <a:ext cx="3824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90" b="0" u="none" strike="noStrike">
                <a:solidFill>
                  <a:srgbClr val="1A1A2E"/>
                </a:solidFill>
                <a:effectLst/>
                <a:uFillTx/>
                <a:latin typeface="SourceSansPro"/>
                <a:ea typeface="SourceSansPro"/>
              </a:rPr>
              <a:t>Modular software is not just for POCs.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0" y="0"/>
            <a:ext cx="9506160" cy="6924960"/>
          </a:xfrm>
          <a:custGeom>
            <a:avLst/>
            <a:gdLst/>
            <a:ahLst/>
            <a:rect l="0" t="0" r="r" b="b"/>
            <a:pathLst>
              <a:path w="26406" h="19236">
                <a:moveTo>
                  <a:pt x="0" y="0"/>
                </a:moveTo>
                <a:lnTo>
                  <a:pt x="26406" y="0"/>
                </a:lnTo>
                <a:lnTo>
                  <a:pt x="26406" y="19236"/>
                </a:lnTo>
                <a:lnTo>
                  <a:pt x="0" y="19236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180720" y="2180880"/>
            <a:ext cx="9144360" cy="2581920"/>
          </a:xfrm>
          <a:custGeom>
            <a:avLst/>
            <a:gdLst/>
            <a:ahLst/>
            <a:rect l="0" t="0" r="r" b="b"/>
            <a:pathLst>
              <a:path w="25401" h="7172">
                <a:moveTo>
                  <a:pt x="0" y="0"/>
                </a:moveTo>
                <a:lnTo>
                  <a:pt x="25401" y="0"/>
                </a:lnTo>
                <a:lnTo>
                  <a:pt x="25401" y="7172"/>
                </a:lnTo>
                <a:lnTo>
                  <a:pt x="0" y="7172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3990960" y="3514680"/>
            <a:ext cx="1524240" cy="28800"/>
          </a:xfrm>
          <a:custGeom>
            <a:avLst/>
            <a:gdLst/>
            <a:ahLst/>
            <a:rect l="0" t="0" r="r" b="b"/>
            <a:pathLst>
              <a:path w="4234" h="80">
                <a:moveTo>
                  <a:pt x="0" y="39"/>
                </a:moveTo>
                <a:cubicBezTo>
                  <a:pt x="0" y="34"/>
                  <a:pt x="1" y="29"/>
                  <a:pt x="3" y="24"/>
                </a:cubicBezTo>
                <a:cubicBezTo>
                  <a:pt x="5" y="19"/>
                  <a:pt x="7" y="15"/>
                  <a:pt x="11" y="11"/>
                </a:cubicBezTo>
                <a:cubicBezTo>
                  <a:pt x="15" y="7"/>
                  <a:pt x="19" y="5"/>
                  <a:pt x="24" y="3"/>
                </a:cubicBezTo>
                <a:cubicBezTo>
                  <a:pt x="29" y="1"/>
                  <a:pt x="34" y="0"/>
                  <a:pt x="39" y="0"/>
                </a:cubicBezTo>
                <a:lnTo>
                  <a:pt x="4194" y="0"/>
                </a:lnTo>
                <a:cubicBezTo>
                  <a:pt x="4199" y="0"/>
                  <a:pt x="4205" y="1"/>
                  <a:pt x="4209" y="3"/>
                </a:cubicBezTo>
                <a:cubicBezTo>
                  <a:pt x="4214" y="5"/>
                  <a:pt x="4219" y="7"/>
                  <a:pt x="4222" y="11"/>
                </a:cubicBezTo>
                <a:cubicBezTo>
                  <a:pt x="4226" y="15"/>
                  <a:pt x="4229" y="19"/>
                  <a:pt x="4231" y="24"/>
                </a:cubicBezTo>
                <a:cubicBezTo>
                  <a:pt x="4233" y="29"/>
                  <a:pt x="4234" y="34"/>
                  <a:pt x="4234" y="39"/>
                </a:cubicBezTo>
                <a:cubicBezTo>
                  <a:pt x="4234" y="45"/>
                  <a:pt x="4233" y="50"/>
                  <a:pt x="4231" y="54"/>
                </a:cubicBezTo>
                <a:cubicBezTo>
                  <a:pt x="4229" y="59"/>
                  <a:pt x="4226" y="64"/>
                  <a:pt x="4222" y="67"/>
                </a:cubicBezTo>
                <a:cubicBezTo>
                  <a:pt x="4219" y="71"/>
                  <a:pt x="4214" y="75"/>
                  <a:pt x="4209" y="77"/>
                </a:cubicBezTo>
                <a:cubicBezTo>
                  <a:pt x="4205" y="79"/>
                  <a:pt x="4199" y="80"/>
                  <a:pt x="4194" y="80"/>
                </a:cubicBezTo>
                <a:lnTo>
                  <a:pt x="39" y="80"/>
                </a:lnTo>
                <a:cubicBezTo>
                  <a:pt x="34" y="80"/>
                  <a:pt x="29" y="79"/>
                  <a:pt x="24" y="77"/>
                </a:cubicBezTo>
                <a:cubicBezTo>
                  <a:pt x="19" y="75"/>
                  <a:pt x="15" y="71"/>
                  <a:pt x="11" y="67"/>
                </a:cubicBezTo>
                <a:cubicBezTo>
                  <a:pt x="7" y="64"/>
                  <a:pt x="5" y="59"/>
                  <a:pt x="3" y="54"/>
                </a:cubicBezTo>
                <a:cubicBezTo>
                  <a:pt x="1" y="50"/>
                  <a:pt x="0" y="45"/>
                  <a:pt x="0" y="39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 txBox="1"/>
          <p:nvPr/>
        </p:nvSpPr>
        <p:spPr>
          <a:xfrm>
            <a:off x="3240720" y="2203920"/>
            <a:ext cx="2801520" cy="53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78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THANK YOU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 txBox="1"/>
          <p:nvPr/>
        </p:nvSpPr>
        <p:spPr>
          <a:xfrm>
            <a:off x="1920600" y="3882960"/>
            <a:ext cx="6122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i="1" u="none" strike="noStrike">
                <a:solidFill>
                  <a:srgbClr val="BE29EC"/>
                </a:solidFill>
                <a:effectLst/>
                <a:uFillTx/>
                <a:latin typeface="SourceSansPro-It"/>
                <a:ea typeface="SourceSansPro-It"/>
              </a:rPr>
              <a:t>Corge</a:t>
            </a: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 — Specification-Driven Agentic Development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3041280" y="4226040"/>
            <a:ext cx="3736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Human-Led · Machine-Assisted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9172440" y="6619680"/>
            <a:ext cx="257400" cy="228960"/>
          </a:xfrm>
          <a:custGeom>
            <a:avLst/>
            <a:gdLst/>
            <a:ahLst/>
            <a:rect l="0" t="0" r="r" b="b"/>
            <a:pathLst>
              <a:path w="715" h="636">
                <a:moveTo>
                  <a:pt x="0" y="0"/>
                </a:moveTo>
                <a:lnTo>
                  <a:pt x="715" y="0"/>
                </a:lnTo>
                <a:lnTo>
                  <a:pt x="715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 txBox="1"/>
          <p:nvPr/>
        </p:nvSpPr>
        <p:spPr>
          <a:xfrm>
            <a:off x="4074480" y="2953800"/>
            <a:ext cx="1488600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10" b="0" u="none" strike="noStrike">
                <a:solidFill>
                  <a:srgbClr val="FFFFFF"/>
                </a:solidFill>
                <a:effectLst/>
                <a:uFillTx/>
                <a:latin typeface="SourceSansPro"/>
                <a:ea typeface="SourceSansPro"/>
              </a:rPr>
              <a:t>Questions?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 txBox="1"/>
          <p:nvPr/>
        </p:nvSpPr>
        <p:spPr>
          <a:xfrm>
            <a:off x="9222120" y="666108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800080"/>
                </a:solidFill>
                <a:effectLst/>
                <a:uFillTx/>
                <a:latin typeface="JetBrainsMono"/>
                <a:ea typeface="JetBrainsMono"/>
              </a:rPr>
              <a:t>38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